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comments+xml" PartName="/ppt/comments/comment1.xml"/>
  <Override ContentType="application/vnd.openxmlformats-officedocument.presentationml.comments+xml" PartName="/ppt/comments/comment10.xml"/>
  <Override ContentType="application/vnd.openxmlformats-officedocument.presentationml.comments+xml" PartName="/ppt/comments/comment17.xml"/>
  <Override ContentType="application/vnd.openxmlformats-officedocument.presentationml.comments+xml" PartName="/ppt/comments/comment8.xml"/>
  <Override ContentType="application/vnd.openxmlformats-officedocument.presentationml.comments+xml" PartName="/ppt/comments/comment6.xml"/>
  <Override ContentType="application/vnd.openxmlformats-officedocument.presentationml.comments+xml" PartName="/ppt/comments/comment19.xml"/>
  <Override ContentType="application/vnd.openxmlformats-officedocument.presentationml.comments+xml" PartName="/ppt/comments/comment20.xml"/>
  <Override ContentType="application/vnd.openxmlformats-officedocument.presentationml.comments+xml" PartName="/ppt/comments/comment3.xml"/>
  <Override ContentType="application/vnd.openxmlformats-officedocument.presentationml.comments+xml" PartName="/ppt/comments/comment15.xml"/>
  <Override ContentType="application/vnd.openxmlformats-officedocument.presentationml.comments+xml" PartName="/ppt/comments/comment13.xml"/>
  <Override ContentType="application/vnd.openxmlformats-officedocument.presentationml.comments+xml" PartName="/ppt/comments/comment16.xml"/>
  <Override ContentType="application/vnd.openxmlformats-officedocument.presentationml.comments+xml" PartName="/ppt/comments/comment11.xml"/>
  <Override ContentType="application/vnd.openxmlformats-officedocument.presentationml.comments+xml" PartName="/ppt/comments/comment2.xml"/>
  <Override ContentType="application/vnd.openxmlformats-officedocument.presentationml.comments+xml" PartName="/ppt/comments/comment5.xml"/>
  <Override ContentType="application/vnd.openxmlformats-officedocument.presentationml.comments+xml" PartName="/ppt/comments/comment7.xml"/>
  <Override ContentType="application/vnd.openxmlformats-officedocument.presentationml.comments+xml" PartName="/ppt/comments/comment4.xml"/>
  <Override ContentType="application/vnd.openxmlformats-officedocument.presentationml.comments+xml" PartName="/ppt/comments/comment9.xml"/>
  <Override ContentType="application/vnd.openxmlformats-officedocument.presentationml.comments+xml" PartName="/ppt/comments/comment18.xml"/>
  <Override ContentType="application/vnd.openxmlformats-officedocument.presentationml.comments+xml" PartName="/ppt/comments/comment12.xml"/>
  <Override ContentType="application/vnd.openxmlformats-officedocument.presentationml.comments+xml" PartName="/ppt/comments/comment14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commentAuthors+xml" PartName="/ppt/commentAuthors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4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</p:sldIdLst>
  <p:sldSz cy="5143500" cx="9144000"/>
  <p:notesSz cx="6858000" cy="9144000"/>
  <p:embeddedFontLst>
    <p:embeddedFont>
      <p:font typeface="Archivo Light"/>
      <p:regular r:id="rId41"/>
      <p:bold r:id="rId42"/>
      <p:italic r:id="rId43"/>
      <p:boldItalic r:id="rId44"/>
    </p:embeddedFont>
    <p:embeddedFont>
      <p:font typeface="Mate"/>
      <p:regular r:id="rId45"/>
      <p:italic r:id="rId46"/>
    </p:embeddedFont>
    <p:embeddedFont>
      <p:font typeface="Archivo ExtraBold"/>
      <p:bold r:id="rId47"/>
      <p:boldItalic r:id="rId48"/>
    </p:embeddedFont>
    <p:embeddedFont>
      <p:font typeface="Barlow Condensed"/>
      <p:regular r:id="rId49"/>
      <p:bold r:id="rId50"/>
      <p:italic r:id="rId51"/>
      <p:boldItalic r:id="rId52"/>
    </p:embeddedFont>
    <p:embeddedFont>
      <p:font typeface="Nunito Medium"/>
      <p:regular r:id="rId53"/>
      <p:bold r:id="rId54"/>
      <p:italic r:id="rId55"/>
      <p:boldItalic r:id="rId56"/>
    </p:embeddedFont>
    <p:embeddedFont>
      <p:font typeface="Lexend"/>
      <p:regular r:id="rId57"/>
      <p:bold r:id="rId58"/>
    </p:embeddedFont>
    <p:embeddedFont>
      <p:font typeface="Archivo"/>
      <p:regular r:id="rId59"/>
      <p:bold r:id="rId60"/>
      <p:italic r:id="rId61"/>
      <p:boldItalic r:id="rId62"/>
    </p:embeddedFont>
    <p:embeddedFont>
      <p:font typeface="Archivo Black"/>
      <p:regular r:id="rId63"/>
    </p:embeddedFont>
    <p:embeddedFont>
      <p:font typeface="Archivo SemiBold"/>
      <p:regular r:id="rId64"/>
      <p:bold r:id="rId65"/>
      <p:italic r:id="rId66"/>
      <p:boldItalic r:id="rId6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Author clrIdx="0" id="0" initials="" lastIdx="25" name="Brian Matías Banderbek"/>
</p:cmAuthorLst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650D8E4-4787-4E29-98DA-0F39D9B7AF57}">
  <a:tblStyle styleId="{7650D8E4-4787-4E29-98DA-0F39D9B7AF57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3.xml"/><Relationship Id="rId42" Type="http://schemas.openxmlformats.org/officeDocument/2006/relationships/font" Target="fonts/ArchivoLight-bold.fntdata"/><Relationship Id="rId41" Type="http://schemas.openxmlformats.org/officeDocument/2006/relationships/font" Target="fonts/ArchivoLight-regular.fntdata"/><Relationship Id="rId44" Type="http://schemas.openxmlformats.org/officeDocument/2006/relationships/font" Target="fonts/ArchivoLight-boldItalic.fntdata"/><Relationship Id="rId43" Type="http://schemas.openxmlformats.org/officeDocument/2006/relationships/font" Target="fonts/ArchivoLight-italic.fntdata"/><Relationship Id="rId46" Type="http://schemas.openxmlformats.org/officeDocument/2006/relationships/font" Target="fonts/Mate-italic.fntdata"/><Relationship Id="rId45" Type="http://schemas.openxmlformats.org/officeDocument/2006/relationships/font" Target="fonts/Mate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48" Type="http://schemas.openxmlformats.org/officeDocument/2006/relationships/font" Target="fonts/ArchivoExtraBold-boldItalic.fntdata"/><Relationship Id="rId47" Type="http://schemas.openxmlformats.org/officeDocument/2006/relationships/font" Target="fonts/ArchivoExtraBold-bold.fntdata"/><Relationship Id="rId49" Type="http://schemas.openxmlformats.org/officeDocument/2006/relationships/font" Target="fonts/BarlowCondensed-regular.fntdata"/><Relationship Id="rId5" Type="http://schemas.openxmlformats.org/officeDocument/2006/relationships/commentAuthors" Target="commentAuthors.xml"/><Relationship Id="rId6" Type="http://schemas.openxmlformats.org/officeDocument/2006/relationships/slideMaster" Target="slideMasters/slideMaster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slide" Target="slides/slide24.xml"/><Relationship Id="rId30" Type="http://schemas.openxmlformats.org/officeDocument/2006/relationships/slide" Target="slides/slide23.xml"/><Relationship Id="rId33" Type="http://schemas.openxmlformats.org/officeDocument/2006/relationships/slide" Target="slides/slide26.xml"/><Relationship Id="rId32" Type="http://schemas.openxmlformats.org/officeDocument/2006/relationships/slide" Target="slides/slide25.xml"/><Relationship Id="rId35" Type="http://schemas.openxmlformats.org/officeDocument/2006/relationships/slide" Target="slides/slide28.xml"/><Relationship Id="rId34" Type="http://schemas.openxmlformats.org/officeDocument/2006/relationships/slide" Target="slides/slide27.xml"/><Relationship Id="rId37" Type="http://schemas.openxmlformats.org/officeDocument/2006/relationships/slide" Target="slides/slide30.xml"/><Relationship Id="rId36" Type="http://schemas.openxmlformats.org/officeDocument/2006/relationships/slide" Target="slides/slide29.xml"/><Relationship Id="rId39" Type="http://schemas.openxmlformats.org/officeDocument/2006/relationships/slide" Target="slides/slide32.xml"/><Relationship Id="rId38" Type="http://schemas.openxmlformats.org/officeDocument/2006/relationships/slide" Target="slides/slide31.xml"/><Relationship Id="rId62" Type="http://schemas.openxmlformats.org/officeDocument/2006/relationships/font" Target="fonts/Archivo-boldItalic.fntdata"/><Relationship Id="rId61" Type="http://schemas.openxmlformats.org/officeDocument/2006/relationships/font" Target="fonts/Archivo-italic.fntdata"/><Relationship Id="rId20" Type="http://schemas.openxmlformats.org/officeDocument/2006/relationships/slide" Target="slides/slide13.xml"/><Relationship Id="rId64" Type="http://schemas.openxmlformats.org/officeDocument/2006/relationships/font" Target="fonts/ArchivoSemiBold-regular.fntdata"/><Relationship Id="rId63" Type="http://schemas.openxmlformats.org/officeDocument/2006/relationships/font" Target="fonts/ArchivoBlack-regular.fntdata"/><Relationship Id="rId22" Type="http://schemas.openxmlformats.org/officeDocument/2006/relationships/slide" Target="slides/slide15.xml"/><Relationship Id="rId66" Type="http://schemas.openxmlformats.org/officeDocument/2006/relationships/font" Target="fonts/ArchivoSemiBold-italic.fntdata"/><Relationship Id="rId21" Type="http://schemas.openxmlformats.org/officeDocument/2006/relationships/slide" Target="slides/slide14.xml"/><Relationship Id="rId65" Type="http://schemas.openxmlformats.org/officeDocument/2006/relationships/font" Target="fonts/ArchivoSemiBold-bold.fntdata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67" Type="http://schemas.openxmlformats.org/officeDocument/2006/relationships/font" Target="fonts/ArchivoSemiBold-boldItalic.fntdata"/><Relationship Id="rId60" Type="http://schemas.openxmlformats.org/officeDocument/2006/relationships/font" Target="fonts/Archivo-bold.fntdata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29" Type="http://schemas.openxmlformats.org/officeDocument/2006/relationships/slide" Target="slides/slide22.xml"/><Relationship Id="rId51" Type="http://schemas.openxmlformats.org/officeDocument/2006/relationships/font" Target="fonts/BarlowCondensed-italic.fntdata"/><Relationship Id="rId50" Type="http://schemas.openxmlformats.org/officeDocument/2006/relationships/font" Target="fonts/BarlowCondensed-bold.fntdata"/><Relationship Id="rId53" Type="http://schemas.openxmlformats.org/officeDocument/2006/relationships/font" Target="fonts/NunitoMedium-regular.fntdata"/><Relationship Id="rId52" Type="http://schemas.openxmlformats.org/officeDocument/2006/relationships/font" Target="fonts/BarlowCondensed-boldItalic.fntdata"/><Relationship Id="rId11" Type="http://schemas.openxmlformats.org/officeDocument/2006/relationships/slide" Target="slides/slide4.xml"/><Relationship Id="rId55" Type="http://schemas.openxmlformats.org/officeDocument/2006/relationships/font" Target="fonts/NunitoMedium-italic.fntdata"/><Relationship Id="rId10" Type="http://schemas.openxmlformats.org/officeDocument/2006/relationships/slide" Target="slides/slide3.xml"/><Relationship Id="rId54" Type="http://schemas.openxmlformats.org/officeDocument/2006/relationships/font" Target="fonts/NunitoMedium-bold.fntdata"/><Relationship Id="rId13" Type="http://schemas.openxmlformats.org/officeDocument/2006/relationships/slide" Target="slides/slide6.xml"/><Relationship Id="rId57" Type="http://schemas.openxmlformats.org/officeDocument/2006/relationships/font" Target="fonts/Lexend-regular.fntdata"/><Relationship Id="rId12" Type="http://schemas.openxmlformats.org/officeDocument/2006/relationships/slide" Target="slides/slide5.xml"/><Relationship Id="rId56" Type="http://schemas.openxmlformats.org/officeDocument/2006/relationships/font" Target="fonts/NunitoMedium-boldItalic.fntdata"/><Relationship Id="rId15" Type="http://schemas.openxmlformats.org/officeDocument/2006/relationships/slide" Target="slides/slide8.xml"/><Relationship Id="rId59" Type="http://schemas.openxmlformats.org/officeDocument/2006/relationships/font" Target="fonts/Archivo-regular.fntdata"/><Relationship Id="rId14" Type="http://schemas.openxmlformats.org/officeDocument/2006/relationships/slide" Target="slides/slide7.xml"/><Relationship Id="rId58" Type="http://schemas.openxmlformats.org/officeDocument/2006/relationships/font" Target="fonts/Lexend-bold.fntdata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comments/comment1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" dt="2026-07-29T15:01:31.765">
    <p:pos x="6000" y="0"/>
    <p:text>Fecha es semanal. 
Se toma de viernes a jueves.</p:text>
  </p:cm>
</p:cmLst>
</file>

<file path=ppt/comments/comment2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2" dt="2026-07-29T15:08:55.540">
    <p:pos x="6000" y="0"/>
    <p:text>Este es el temario que se defini y s emanda por wp: 
- DG Planificación estrpategica:
&gt; Status Cercanía y M2
1) JM | Uno a uno en San Cristóbal 23/07 (pre + post)
2) JM | Uno a uno en Retiro 24/07 (pre + post)
3) JM | Primera Persona con Pareto 27/07
4) JM | Encuentro Temático Orden Público 28/07
5) Ministros | Reuniones de la semana
6) M2 | Campañas y enviados de la semana
7) M2 | Registro Civil: nuevas piezas + métricas 
&gt; Campañas destacadas
1) Egreso de cadetes (actualización: nuevo mail + video "tolerancia cero")
2) Operativo de saturación en 1-11-14
3) Desalojo 900 (estrategia; métricas en caso de que llegue el material)
4) Video de obras de salud (en caso de que llegue el material)
DG análisis y datos
1)Semana JM 
2)Análisis conversación digital Operativo 900
3)Comparativo de Recuparación de Propiedade
&gt; Otros temas
Status reunión con PC</p:text>
  </p:cm>
</p:cmLst>
</file>

<file path=ppt/comments/comment3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3" dt="2026-07-29T14:09:35.247">
    <p:pos x="466" y="123"/>
    <p:text>JM | Uno a uno en San Cristóbal 23/07 (pre)</p:text>
  </p:cm>
  <p:cm authorId="0" idx="4" dt="2026-07-29T15:18:41.767">
    <p:pos x="6000" y="0"/>
    <p:text>En este caso la reunión era para el 24/07 pero se modifico al 23/07. En el archivo seguimiento digital, lo vas a encontrar en la solapa "campaña desglose digital". Se puede encontrar 2: uno que no dice nada es la pre y la post está identificada como tal.</p:text>
  </p:cm>
</p:cmLst>
</file>

<file path=ppt/comments/comment4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5" dt="2026-07-29T14:10:05.300">
    <p:pos x="466" y="123"/>
    <p:text>2) JM | Uno a uno en Retiro 24/07 (pre)</p:text>
  </p:cm>
  <p:cm authorId="0" idx="6" dt="2026-07-29T15:20:41.236">
    <p:pos x="6000" y="0"/>
    <p:text>En este caso la reunión era para el 23/07 pero se modifico al 24/07. En el archivo seguimiento digital, lo vas a encontrar en la solapa "campaña desglose digital". Se puede encontrar 2: uno que no dice nada es la pre y la post está identificada como tal.</p:text>
  </p:cm>
</p:cmLst>
</file>

<file path=ppt/comments/comment5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7" dt="2026-07-29T15:25:37.220">
    <p:pos x="6000" y="0"/>
    <p:text>a definir en el futuro</p:text>
  </p:cm>
</p:cmLst>
</file>

<file path=ppt/comments/comment6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8" dt="2026-07-29T15:26:39.694">
    <p:pos x="6000" y="0"/>
    <p:text>JM | Encuentro Temático Orden Público 28/07: está reunión aparece como Agenda RDV Con 1 - Orden Público Eje Norte 28/7 en el archivo seguimiento digital, solapa campaña desglose digital</p:text>
  </p:cm>
</p:cmLst>
</file>

<file path=ppt/comments/comment7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9" dt="2026-07-29T14:17:08.524">
    <p:pos x="6000" y="0"/>
    <p:text>3) JM | Primera Persona con Pareto 27/07</p:text>
  </p:cm>
</p:cmLst>
</file>

<file path=ppt/comments/comment8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0" dt="2026-07-29T15:28:42.454">
    <p:pos x="6000" y="0"/>
    <p:text>JM | Primera Persona con Pareto 27/07: aparece en el archivo seguimiento digital, como RDV Agenda con 1 - Primera Persona 27/7 en la campaña desglose digital.</p:text>
  </p:cm>
  <p:cm authorId="0" idx="11" dt="2026-07-29T17:24:18.974">
    <p:pos x="6000" y="100"/>
    <p:text>directa: tipo de mail sería convocatoria. Se busca en el archivo seguimiento digital, en la solapa directa mail y se filtra con el id de cuentas, que se obtiene en la solapa de campaña desglose digital. En la solapa directa IVR se encuentra la reunión bajo el nombre:  RDV JM Primera Persona 27/04 convocatoria. Acá, el id de cuentas no coincide. En la información que aparece en la fila se encuentra la info de call center y de ivr, se debe diferenciar por las métricas. Las métrcias de ivr Incluye: Audiencia, Llamados, Atendidos, Escucha +75% y Marque 1. Las métrcias de Call center Incluye: Base total, Base llamada, Contactados y Efectivos.</p:text>
  </p:cm>
</p:cmLst>
</file>

<file path=ppt/comments/comment9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2" dt="2026-07-29T14:05:49.898">
    <p:pos x="111" y="673"/>
    <p:text>JM | Uno a uno en San Cristóbal 23/07 (POST)</p:text>
  </p:cm>
  <p:cm authorId="0" idx="13" dt="2026-07-29T14:06:09.229">
    <p:pos x="111" y="773"/>
    <p:text>JM | Uno a uno en Retiro 24/07 (post)</p:text>
  </p:cm>
  <p:cm authorId="0" idx="14" dt="2026-07-29T14:07:09.002">
    <p:pos x="111" y="873"/>
    <p:text>ESTE ESTA DE MÁS, SOLO TENEMOS 2 POST</p:text>
  </p:cm>
</p:cmLst>
</file>

<file path=ppt/comments/comment10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5" dt="2026-07-29T14:11:44.740">
    <p:pos x="466" y="102"/>
    <p:text>Ministros | Reuniones de la semana (Del 24/07 al 30/07 inclusive - Acumulado)</p:text>
  </p:cm>
</p:cmLst>
</file>

<file path=ppt/comments/comment11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6" dt="2026-07-29T15:39:25.823">
    <p:pos x="367" y="81"/>
    <p:text>6) M2 | Campañas y enviados de la semana del 24/07 al 30/07. Acá, el día del cierre que seria 30/07, tenemos campañas que llevamos y campañas que no. Lo mismo para el día 23/07, tenemos campañas que entran y otras que no.</p:text>
  </p:cm>
</p:cmLst>
</file>

<file path=ppt/comments/comment12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7" dt="2026-07-29T15:39:44.403">
    <p:pos x="6000" y="0"/>
    <p:text>A definir en el futuro</p:text>
  </p:cm>
</p:cmLst>
</file>

<file path=ppt/comments/comment13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8" dt="2026-07-29T15:40:36.550">
    <p:pos x="6000" y="0"/>
    <p:text>A definir en el futuro</p:text>
  </p:cm>
</p:cmLst>
</file>

<file path=ppt/comments/comment14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9" dt="2026-07-29T15:41:01.937">
    <p:pos x="6000" y="0"/>
    <p:text>a definir en el futuro</p:text>
  </p:cm>
</p:cmLst>
</file>

<file path=ppt/comments/comment15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20" dt="2026-07-29T15:41:17.479">
    <p:pos x="6000" y="0"/>
    <p:text>a definir en el futuro</p:text>
  </p:cm>
</p:cmLst>
</file>

<file path=ppt/comments/comment16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21" dt="2026-07-29T15:41:41.305">
    <p:pos x="6000" y="0"/>
    <p:text>a definir</p:text>
  </p:cm>
</p:cmLst>
</file>

<file path=ppt/comments/comment17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22" dt="2026-07-29T15:41:55.042">
    <p:pos x="6000" y="0"/>
    <p:text>a definir</p:text>
  </p:cm>
</p:cmLst>
</file>

<file path=ppt/comments/comment18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23" dt="2026-07-29T15:42:00.302">
    <p:pos x="6000" y="0"/>
    <p:text>a definir</p:text>
  </p:cm>
</p:cmLst>
</file>

<file path=ppt/comments/comment19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24" dt="2026-07-29T15:42:07.104">
    <p:pos x="6000" y="0"/>
    <p:text>a definir</p:text>
  </p:cm>
</p:cmLst>
</file>

<file path=ppt/comments/comment20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25" dt="2026-07-29T15:42:13.733">
    <p:pos x="6000" y="0"/>
    <p:text>a definir</p:text>
  </p:cm>
</p:cmLst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" name="Google Shape;7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" name="Google Shape;9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4" name="Google Shape;14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4" name="Google Shape;18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5:notes"/>
          <p:cNvSpPr/>
          <p:nvPr>
            <p:ph idx="2" type="sldImg"/>
          </p:nvPr>
        </p:nvSpPr>
        <p:spPr>
          <a:xfrm>
            <a:off x="381257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9" name="Google Shape;19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f5eb477766_1_164:notes"/>
          <p:cNvSpPr/>
          <p:nvPr>
            <p:ph idx="2" type="sldImg"/>
          </p:nvPr>
        </p:nvSpPr>
        <p:spPr>
          <a:xfrm>
            <a:off x="381257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4" name="Google Shape;214;g3f5eb477766_1_1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9" name="Google Shape;22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7:notes"/>
          <p:cNvSpPr/>
          <p:nvPr>
            <p:ph idx="2" type="sldImg"/>
          </p:nvPr>
        </p:nvSpPr>
        <p:spPr>
          <a:xfrm>
            <a:off x="381257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4" name="Google Shape;24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8:notes"/>
          <p:cNvSpPr/>
          <p:nvPr>
            <p:ph idx="2" type="sldImg"/>
          </p:nvPr>
        </p:nvSpPr>
        <p:spPr>
          <a:xfrm>
            <a:off x="381257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8" name="Google Shape;25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s" sz="1200" u="sng">
                <a:latin typeface="Archivo"/>
                <a:ea typeface="Archivo"/>
                <a:cs typeface="Archivo"/>
                <a:sym typeface="Archivo"/>
              </a:rPr>
              <a:t>ANTECEDENTES</a:t>
            </a:r>
            <a:endParaRPr b="1" sz="1200" u="sng">
              <a:latin typeface="Archivo"/>
              <a:ea typeface="Archivo"/>
              <a:cs typeface="Archivo"/>
              <a:sym typeface="Archivo"/>
            </a:endParaRPr>
          </a:p>
          <a:p>
            <a:pPr indent="-3048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-"/>
            </a:pPr>
            <a:r>
              <a:rPr lang="es" sz="1200">
                <a:latin typeface="Archivo"/>
                <a:ea typeface="Archivo"/>
                <a:cs typeface="Archivo"/>
                <a:sym typeface="Archivo"/>
              </a:rPr>
              <a:t>Temática sobre Seguridad en </a:t>
            </a:r>
            <a:r>
              <a:rPr b="1" lang="es" sz="1200">
                <a:latin typeface="Archivo"/>
                <a:ea typeface="Archivo"/>
                <a:cs typeface="Archivo"/>
                <a:sym typeface="Archivo"/>
              </a:rPr>
              <a:t>Eje Oeste</a:t>
            </a:r>
            <a:r>
              <a:rPr lang="es" sz="1200">
                <a:latin typeface="Archivo"/>
                <a:ea typeface="Archivo"/>
                <a:cs typeface="Archivo"/>
                <a:sym typeface="Archivo"/>
              </a:rPr>
              <a:t> el 14/03 </a:t>
            </a:r>
            <a:r>
              <a:rPr i="1" lang="es" sz="1200">
                <a:latin typeface="Archivo"/>
                <a:ea typeface="Archivo"/>
                <a:cs typeface="Archivo"/>
                <a:sym typeface="Archivo"/>
              </a:rPr>
              <a:t>(misma audiencia)</a:t>
            </a:r>
            <a:r>
              <a:rPr lang="es" sz="1200">
                <a:latin typeface="Archivo"/>
                <a:ea typeface="Archivo"/>
                <a:cs typeface="Archivo"/>
                <a:sym typeface="Archivo"/>
              </a:rPr>
              <a:t>: 521 inscriptos y 144 asistentes (28% de asistencia). </a:t>
            </a:r>
            <a:endParaRPr sz="1200">
              <a:latin typeface="Archivo"/>
              <a:ea typeface="Archivo"/>
              <a:cs typeface="Archivo"/>
              <a:sym typeface="Archivo"/>
            </a:endParaRPr>
          </a:p>
          <a:p>
            <a:pPr indent="-3048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-"/>
            </a:pPr>
            <a:r>
              <a:rPr lang="es" sz="1200">
                <a:latin typeface="Archivo"/>
                <a:ea typeface="Archivo"/>
                <a:cs typeface="Archivo"/>
                <a:sym typeface="Archivo"/>
              </a:rPr>
              <a:t>Temática sobre </a:t>
            </a:r>
            <a:r>
              <a:rPr b="1" lang="es" sz="1200">
                <a:latin typeface="Archivo"/>
                <a:ea typeface="Archivo"/>
                <a:cs typeface="Archivo"/>
                <a:sym typeface="Archivo"/>
              </a:rPr>
              <a:t>Movilidad</a:t>
            </a:r>
            <a:r>
              <a:rPr lang="es" sz="1200">
                <a:latin typeface="Archivo"/>
                <a:ea typeface="Archivo"/>
                <a:cs typeface="Archivo"/>
                <a:sym typeface="Archivo"/>
              </a:rPr>
              <a:t> en Eje Sur el 26/03 </a:t>
            </a:r>
            <a:r>
              <a:rPr i="1" lang="es" sz="1200">
                <a:latin typeface="Archivo"/>
                <a:ea typeface="Archivo"/>
                <a:cs typeface="Archivo"/>
                <a:sym typeface="Archivo"/>
              </a:rPr>
              <a:t>(misma temática)</a:t>
            </a:r>
            <a:r>
              <a:rPr lang="es" sz="1200">
                <a:latin typeface="Archivo"/>
                <a:ea typeface="Archivo"/>
                <a:cs typeface="Archivo"/>
                <a:sym typeface="Archivo"/>
              </a:rPr>
              <a:t>: 698 inscriptos y 200 asistentes (29%). Esta vez hubo más inscriptos pero menor asistencia.</a:t>
            </a:r>
            <a:endParaRPr sz="1200">
              <a:latin typeface="Archivo"/>
              <a:ea typeface="Archivo"/>
              <a:cs typeface="Archivo"/>
              <a:sym typeface="Archivo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g3f5eb477766_1_2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3" name="Google Shape;423;g3f5eb477766_1_2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g3f5eb477766_1_221:notes"/>
          <p:cNvSpPr/>
          <p:nvPr>
            <p:ph idx="2" type="sldImg"/>
          </p:nvPr>
        </p:nvSpPr>
        <p:spPr>
          <a:xfrm>
            <a:off x="381257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8" name="Google Shape;438;g3f5eb477766_1_2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g3f5eb477766_1_234:notes"/>
          <p:cNvSpPr/>
          <p:nvPr>
            <p:ph idx="2" type="sldImg"/>
          </p:nvPr>
        </p:nvSpPr>
        <p:spPr>
          <a:xfrm>
            <a:off x="381257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2" name="Google Shape;452;g3f5eb477766_1_2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Archivo"/>
              <a:ea typeface="Archivo"/>
              <a:cs typeface="Archivo"/>
              <a:sym typeface="Archivo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6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8" name="Google Shape;61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Google Shape;632;g3f5eb477766_1_178:notes"/>
          <p:cNvSpPr/>
          <p:nvPr>
            <p:ph idx="2" type="sldImg"/>
          </p:nvPr>
        </p:nvSpPr>
        <p:spPr>
          <a:xfrm>
            <a:off x="381257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3" name="Google Shape;633;g3f5eb477766_1_1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2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p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4" name="Google Shape;644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7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Google Shape;658;p12:notes"/>
          <p:cNvSpPr/>
          <p:nvPr>
            <p:ph idx="2" type="sldImg"/>
          </p:nvPr>
        </p:nvSpPr>
        <p:spPr>
          <a:xfrm>
            <a:off x="381257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9" name="Google Shape;659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7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" name="Google Shape;698;p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9" name="Google Shape;699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2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Google Shape;713;p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4" name="Google Shape;714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3" name="Shape 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Google Shape;744;p15:notes"/>
          <p:cNvSpPr/>
          <p:nvPr>
            <p:ph idx="2" type="sldImg"/>
          </p:nvPr>
        </p:nvSpPr>
        <p:spPr>
          <a:xfrm>
            <a:off x="381257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5" name="Google Shape;745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6" name="Shape 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p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8" name="Google Shape;758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6" name="Shape 7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7" name="Google Shape;767;p17:notes"/>
          <p:cNvSpPr/>
          <p:nvPr>
            <p:ph idx="2" type="sldImg"/>
          </p:nvPr>
        </p:nvSpPr>
        <p:spPr>
          <a:xfrm>
            <a:off x="381257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8" name="Google Shape;768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3" name="Shape 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4" name="Google Shape;784;p18:notes"/>
          <p:cNvSpPr/>
          <p:nvPr>
            <p:ph idx="2" type="sldImg"/>
          </p:nvPr>
        </p:nvSpPr>
        <p:spPr>
          <a:xfrm>
            <a:off x="381257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5" name="Google Shape;785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4" name="Shape 8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5" name="Google Shape;845;p19:notes"/>
          <p:cNvSpPr/>
          <p:nvPr>
            <p:ph idx="2" type="sldImg"/>
          </p:nvPr>
        </p:nvSpPr>
        <p:spPr>
          <a:xfrm>
            <a:off x="381257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6" name="Google Shape;846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2" name="Shape 8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3" name="Google Shape;863;p20:notes"/>
          <p:cNvSpPr/>
          <p:nvPr>
            <p:ph idx="2" type="sldImg"/>
          </p:nvPr>
        </p:nvSpPr>
        <p:spPr>
          <a:xfrm>
            <a:off x="381257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4" name="Google Shape;864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3" name="Shape 9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4" name="Google Shape;934;p21:notes"/>
          <p:cNvSpPr/>
          <p:nvPr>
            <p:ph idx="2" type="sldImg"/>
          </p:nvPr>
        </p:nvSpPr>
        <p:spPr>
          <a:xfrm>
            <a:off x="381257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35" name="Google Shape;935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9" name="Shape 9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0" name="Google Shape;950;p22:notes"/>
          <p:cNvSpPr/>
          <p:nvPr>
            <p:ph idx="2" type="sldImg"/>
          </p:nvPr>
        </p:nvSpPr>
        <p:spPr>
          <a:xfrm>
            <a:off x="381257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51" name="Google Shape;951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3" name="Shape 9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4" name="Google Shape;964;p23:notes"/>
          <p:cNvSpPr/>
          <p:nvPr>
            <p:ph idx="2" type="sldImg"/>
          </p:nvPr>
        </p:nvSpPr>
        <p:spPr>
          <a:xfrm>
            <a:off x="381257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5" name="Google Shape;965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1" name="Shape 9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2" name="Google Shape;982;p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3" name="Google Shape;983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2" name="Shape 10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" name="Google Shape;1003;p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4" name="Google Shape;1004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9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just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9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Los días posteriores hubo cuatro temas principales: coparticipación, htal clínicas, uber y operativos de vendedores ambulantes. Hubo uno que fue un reflote de algo que pasó a principios de abril con una discapacitada y otra (actual) que fue por la del hospital durand</a:t>
            </a:r>
            <a:endParaRPr sz="9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9" name="Shape 10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0" name="Google Shape;1060;p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61" name="Google Shape;1061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8" name="Shape 10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9" name="Google Shape;1089;p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90" name="Google Shape;1090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0" name="Shape 1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1" name="Google Shape;1111;p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12" name="Google Shape;1112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3" name="Shape 1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4" name="Google Shape;1154;p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55" name="Google Shape;1155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3" name="Google Shape;13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6" name="Google Shape;16;p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7" name="Google Shape;1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2-TITULAR">
  <p:cSld name="CUSTOM_4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/>
          <p:nvPr/>
        </p:nvSpPr>
        <p:spPr>
          <a:xfrm>
            <a:off x="8206759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561BAA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0" name="Google Shape;20;p5"/>
          <p:cNvGrpSpPr/>
          <p:nvPr/>
        </p:nvGrpSpPr>
        <p:grpSpPr>
          <a:xfrm flipH="1" rot="5400000">
            <a:off x="-2525101" y="2525074"/>
            <a:ext cx="5143531" cy="93320"/>
            <a:chOff x="1" y="3602363"/>
            <a:chExt cx="9144055" cy="96326"/>
          </a:xfrm>
        </p:grpSpPr>
        <p:sp>
          <p:nvSpPr>
            <p:cNvPr id="21" name="Google Shape;21;p5"/>
            <p:cNvSpPr/>
            <p:nvPr/>
          </p:nvSpPr>
          <p:spPr>
            <a:xfrm>
              <a:off x="7448756" y="3602363"/>
              <a:ext cx="1695300" cy="96300"/>
            </a:xfrm>
            <a:prstGeom prst="round2SameRect">
              <a:avLst>
                <a:gd fmla="val 50000" name="adj1"/>
                <a:gd fmla="val 0" name="adj2"/>
              </a:avLst>
            </a:prstGeom>
            <a:solidFill>
              <a:srgbClr val="13344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" name="Google Shape;22;p5"/>
            <p:cNvSpPr/>
            <p:nvPr/>
          </p:nvSpPr>
          <p:spPr>
            <a:xfrm>
              <a:off x="358045" y="3602363"/>
              <a:ext cx="8143500" cy="96300"/>
            </a:xfrm>
            <a:prstGeom prst="round2SameRect">
              <a:avLst>
                <a:gd fmla="val 50000" name="adj1"/>
                <a:gd fmla="val 0" name="adj2"/>
              </a:avLst>
            </a:prstGeom>
            <a:solidFill>
              <a:srgbClr val="8DE2D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" name="Google Shape;23;p5"/>
            <p:cNvSpPr/>
            <p:nvPr/>
          </p:nvSpPr>
          <p:spPr>
            <a:xfrm>
              <a:off x="1" y="3602389"/>
              <a:ext cx="7749900" cy="96300"/>
            </a:xfrm>
            <a:prstGeom prst="round2SameRect">
              <a:avLst>
                <a:gd fmla="val 50000" name="adj1"/>
                <a:gd fmla="val 0" name="adj2"/>
              </a:avLst>
            </a:prstGeom>
            <a:solidFill>
              <a:srgbClr val="FFCC0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4" name="Google Shape;24;p5"/>
          <p:cNvGrpSpPr/>
          <p:nvPr/>
        </p:nvGrpSpPr>
        <p:grpSpPr>
          <a:xfrm>
            <a:off x="4467627" y="4939200"/>
            <a:ext cx="208746" cy="39600"/>
            <a:chOff x="4427021" y="4962625"/>
            <a:chExt cx="208746" cy="39600"/>
          </a:xfrm>
        </p:grpSpPr>
        <p:sp>
          <p:nvSpPr>
            <p:cNvPr id="25" name="Google Shape;25;p5"/>
            <p:cNvSpPr/>
            <p:nvPr/>
          </p:nvSpPr>
          <p:spPr>
            <a:xfrm>
              <a:off x="4427021" y="4962625"/>
              <a:ext cx="40800" cy="39600"/>
            </a:xfrm>
            <a:prstGeom prst="ellipse">
              <a:avLst/>
            </a:prstGeom>
            <a:solidFill>
              <a:srgbClr val="FFCC0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" name="Google Shape;26;p5"/>
            <p:cNvSpPr/>
            <p:nvPr/>
          </p:nvSpPr>
          <p:spPr>
            <a:xfrm rot="10800000">
              <a:off x="4594967" y="4962625"/>
              <a:ext cx="40800" cy="39600"/>
            </a:xfrm>
            <a:prstGeom prst="ellipse">
              <a:avLst/>
            </a:prstGeom>
            <a:solidFill>
              <a:srgbClr val="13344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" name="Google Shape;27;p5"/>
            <p:cNvSpPr/>
            <p:nvPr/>
          </p:nvSpPr>
          <p:spPr>
            <a:xfrm rot="10800000">
              <a:off x="4510994" y="4962625"/>
              <a:ext cx="40800" cy="39600"/>
            </a:xfrm>
            <a:prstGeom prst="ellipse">
              <a:avLst/>
            </a:prstGeom>
            <a:solidFill>
              <a:srgbClr val="88DED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con título 21 1">
  <p:cSld name="TITLE_21_1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/>
          <p:nvPr/>
        </p:nvSpPr>
        <p:spPr>
          <a:xfrm>
            <a:off x="4111425" y="0"/>
            <a:ext cx="5032800" cy="473100"/>
          </a:xfrm>
          <a:prstGeom prst="rect">
            <a:avLst/>
          </a:prstGeom>
          <a:solidFill>
            <a:srgbClr val="8DE2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6"/>
          <p:cNvSpPr/>
          <p:nvPr/>
        </p:nvSpPr>
        <p:spPr>
          <a:xfrm>
            <a:off x="0" y="5086350"/>
            <a:ext cx="9144000" cy="57000"/>
          </a:xfrm>
          <a:prstGeom prst="rect">
            <a:avLst/>
          </a:prstGeom>
          <a:solidFill>
            <a:srgbClr val="1235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6"/>
          <p:cNvSpPr/>
          <p:nvPr/>
        </p:nvSpPr>
        <p:spPr>
          <a:xfrm>
            <a:off x="8483900" y="4618925"/>
            <a:ext cx="302100" cy="302100"/>
          </a:xfrm>
          <a:prstGeom prst="roundRect">
            <a:avLst>
              <a:gd fmla="val 16667" name="adj"/>
            </a:avLst>
          </a:prstGeom>
          <a:solidFill>
            <a:srgbClr val="12354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b="1" i="0" lang="es" sz="800" u="none" cap="none" strike="noStrike">
                <a:solidFill>
                  <a:srgbClr val="FFFFFF"/>
                </a:solidFill>
                <a:latin typeface="Archivo"/>
                <a:ea typeface="Archivo"/>
                <a:cs typeface="Archivo"/>
                <a:sym typeface="Archivo"/>
              </a:rPr>
              <a:t>‹#›</a:t>
            </a:fld>
            <a:endParaRPr b="0" i="0" sz="1400" u="none" cap="none" strike="noStrike">
              <a:solidFill>
                <a:srgbClr val="FFFFFF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32" name="Google Shape;32;p6"/>
          <p:cNvSpPr txBox="1"/>
          <p:nvPr/>
        </p:nvSpPr>
        <p:spPr>
          <a:xfrm>
            <a:off x="7084753" y="159600"/>
            <a:ext cx="18921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s" sz="1000" u="none" cap="none" strike="noStrike">
                <a:solidFill>
                  <a:srgbClr val="123546"/>
                </a:solidFill>
                <a:latin typeface="Archivo"/>
                <a:ea typeface="Archivo"/>
                <a:cs typeface="Archivo"/>
                <a:sym typeface="Archivo"/>
              </a:rPr>
              <a:t>Seguimiento </a:t>
            </a:r>
            <a:r>
              <a:rPr b="0" i="0" lang="es" sz="1000" u="none" cap="none" strike="noStrike">
                <a:solidFill>
                  <a:srgbClr val="123546"/>
                </a:solidFill>
                <a:latin typeface="Archivo"/>
                <a:ea typeface="Archivo"/>
                <a:cs typeface="Archivo"/>
                <a:sym typeface="Archivo"/>
              </a:rPr>
              <a:t>Mayo 2026</a:t>
            </a:r>
            <a:endParaRPr b="0" i="0" sz="1000" u="none" cap="none" strike="noStrike">
              <a:solidFill>
                <a:srgbClr val="12354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6"/>
          <p:cNvSpPr/>
          <p:nvPr/>
        </p:nvSpPr>
        <p:spPr>
          <a:xfrm flipH="1" rot="10800000">
            <a:off x="0" y="0"/>
            <a:ext cx="6860400" cy="594300"/>
          </a:xfrm>
          <a:prstGeom prst="round1Rect">
            <a:avLst>
              <a:gd fmla="val 32479" name="adj"/>
            </a:avLst>
          </a:prstGeom>
          <a:solidFill>
            <a:srgbClr val="1235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TITLE_ONLY_1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con título 21 1 1">
  <p:cSld name="Diapositiva con título 21 1 (g3e24228a32e_19_0)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" name="Google Shape;38;p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9" name="Google Shape;39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3" name="Google Shape;43;p10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4" name="Google Shape;4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0" name="Google Shape;50;p12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1" name="Google Shape;51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3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54" name="Google Shape;54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4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14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58" name="Google Shape;58;p14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9" name="Google Shape;59;p14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0" name="Google Shape;60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5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63" name="Google Shape;63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6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66" name="Google Shape;66;p16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7" name="Google Shape;67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cuerpo 2 1">
  <p:cSld name="TITLE_AND_BODY_2_1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7"/>
          <p:cNvSpPr/>
          <p:nvPr/>
        </p:nvSpPr>
        <p:spPr>
          <a:xfrm>
            <a:off x="4111425" y="0"/>
            <a:ext cx="5032800" cy="473100"/>
          </a:xfrm>
          <a:prstGeom prst="rect">
            <a:avLst/>
          </a:prstGeom>
          <a:solidFill>
            <a:srgbClr val="8DE2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7"/>
          <p:cNvSpPr/>
          <p:nvPr/>
        </p:nvSpPr>
        <p:spPr>
          <a:xfrm>
            <a:off x="0" y="5086350"/>
            <a:ext cx="9144000" cy="57000"/>
          </a:xfrm>
          <a:prstGeom prst="rect">
            <a:avLst/>
          </a:prstGeom>
          <a:solidFill>
            <a:srgbClr val="1235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17"/>
          <p:cNvSpPr/>
          <p:nvPr/>
        </p:nvSpPr>
        <p:spPr>
          <a:xfrm flipH="1" rot="10800000">
            <a:off x="0" y="0"/>
            <a:ext cx="6715800" cy="594300"/>
          </a:xfrm>
          <a:prstGeom prst="round1Rect">
            <a:avLst>
              <a:gd fmla="val 32479" name="adj"/>
            </a:avLst>
          </a:prstGeom>
          <a:solidFill>
            <a:srgbClr val="1235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17"/>
          <p:cNvSpPr txBox="1"/>
          <p:nvPr/>
        </p:nvSpPr>
        <p:spPr>
          <a:xfrm>
            <a:off x="7084753" y="159600"/>
            <a:ext cx="18921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s" sz="1000" u="none" cap="none" strike="noStrike">
                <a:solidFill>
                  <a:srgbClr val="123546"/>
                </a:solidFill>
                <a:latin typeface="Archivo"/>
                <a:ea typeface="Archivo"/>
                <a:cs typeface="Archivo"/>
                <a:sym typeface="Archivo"/>
              </a:rPr>
              <a:t>Seguimiento </a:t>
            </a:r>
            <a:r>
              <a:rPr b="0" i="0" lang="es" sz="1000" u="none" cap="none" strike="noStrike">
                <a:solidFill>
                  <a:srgbClr val="123546"/>
                </a:solidFill>
                <a:latin typeface="Archivo"/>
                <a:ea typeface="Archivo"/>
                <a:cs typeface="Archivo"/>
                <a:sym typeface="Archivo"/>
              </a:rPr>
              <a:t>- Noviembre 2025</a:t>
            </a:r>
            <a:endParaRPr b="0" i="0" sz="1000" u="none" cap="none" strike="noStrike">
              <a:solidFill>
                <a:srgbClr val="12354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theme" Target="../theme/theme1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comments" Target="../comments/comment1.xml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comments" Target="../comments/comment2.xml"/><Relationship Id="rId4" Type="http://schemas.openxmlformats.org/officeDocument/2006/relationships/image" Target="../media/image4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9.png"/><Relationship Id="rId4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Relationship Id="rId3" Type="http://schemas.openxmlformats.org/officeDocument/2006/relationships/comments" Target="../comments/comment3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comments" Target="../comments/comment4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Relationship Id="rId3" Type="http://schemas.openxmlformats.org/officeDocument/2006/relationships/comments" Target="../comments/comment5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Relationship Id="rId3" Type="http://schemas.openxmlformats.org/officeDocument/2006/relationships/comments" Target="../comments/comment6.xml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comments" Target="../comments/comment7.xml"/><Relationship Id="rId4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Relationship Id="rId3" Type="http://schemas.openxmlformats.org/officeDocument/2006/relationships/comments" Target="../comments/comment8.xml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Relationship Id="rId3" Type="http://schemas.openxmlformats.org/officeDocument/2006/relationships/comments" Target="../comments/comment9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Relationship Id="rId3" Type="http://schemas.openxmlformats.org/officeDocument/2006/relationships/comments" Target="../comments/comment10.xml"/><Relationship Id="rId4" Type="http://schemas.openxmlformats.org/officeDocument/2006/relationships/image" Target="../media/image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8.xml"/><Relationship Id="rId3" Type="http://schemas.openxmlformats.org/officeDocument/2006/relationships/comments" Target="../comments/comment11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Relationship Id="rId3" Type="http://schemas.openxmlformats.org/officeDocument/2006/relationships/comments" Target="../comments/comment12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Relationship Id="rId3" Type="http://schemas.openxmlformats.org/officeDocument/2006/relationships/comments" Target="../comments/comment13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Relationship Id="rId3" Type="http://schemas.openxmlformats.org/officeDocument/2006/relationships/comments" Target="../comments/comment14.xml"/><Relationship Id="rId4" Type="http://schemas.openxmlformats.org/officeDocument/2006/relationships/image" Target="../media/image10.png"/><Relationship Id="rId5" Type="http://schemas.openxmlformats.org/officeDocument/2006/relationships/image" Target="../media/image13.png"/><Relationship Id="rId6" Type="http://schemas.openxmlformats.org/officeDocument/2006/relationships/image" Target="../media/image15.png"/><Relationship Id="rId7" Type="http://schemas.openxmlformats.org/officeDocument/2006/relationships/image" Target="../media/image21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Relationship Id="rId3" Type="http://schemas.openxmlformats.org/officeDocument/2006/relationships/comments" Target="../comments/comment15.xml"/><Relationship Id="rId4" Type="http://schemas.openxmlformats.org/officeDocument/2006/relationships/image" Target="../media/image12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0.png"/><Relationship Id="rId4" Type="http://schemas.openxmlformats.org/officeDocument/2006/relationships/image" Target="../media/image13.png"/><Relationship Id="rId5" Type="http://schemas.openxmlformats.org/officeDocument/2006/relationships/image" Target="../media/image20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7.xml"/><Relationship Id="rId3" Type="http://schemas.openxmlformats.org/officeDocument/2006/relationships/comments" Target="../comments/comment16.xml"/><Relationship Id="rId4" Type="http://schemas.openxmlformats.org/officeDocument/2006/relationships/image" Target="../media/image11.png"/><Relationship Id="rId5" Type="http://schemas.openxmlformats.org/officeDocument/2006/relationships/image" Target="../media/image14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6.png"/><Relationship Id="rId4" Type="http://schemas.openxmlformats.org/officeDocument/2006/relationships/image" Target="../media/image6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Relationship Id="rId3" Type="http://schemas.openxmlformats.org/officeDocument/2006/relationships/comments" Target="../comments/comment17.xml"/><Relationship Id="rId4" Type="http://schemas.openxmlformats.org/officeDocument/2006/relationships/image" Target="../media/image17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0.xml"/><Relationship Id="rId3" Type="http://schemas.openxmlformats.org/officeDocument/2006/relationships/comments" Target="../comments/comment18.xml"/><Relationship Id="rId4" Type="http://schemas.openxmlformats.org/officeDocument/2006/relationships/image" Target="../media/image16.png"/><Relationship Id="rId9" Type="http://schemas.openxmlformats.org/officeDocument/2006/relationships/image" Target="../media/image25.png"/><Relationship Id="rId5" Type="http://schemas.openxmlformats.org/officeDocument/2006/relationships/image" Target="../media/image18.png"/><Relationship Id="rId6" Type="http://schemas.openxmlformats.org/officeDocument/2006/relationships/image" Target="../media/image22.png"/><Relationship Id="rId7" Type="http://schemas.openxmlformats.org/officeDocument/2006/relationships/image" Target="../media/image24.png"/><Relationship Id="rId8" Type="http://schemas.openxmlformats.org/officeDocument/2006/relationships/image" Target="../media/image23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1.xml"/><Relationship Id="rId3" Type="http://schemas.openxmlformats.org/officeDocument/2006/relationships/comments" Target="../comments/comment19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2.xml"/><Relationship Id="rId3" Type="http://schemas.openxmlformats.org/officeDocument/2006/relationships/comments" Target="../comments/comment20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Google Shape;77;p18" title="WhatsApp Image 2025-06-04 at 14.31.19.png"/>
          <p:cNvPicPr preferRelativeResize="0"/>
          <p:nvPr/>
        </p:nvPicPr>
        <p:blipFill rotWithShape="1">
          <a:blip r:embed="rId4">
            <a:alphaModFix/>
          </a:blip>
          <a:srcRect b="20468" l="0" r="8767" t="28248"/>
          <a:stretch/>
        </p:blipFill>
        <p:spPr>
          <a:xfrm>
            <a:off x="-50" y="0"/>
            <a:ext cx="914404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8"/>
          <p:cNvSpPr/>
          <p:nvPr/>
        </p:nvSpPr>
        <p:spPr>
          <a:xfrm>
            <a:off x="0" y="0"/>
            <a:ext cx="7995300" cy="5143500"/>
          </a:xfrm>
          <a:prstGeom prst="rect">
            <a:avLst/>
          </a:prstGeom>
          <a:gradFill>
            <a:gsLst>
              <a:gs pos="0">
                <a:srgbClr val="123546"/>
              </a:gs>
              <a:gs pos="100000">
                <a:srgbClr val="123546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18"/>
          <p:cNvSpPr txBox="1"/>
          <p:nvPr/>
        </p:nvSpPr>
        <p:spPr>
          <a:xfrm>
            <a:off x="496125" y="1743050"/>
            <a:ext cx="66081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s" sz="6200" u="none" cap="none" strike="noStrike">
                <a:solidFill>
                  <a:srgbClr val="8FE1D5"/>
                </a:solidFill>
                <a:latin typeface="Archivo"/>
                <a:ea typeface="Archivo"/>
                <a:cs typeface="Archivo"/>
                <a:sym typeface="Archivo"/>
              </a:rPr>
              <a:t>Seguimiento</a:t>
            </a:r>
            <a:endParaRPr b="1" i="0" sz="6200" u="none" cap="none" strike="noStrike">
              <a:solidFill>
                <a:srgbClr val="8FE1D5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80" name="Google Shape;80;p18"/>
          <p:cNvSpPr txBox="1"/>
          <p:nvPr/>
        </p:nvSpPr>
        <p:spPr>
          <a:xfrm>
            <a:off x="496125" y="1099113"/>
            <a:ext cx="3000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s" sz="2100" u="none" cap="none" strike="noStrike">
                <a:solidFill>
                  <a:srgbClr val="FFFFFF"/>
                </a:solidFill>
                <a:latin typeface="Archivo"/>
                <a:ea typeface="Archivo"/>
                <a:cs typeface="Archivo"/>
                <a:sym typeface="Archivo"/>
              </a:rPr>
              <a:t>{{fecha_dia}} de {{fecha_mes}}</a:t>
            </a:r>
            <a:endParaRPr b="1" i="0" sz="2100" u="none" cap="none" strike="noStrike">
              <a:solidFill>
                <a:srgbClr val="FFFFFF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grpSp>
        <p:nvGrpSpPr>
          <p:cNvPr id="81" name="Google Shape;81;p18"/>
          <p:cNvGrpSpPr/>
          <p:nvPr/>
        </p:nvGrpSpPr>
        <p:grpSpPr>
          <a:xfrm>
            <a:off x="550337" y="355528"/>
            <a:ext cx="434493" cy="434527"/>
            <a:chOff x="626500" y="411925"/>
            <a:chExt cx="334200" cy="334200"/>
          </a:xfrm>
        </p:grpSpPr>
        <p:cxnSp>
          <p:nvCxnSpPr>
            <p:cNvPr id="82" name="Google Shape;82;p18"/>
            <p:cNvCxnSpPr/>
            <p:nvPr/>
          </p:nvCxnSpPr>
          <p:spPr>
            <a:xfrm>
              <a:off x="667250" y="453325"/>
              <a:ext cx="292800" cy="292800"/>
            </a:xfrm>
            <a:prstGeom prst="straightConnector1">
              <a:avLst/>
            </a:prstGeom>
            <a:noFill/>
            <a:ln cap="flat" cmpd="sng" w="19050">
              <a:solidFill>
                <a:srgbClr val="8DE2D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3" name="Google Shape;83;p18"/>
            <p:cNvCxnSpPr/>
            <p:nvPr/>
          </p:nvCxnSpPr>
          <p:spPr>
            <a:xfrm>
              <a:off x="626500" y="746125"/>
              <a:ext cx="334200" cy="0"/>
            </a:xfrm>
            <a:prstGeom prst="straightConnector1">
              <a:avLst/>
            </a:prstGeom>
            <a:noFill/>
            <a:ln cap="flat" cmpd="sng" w="19050">
              <a:solidFill>
                <a:srgbClr val="8DE2D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4" name="Google Shape;84;p18"/>
            <p:cNvCxnSpPr/>
            <p:nvPr/>
          </p:nvCxnSpPr>
          <p:spPr>
            <a:xfrm rot="-5400000">
              <a:off x="793600" y="579025"/>
              <a:ext cx="334200" cy="0"/>
            </a:xfrm>
            <a:prstGeom prst="straightConnector1">
              <a:avLst/>
            </a:prstGeom>
            <a:noFill/>
            <a:ln cap="flat" cmpd="sng" w="19050">
              <a:solidFill>
                <a:srgbClr val="8DE2D6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85" name="Google Shape;85;p18"/>
          <p:cNvGrpSpPr/>
          <p:nvPr/>
        </p:nvGrpSpPr>
        <p:grpSpPr>
          <a:xfrm>
            <a:off x="-7" y="5049979"/>
            <a:ext cx="9144055" cy="93320"/>
            <a:chOff x="1" y="3602363"/>
            <a:chExt cx="9144055" cy="96326"/>
          </a:xfrm>
        </p:grpSpPr>
        <p:sp>
          <p:nvSpPr>
            <p:cNvPr id="86" name="Google Shape;86;p18"/>
            <p:cNvSpPr/>
            <p:nvPr/>
          </p:nvSpPr>
          <p:spPr>
            <a:xfrm>
              <a:off x="7448756" y="3602363"/>
              <a:ext cx="1695300" cy="96300"/>
            </a:xfrm>
            <a:prstGeom prst="round2SameRect">
              <a:avLst>
                <a:gd fmla="val 50000" name="adj1"/>
                <a:gd fmla="val 0" name="adj2"/>
              </a:avLst>
            </a:prstGeom>
            <a:solidFill>
              <a:srgbClr val="13344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" name="Google Shape;87;p18"/>
            <p:cNvSpPr/>
            <p:nvPr/>
          </p:nvSpPr>
          <p:spPr>
            <a:xfrm>
              <a:off x="358045" y="3602363"/>
              <a:ext cx="8143500" cy="96300"/>
            </a:xfrm>
            <a:prstGeom prst="round2SameRect">
              <a:avLst>
                <a:gd fmla="val 50000" name="adj1"/>
                <a:gd fmla="val 0" name="adj2"/>
              </a:avLst>
            </a:prstGeom>
            <a:solidFill>
              <a:srgbClr val="8DE2D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" name="Google Shape;88;p18"/>
            <p:cNvSpPr/>
            <p:nvPr/>
          </p:nvSpPr>
          <p:spPr>
            <a:xfrm>
              <a:off x="1" y="3602389"/>
              <a:ext cx="7749900" cy="96300"/>
            </a:xfrm>
            <a:prstGeom prst="round2SameRect">
              <a:avLst>
                <a:gd fmla="val 50000" name="adj1"/>
                <a:gd fmla="val 0" name="adj2"/>
              </a:avLst>
            </a:prstGeom>
            <a:solidFill>
              <a:srgbClr val="FFCC0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9" name="Google Shape;89;p18"/>
          <p:cNvGrpSpPr/>
          <p:nvPr/>
        </p:nvGrpSpPr>
        <p:grpSpPr>
          <a:xfrm>
            <a:off x="1659898" y="4343009"/>
            <a:ext cx="779447" cy="196613"/>
            <a:chOff x="4866049" y="2172425"/>
            <a:chExt cx="3444309" cy="868816"/>
          </a:xfrm>
        </p:grpSpPr>
        <p:sp>
          <p:nvSpPr>
            <p:cNvPr id="90" name="Google Shape;90;p18"/>
            <p:cNvSpPr/>
            <p:nvPr/>
          </p:nvSpPr>
          <p:spPr>
            <a:xfrm>
              <a:off x="4866049" y="2172425"/>
              <a:ext cx="767027" cy="868660"/>
            </a:xfrm>
            <a:custGeom>
              <a:rect b="b" l="l" r="r" t="t"/>
              <a:pathLst>
                <a:path extrusionOk="0" h="1194034" w="1054333">
                  <a:moveTo>
                    <a:pt x="1001281" y="658439"/>
                  </a:moveTo>
                  <a:cubicBezTo>
                    <a:pt x="986024" y="615146"/>
                    <a:pt x="961412" y="579320"/>
                    <a:pt x="927012" y="550530"/>
                  </a:cubicBezTo>
                  <a:cubicBezTo>
                    <a:pt x="892900" y="521524"/>
                    <a:pt x="851591" y="497473"/>
                    <a:pt x="803589" y="478518"/>
                  </a:cubicBezTo>
                  <a:cubicBezTo>
                    <a:pt x="755587" y="459277"/>
                    <a:pt x="702116" y="444487"/>
                    <a:pt x="643391" y="433431"/>
                  </a:cubicBezTo>
                  <a:cubicBezTo>
                    <a:pt x="630437" y="431349"/>
                    <a:pt x="614604" y="428405"/>
                    <a:pt x="596037" y="424456"/>
                  </a:cubicBezTo>
                  <a:cubicBezTo>
                    <a:pt x="577398" y="420795"/>
                    <a:pt x="558758" y="415482"/>
                    <a:pt x="540479" y="408877"/>
                  </a:cubicBezTo>
                  <a:cubicBezTo>
                    <a:pt x="522775" y="402487"/>
                    <a:pt x="508238" y="394877"/>
                    <a:pt x="496795" y="386046"/>
                  </a:cubicBezTo>
                  <a:cubicBezTo>
                    <a:pt x="485856" y="377574"/>
                    <a:pt x="479379" y="363717"/>
                    <a:pt x="481034" y="350004"/>
                  </a:cubicBezTo>
                  <a:cubicBezTo>
                    <a:pt x="482690" y="336291"/>
                    <a:pt x="489094" y="324732"/>
                    <a:pt x="499818" y="316547"/>
                  </a:cubicBezTo>
                  <a:cubicBezTo>
                    <a:pt x="510541" y="308363"/>
                    <a:pt x="525006" y="302332"/>
                    <a:pt x="542926" y="298598"/>
                  </a:cubicBezTo>
                  <a:cubicBezTo>
                    <a:pt x="560845" y="294650"/>
                    <a:pt x="582219" y="292783"/>
                    <a:pt x="607624" y="292783"/>
                  </a:cubicBezTo>
                  <a:cubicBezTo>
                    <a:pt x="634827" y="292783"/>
                    <a:pt x="661959" y="296229"/>
                    <a:pt x="689162" y="303337"/>
                  </a:cubicBezTo>
                  <a:cubicBezTo>
                    <a:pt x="716077" y="310445"/>
                    <a:pt x="741770" y="321286"/>
                    <a:pt x="766454" y="336076"/>
                  </a:cubicBezTo>
                  <a:cubicBezTo>
                    <a:pt x="783150" y="346199"/>
                    <a:pt x="799127" y="358117"/>
                    <a:pt x="814384" y="371974"/>
                  </a:cubicBezTo>
                  <a:cubicBezTo>
                    <a:pt x="826834" y="383317"/>
                    <a:pt x="845833" y="383317"/>
                    <a:pt x="858643" y="372404"/>
                  </a:cubicBezTo>
                  <a:lnTo>
                    <a:pt x="1042734" y="214023"/>
                  </a:lnTo>
                  <a:cubicBezTo>
                    <a:pt x="1056192" y="202464"/>
                    <a:pt x="1058063" y="182648"/>
                    <a:pt x="1047700" y="168289"/>
                  </a:cubicBezTo>
                  <a:cubicBezTo>
                    <a:pt x="1027261" y="139858"/>
                    <a:pt x="1003152" y="114299"/>
                    <a:pt x="975733" y="91540"/>
                  </a:cubicBezTo>
                  <a:cubicBezTo>
                    <a:pt x="939750" y="62247"/>
                    <a:pt x="893835" y="39559"/>
                    <a:pt x="837773" y="23764"/>
                  </a:cubicBezTo>
                  <a:cubicBezTo>
                    <a:pt x="781711" y="7969"/>
                    <a:pt x="710464" y="0"/>
                    <a:pt x="623960" y="0"/>
                  </a:cubicBezTo>
                  <a:cubicBezTo>
                    <a:pt x="565019" y="0"/>
                    <a:pt x="506870" y="8687"/>
                    <a:pt x="449801" y="26134"/>
                  </a:cubicBezTo>
                  <a:cubicBezTo>
                    <a:pt x="392443" y="43795"/>
                    <a:pt x="340267" y="68852"/>
                    <a:pt x="293345" y="101591"/>
                  </a:cubicBezTo>
                  <a:cubicBezTo>
                    <a:pt x="246135" y="134330"/>
                    <a:pt x="207129" y="173387"/>
                    <a:pt x="176039" y="219264"/>
                  </a:cubicBezTo>
                  <a:cubicBezTo>
                    <a:pt x="144950" y="265142"/>
                    <a:pt x="126023" y="315829"/>
                    <a:pt x="119474" y="371471"/>
                  </a:cubicBezTo>
                  <a:cubicBezTo>
                    <a:pt x="113644" y="420508"/>
                    <a:pt x="116379" y="464590"/>
                    <a:pt x="127606" y="503934"/>
                  </a:cubicBezTo>
                  <a:cubicBezTo>
                    <a:pt x="138833" y="543278"/>
                    <a:pt x="159055" y="578099"/>
                    <a:pt x="188202" y="608684"/>
                  </a:cubicBezTo>
                  <a:cubicBezTo>
                    <a:pt x="217420" y="639054"/>
                    <a:pt x="255275" y="665403"/>
                    <a:pt x="301909" y="687013"/>
                  </a:cubicBezTo>
                  <a:cubicBezTo>
                    <a:pt x="348544" y="708911"/>
                    <a:pt x="403742" y="727362"/>
                    <a:pt x="467504" y="742655"/>
                  </a:cubicBezTo>
                  <a:cubicBezTo>
                    <a:pt x="480387" y="745814"/>
                    <a:pt x="494780" y="749260"/>
                    <a:pt x="511548" y="752419"/>
                  </a:cubicBezTo>
                  <a:cubicBezTo>
                    <a:pt x="528101" y="755865"/>
                    <a:pt x="545085" y="759814"/>
                    <a:pt x="562429" y="764840"/>
                  </a:cubicBezTo>
                  <a:cubicBezTo>
                    <a:pt x="579845" y="769578"/>
                    <a:pt x="595821" y="775681"/>
                    <a:pt x="610286" y="782789"/>
                  </a:cubicBezTo>
                  <a:cubicBezTo>
                    <a:pt x="624752" y="789897"/>
                    <a:pt x="635978" y="798368"/>
                    <a:pt x="644327" y="808133"/>
                  </a:cubicBezTo>
                  <a:cubicBezTo>
                    <a:pt x="652459" y="817897"/>
                    <a:pt x="655481" y="830030"/>
                    <a:pt x="653826" y="844031"/>
                  </a:cubicBezTo>
                  <a:cubicBezTo>
                    <a:pt x="652027" y="859323"/>
                    <a:pt x="646342" y="871457"/>
                    <a:pt x="636626" y="880144"/>
                  </a:cubicBezTo>
                  <a:cubicBezTo>
                    <a:pt x="626911" y="888831"/>
                    <a:pt x="613453" y="895149"/>
                    <a:pt x="596613" y="898882"/>
                  </a:cubicBezTo>
                  <a:cubicBezTo>
                    <a:pt x="579773" y="902831"/>
                    <a:pt x="560989" y="904698"/>
                    <a:pt x="540119" y="904698"/>
                  </a:cubicBezTo>
                  <a:cubicBezTo>
                    <a:pt x="487727" y="904698"/>
                    <a:pt x="433033" y="893354"/>
                    <a:pt x="376107" y="871169"/>
                  </a:cubicBezTo>
                  <a:cubicBezTo>
                    <a:pt x="327961" y="852287"/>
                    <a:pt x="283702" y="816533"/>
                    <a:pt x="243328" y="764050"/>
                  </a:cubicBezTo>
                  <a:cubicBezTo>
                    <a:pt x="231022" y="748040"/>
                    <a:pt x="207417" y="746388"/>
                    <a:pt x="193096" y="760532"/>
                  </a:cubicBezTo>
                  <a:lnTo>
                    <a:pt x="10156" y="941098"/>
                  </a:lnTo>
                  <a:cubicBezTo>
                    <a:pt x="-1862" y="953016"/>
                    <a:pt x="-3589" y="972258"/>
                    <a:pt x="6990" y="985468"/>
                  </a:cubicBezTo>
                  <a:cubicBezTo>
                    <a:pt x="36712" y="1022586"/>
                    <a:pt x="70392" y="1055469"/>
                    <a:pt x="108175" y="1084546"/>
                  </a:cubicBezTo>
                  <a:cubicBezTo>
                    <a:pt x="153802" y="1119367"/>
                    <a:pt x="208497" y="1146291"/>
                    <a:pt x="272331" y="1165532"/>
                  </a:cubicBezTo>
                  <a:cubicBezTo>
                    <a:pt x="336237" y="1184558"/>
                    <a:pt x="411514" y="1194035"/>
                    <a:pt x="497731" y="1194035"/>
                  </a:cubicBezTo>
                  <a:cubicBezTo>
                    <a:pt x="583947" y="1194035"/>
                    <a:pt x="666348" y="1179532"/>
                    <a:pt x="740618" y="1150742"/>
                  </a:cubicBezTo>
                  <a:cubicBezTo>
                    <a:pt x="815175" y="1121736"/>
                    <a:pt x="876851" y="1078946"/>
                    <a:pt x="925572" y="1022228"/>
                  </a:cubicBezTo>
                  <a:cubicBezTo>
                    <a:pt x="974294" y="965509"/>
                    <a:pt x="1003800" y="895293"/>
                    <a:pt x="1013731" y="811148"/>
                  </a:cubicBezTo>
                  <a:cubicBezTo>
                    <a:pt x="1020712" y="752347"/>
                    <a:pt x="1016394" y="701372"/>
                    <a:pt x="1001353" y="65836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" name="Google Shape;91;p18"/>
            <p:cNvSpPr/>
            <p:nvPr/>
          </p:nvSpPr>
          <p:spPr>
            <a:xfrm>
              <a:off x="5577875" y="2172425"/>
              <a:ext cx="767073" cy="868712"/>
            </a:xfrm>
            <a:custGeom>
              <a:rect b="b" l="l" r="r" t="t"/>
              <a:pathLst>
                <a:path extrusionOk="0" h="1194106" w="1054396">
                  <a:moveTo>
                    <a:pt x="1001353" y="658439"/>
                  </a:moveTo>
                  <a:cubicBezTo>
                    <a:pt x="986096" y="615146"/>
                    <a:pt x="961484" y="579320"/>
                    <a:pt x="927084" y="550530"/>
                  </a:cubicBezTo>
                  <a:cubicBezTo>
                    <a:pt x="892972" y="521524"/>
                    <a:pt x="851663" y="497473"/>
                    <a:pt x="803661" y="478518"/>
                  </a:cubicBezTo>
                  <a:cubicBezTo>
                    <a:pt x="755659" y="459277"/>
                    <a:pt x="702188" y="444487"/>
                    <a:pt x="643463" y="433431"/>
                  </a:cubicBezTo>
                  <a:cubicBezTo>
                    <a:pt x="630725" y="431349"/>
                    <a:pt x="614964" y="428405"/>
                    <a:pt x="596109" y="424456"/>
                  </a:cubicBezTo>
                  <a:cubicBezTo>
                    <a:pt x="577470" y="420795"/>
                    <a:pt x="559118" y="415482"/>
                    <a:pt x="540551" y="408877"/>
                  </a:cubicBezTo>
                  <a:cubicBezTo>
                    <a:pt x="522847" y="402487"/>
                    <a:pt x="508310" y="394877"/>
                    <a:pt x="496867" y="386046"/>
                  </a:cubicBezTo>
                  <a:cubicBezTo>
                    <a:pt x="485424" y="377215"/>
                    <a:pt x="479451" y="363717"/>
                    <a:pt x="481106" y="350004"/>
                  </a:cubicBezTo>
                  <a:cubicBezTo>
                    <a:pt x="482762" y="336291"/>
                    <a:pt x="489095" y="324732"/>
                    <a:pt x="499890" y="316547"/>
                  </a:cubicBezTo>
                  <a:cubicBezTo>
                    <a:pt x="510613" y="308363"/>
                    <a:pt x="525078" y="302332"/>
                    <a:pt x="542998" y="298598"/>
                  </a:cubicBezTo>
                  <a:cubicBezTo>
                    <a:pt x="560917" y="294650"/>
                    <a:pt x="582579" y="292783"/>
                    <a:pt x="607696" y="292783"/>
                  </a:cubicBezTo>
                  <a:cubicBezTo>
                    <a:pt x="634971" y="292783"/>
                    <a:pt x="662031" y="296229"/>
                    <a:pt x="689234" y="303337"/>
                  </a:cubicBezTo>
                  <a:cubicBezTo>
                    <a:pt x="716149" y="310445"/>
                    <a:pt x="742130" y="321286"/>
                    <a:pt x="766526" y="336076"/>
                  </a:cubicBezTo>
                  <a:cubicBezTo>
                    <a:pt x="783222" y="346199"/>
                    <a:pt x="799199" y="358117"/>
                    <a:pt x="814456" y="371974"/>
                  </a:cubicBezTo>
                  <a:cubicBezTo>
                    <a:pt x="826906" y="383317"/>
                    <a:pt x="845905" y="383317"/>
                    <a:pt x="858715" y="372404"/>
                  </a:cubicBezTo>
                  <a:lnTo>
                    <a:pt x="1042806" y="213951"/>
                  </a:lnTo>
                  <a:cubicBezTo>
                    <a:pt x="1056192" y="202392"/>
                    <a:pt x="1058135" y="182648"/>
                    <a:pt x="1047844" y="168289"/>
                  </a:cubicBezTo>
                  <a:cubicBezTo>
                    <a:pt x="1027477" y="139786"/>
                    <a:pt x="1003440" y="114299"/>
                    <a:pt x="975805" y="91540"/>
                  </a:cubicBezTo>
                  <a:cubicBezTo>
                    <a:pt x="939894" y="62247"/>
                    <a:pt x="893907" y="39559"/>
                    <a:pt x="837845" y="23764"/>
                  </a:cubicBezTo>
                  <a:cubicBezTo>
                    <a:pt x="781783" y="7969"/>
                    <a:pt x="710536" y="0"/>
                    <a:pt x="624320" y="0"/>
                  </a:cubicBezTo>
                  <a:cubicBezTo>
                    <a:pt x="565091" y="0"/>
                    <a:pt x="506942" y="8687"/>
                    <a:pt x="449873" y="26134"/>
                  </a:cubicBezTo>
                  <a:cubicBezTo>
                    <a:pt x="392515" y="43795"/>
                    <a:pt x="340339" y="68852"/>
                    <a:pt x="293417" y="101591"/>
                  </a:cubicBezTo>
                  <a:cubicBezTo>
                    <a:pt x="246207" y="134330"/>
                    <a:pt x="207201" y="173387"/>
                    <a:pt x="176111" y="219264"/>
                  </a:cubicBezTo>
                  <a:cubicBezTo>
                    <a:pt x="145022" y="265142"/>
                    <a:pt x="126095" y="315829"/>
                    <a:pt x="119546" y="371471"/>
                  </a:cubicBezTo>
                  <a:cubicBezTo>
                    <a:pt x="113716" y="420508"/>
                    <a:pt x="116451" y="464590"/>
                    <a:pt x="127678" y="503934"/>
                  </a:cubicBezTo>
                  <a:cubicBezTo>
                    <a:pt x="138905" y="543278"/>
                    <a:pt x="159127" y="578099"/>
                    <a:pt x="188274" y="608684"/>
                  </a:cubicBezTo>
                  <a:cubicBezTo>
                    <a:pt x="217492" y="639054"/>
                    <a:pt x="255347" y="665403"/>
                    <a:pt x="301981" y="687013"/>
                  </a:cubicBezTo>
                  <a:cubicBezTo>
                    <a:pt x="348616" y="708911"/>
                    <a:pt x="403814" y="727362"/>
                    <a:pt x="467576" y="742655"/>
                  </a:cubicBezTo>
                  <a:cubicBezTo>
                    <a:pt x="480459" y="745814"/>
                    <a:pt x="495068" y="749260"/>
                    <a:pt x="511620" y="752419"/>
                  </a:cubicBezTo>
                  <a:cubicBezTo>
                    <a:pt x="528173" y="755865"/>
                    <a:pt x="545157" y="759814"/>
                    <a:pt x="562501" y="764840"/>
                  </a:cubicBezTo>
                  <a:cubicBezTo>
                    <a:pt x="579917" y="769578"/>
                    <a:pt x="595893" y="775681"/>
                    <a:pt x="610359" y="782789"/>
                  </a:cubicBezTo>
                  <a:cubicBezTo>
                    <a:pt x="624824" y="789897"/>
                    <a:pt x="636266" y="798368"/>
                    <a:pt x="644399" y="808133"/>
                  </a:cubicBezTo>
                  <a:cubicBezTo>
                    <a:pt x="652531" y="817897"/>
                    <a:pt x="655554" y="830030"/>
                    <a:pt x="653898" y="844031"/>
                  </a:cubicBezTo>
                  <a:cubicBezTo>
                    <a:pt x="652099" y="859323"/>
                    <a:pt x="646414" y="871457"/>
                    <a:pt x="636698" y="880144"/>
                  </a:cubicBezTo>
                  <a:cubicBezTo>
                    <a:pt x="626911" y="888831"/>
                    <a:pt x="613525" y="895149"/>
                    <a:pt x="596685" y="898882"/>
                  </a:cubicBezTo>
                  <a:cubicBezTo>
                    <a:pt x="579845" y="902831"/>
                    <a:pt x="561061" y="904698"/>
                    <a:pt x="540191" y="904698"/>
                  </a:cubicBezTo>
                  <a:cubicBezTo>
                    <a:pt x="487799" y="904698"/>
                    <a:pt x="433105" y="893354"/>
                    <a:pt x="376179" y="871169"/>
                  </a:cubicBezTo>
                  <a:cubicBezTo>
                    <a:pt x="328249" y="852287"/>
                    <a:pt x="283990" y="816461"/>
                    <a:pt x="243400" y="763978"/>
                  </a:cubicBezTo>
                  <a:cubicBezTo>
                    <a:pt x="231094" y="748040"/>
                    <a:pt x="207561" y="746388"/>
                    <a:pt x="193168" y="760532"/>
                  </a:cubicBezTo>
                  <a:lnTo>
                    <a:pt x="10156" y="941170"/>
                  </a:lnTo>
                  <a:cubicBezTo>
                    <a:pt x="-1862" y="953088"/>
                    <a:pt x="-3589" y="972329"/>
                    <a:pt x="6990" y="985540"/>
                  </a:cubicBezTo>
                  <a:cubicBezTo>
                    <a:pt x="36712" y="1022658"/>
                    <a:pt x="70393" y="1055541"/>
                    <a:pt x="108175" y="1084618"/>
                  </a:cubicBezTo>
                  <a:cubicBezTo>
                    <a:pt x="153802" y="1119439"/>
                    <a:pt x="208496" y="1146362"/>
                    <a:pt x="272331" y="1165604"/>
                  </a:cubicBezTo>
                  <a:cubicBezTo>
                    <a:pt x="336237" y="1184630"/>
                    <a:pt x="411515" y="1194107"/>
                    <a:pt x="497731" y="1194107"/>
                  </a:cubicBezTo>
                  <a:cubicBezTo>
                    <a:pt x="583947" y="1194107"/>
                    <a:pt x="666349" y="1179604"/>
                    <a:pt x="740618" y="1150814"/>
                  </a:cubicBezTo>
                  <a:cubicBezTo>
                    <a:pt x="815176" y="1121808"/>
                    <a:pt x="876851" y="1079018"/>
                    <a:pt x="925572" y="1022299"/>
                  </a:cubicBezTo>
                  <a:cubicBezTo>
                    <a:pt x="974294" y="965581"/>
                    <a:pt x="1003800" y="895364"/>
                    <a:pt x="1013732" y="811220"/>
                  </a:cubicBezTo>
                  <a:cubicBezTo>
                    <a:pt x="1020712" y="752419"/>
                    <a:pt x="1016610" y="701444"/>
                    <a:pt x="1001353" y="65843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" name="Google Shape;92;p18"/>
            <p:cNvSpPr/>
            <p:nvPr/>
          </p:nvSpPr>
          <p:spPr>
            <a:xfrm>
              <a:off x="6346942" y="2172529"/>
              <a:ext cx="810806" cy="868712"/>
            </a:xfrm>
            <a:custGeom>
              <a:rect b="b" l="l" r="r" t="t"/>
              <a:pathLst>
                <a:path extrusionOk="0" h="1194106" w="1114510">
                  <a:moveTo>
                    <a:pt x="817712" y="823497"/>
                  </a:moveTo>
                  <a:cubicBezTo>
                    <a:pt x="791804" y="839292"/>
                    <a:pt x="763593" y="852000"/>
                    <a:pt x="732791" y="862051"/>
                  </a:cubicBezTo>
                  <a:cubicBezTo>
                    <a:pt x="702278" y="871816"/>
                    <a:pt x="670540" y="876554"/>
                    <a:pt x="637723" y="876554"/>
                  </a:cubicBezTo>
                  <a:cubicBezTo>
                    <a:pt x="591737" y="876554"/>
                    <a:pt x="550932" y="870236"/>
                    <a:pt x="515452" y="857026"/>
                  </a:cubicBezTo>
                  <a:cubicBezTo>
                    <a:pt x="479757" y="843815"/>
                    <a:pt x="450178" y="825364"/>
                    <a:pt x="426789" y="801384"/>
                  </a:cubicBezTo>
                  <a:cubicBezTo>
                    <a:pt x="403472" y="777404"/>
                    <a:pt x="386488" y="748614"/>
                    <a:pt x="376197" y="714870"/>
                  </a:cubicBezTo>
                  <a:cubicBezTo>
                    <a:pt x="366193" y="681126"/>
                    <a:pt x="363458" y="643362"/>
                    <a:pt x="368352" y="601935"/>
                  </a:cubicBezTo>
                  <a:cubicBezTo>
                    <a:pt x="373750" y="556058"/>
                    <a:pt x="385696" y="515637"/>
                    <a:pt x="403832" y="480816"/>
                  </a:cubicBezTo>
                  <a:cubicBezTo>
                    <a:pt x="422255" y="445995"/>
                    <a:pt x="445285" y="416415"/>
                    <a:pt x="472704" y="392435"/>
                  </a:cubicBezTo>
                  <a:cubicBezTo>
                    <a:pt x="500123" y="368456"/>
                    <a:pt x="531141" y="350220"/>
                    <a:pt x="565901" y="337583"/>
                  </a:cubicBezTo>
                  <a:cubicBezTo>
                    <a:pt x="600661" y="325163"/>
                    <a:pt x="636572" y="318845"/>
                    <a:pt x="673923" y="318845"/>
                  </a:cubicBezTo>
                  <a:cubicBezTo>
                    <a:pt x="711274" y="318845"/>
                    <a:pt x="741356" y="323583"/>
                    <a:pt x="768271" y="332845"/>
                  </a:cubicBezTo>
                  <a:cubicBezTo>
                    <a:pt x="794971" y="342107"/>
                    <a:pt x="818072" y="354456"/>
                    <a:pt x="837719" y="369533"/>
                  </a:cubicBezTo>
                  <a:cubicBezTo>
                    <a:pt x="847362" y="377215"/>
                    <a:pt x="856358" y="385256"/>
                    <a:pt x="864562" y="393728"/>
                  </a:cubicBezTo>
                  <a:cubicBezTo>
                    <a:pt x="877804" y="407441"/>
                    <a:pt x="900186" y="406651"/>
                    <a:pt x="913500" y="392938"/>
                  </a:cubicBezTo>
                  <a:lnTo>
                    <a:pt x="1105075" y="196074"/>
                  </a:lnTo>
                  <a:cubicBezTo>
                    <a:pt x="1118101" y="182720"/>
                    <a:pt x="1117453" y="161612"/>
                    <a:pt x="1104283" y="148402"/>
                  </a:cubicBezTo>
                  <a:cubicBezTo>
                    <a:pt x="1076432" y="120258"/>
                    <a:pt x="1045487" y="96063"/>
                    <a:pt x="1011806" y="75960"/>
                  </a:cubicBezTo>
                  <a:cubicBezTo>
                    <a:pt x="968266" y="50401"/>
                    <a:pt x="921344" y="31375"/>
                    <a:pt x="870968" y="18739"/>
                  </a:cubicBezTo>
                  <a:cubicBezTo>
                    <a:pt x="820303" y="6318"/>
                    <a:pt x="768487" y="0"/>
                    <a:pt x="715016" y="0"/>
                  </a:cubicBezTo>
                  <a:cubicBezTo>
                    <a:pt x="620883" y="0"/>
                    <a:pt x="532940" y="14790"/>
                    <a:pt x="451402" y="44298"/>
                  </a:cubicBezTo>
                  <a:cubicBezTo>
                    <a:pt x="369648" y="73591"/>
                    <a:pt x="297393" y="114730"/>
                    <a:pt x="234206" y="167787"/>
                  </a:cubicBezTo>
                  <a:cubicBezTo>
                    <a:pt x="171092" y="220557"/>
                    <a:pt x="119779" y="283593"/>
                    <a:pt x="79910" y="356681"/>
                  </a:cubicBezTo>
                  <a:cubicBezTo>
                    <a:pt x="40040" y="429769"/>
                    <a:pt x="15284" y="509965"/>
                    <a:pt x="4993" y="597053"/>
                  </a:cubicBezTo>
                  <a:cubicBezTo>
                    <a:pt x="-5299" y="684357"/>
                    <a:pt x="243" y="764553"/>
                    <a:pt x="22337" y="837641"/>
                  </a:cubicBezTo>
                  <a:cubicBezTo>
                    <a:pt x="44358" y="910729"/>
                    <a:pt x="80342" y="973550"/>
                    <a:pt x="130430" y="1026535"/>
                  </a:cubicBezTo>
                  <a:cubicBezTo>
                    <a:pt x="180519" y="1079305"/>
                    <a:pt x="242338" y="1120444"/>
                    <a:pt x="315745" y="1150024"/>
                  </a:cubicBezTo>
                  <a:cubicBezTo>
                    <a:pt x="389510" y="1179317"/>
                    <a:pt x="472128" y="1194107"/>
                    <a:pt x="563886" y="1194107"/>
                  </a:cubicBezTo>
                  <a:cubicBezTo>
                    <a:pt x="621819" y="1194107"/>
                    <a:pt x="679968" y="1187214"/>
                    <a:pt x="738477" y="1173788"/>
                  </a:cubicBezTo>
                  <a:cubicBezTo>
                    <a:pt x="796986" y="1160075"/>
                    <a:pt x="851249" y="1141337"/>
                    <a:pt x="900906" y="1117357"/>
                  </a:cubicBezTo>
                  <a:cubicBezTo>
                    <a:pt x="940559" y="1098331"/>
                    <a:pt x="974528" y="1077223"/>
                    <a:pt x="1002883" y="1054033"/>
                  </a:cubicBezTo>
                  <a:cubicBezTo>
                    <a:pt x="1015333" y="1043838"/>
                    <a:pt x="1019075" y="1026535"/>
                    <a:pt x="1011734" y="1012248"/>
                  </a:cubicBezTo>
                  <a:lnTo>
                    <a:pt x="906159" y="808563"/>
                  </a:lnTo>
                  <a:cubicBezTo>
                    <a:pt x="896300" y="789538"/>
                    <a:pt x="871759" y="784943"/>
                    <a:pt x="854775" y="798081"/>
                  </a:cubicBezTo>
                  <a:cubicBezTo>
                    <a:pt x="843189" y="807128"/>
                    <a:pt x="830810" y="815671"/>
                    <a:pt x="817640" y="82371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" name="Google Shape;93;p18"/>
            <p:cNvSpPr/>
            <p:nvPr/>
          </p:nvSpPr>
          <p:spPr>
            <a:xfrm>
              <a:off x="7116758" y="2196150"/>
              <a:ext cx="847001" cy="833038"/>
            </a:xfrm>
            <a:custGeom>
              <a:rect b="b" l="l" r="r" t="t"/>
              <a:pathLst>
                <a:path extrusionOk="0" h="1145070" w="1164263">
                  <a:moveTo>
                    <a:pt x="1143284" y="341963"/>
                  </a:moveTo>
                  <a:cubicBezTo>
                    <a:pt x="1122702" y="272034"/>
                    <a:pt x="1088590" y="211869"/>
                    <a:pt x="1040876" y="161253"/>
                  </a:cubicBezTo>
                  <a:cubicBezTo>
                    <a:pt x="993162" y="110565"/>
                    <a:pt x="935157" y="71006"/>
                    <a:pt x="866357" y="42503"/>
                  </a:cubicBezTo>
                  <a:cubicBezTo>
                    <a:pt x="797485" y="14287"/>
                    <a:pt x="719832" y="0"/>
                    <a:pt x="633616" y="0"/>
                  </a:cubicBezTo>
                  <a:lnTo>
                    <a:pt x="176844" y="0"/>
                  </a:lnTo>
                  <a:cubicBezTo>
                    <a:pt x="149281" y="0"/>
                    <a:pt x="126107" y="20605"/>
                    <a:pt x="122869" y="47888"/>
                  </a:cubicBezTo>
                  <a:lnTo>
                    <a:pt x="382" y="1084475"/>
                  </a:lnTo>
                  <a:cubicBezTo>
                    <a:pt x="-3433" y="1116711"/>
                    <a:pt x="21828" y="1145070"/>
                    <a:pt x="54357" y="1145070"/>
                  </a:cubicBezTo>
                  <a:lnTo>
                    <a:pt x="498319" y="1145070"/>
                  </a:lnTo>
                  <a:cubicBezTo>
                    <a:pt x="584535" y="1145070"/>
                    <a:pt x="665498" y="1131070"/>
                    <a:pt x="741063" y="1102567"/>
                  </a:cubicBezTo>
                  <a:cubicBezTo>
                    <a:pt x="816628" y="1074064"/>
                    <a:pt x="883917" y="1034792"/>
                    <a:pt x="943649" y="983817"/>
                  </a:cubicBezTo>
                  <a:cubicBezTo>
                    <a:pt x="1003309" y="933129"/>
                    <a:pt x="1051743" y="872749"/>
                    <a:pt x="1088878" y="802317"/>
                  </a:cubicBezTo>
                  <a:cubicBezTo>
                    <a:pt x="1126228" y="732173"/>
                    <a:pt x="1149617" y="655351"/>
                    <a:pt x="1159405" y="572499"/>
                  </a:cubicBezTo>
                  <a:cubicBezTo>
                    <a:pt x="1169336" y="488570"/>
                    <a:pt x="1164083" y="411820"/>
                    <a:pt x="1143284" y="341891"/>
                  </a:cubicBezTo>
                  <a:close/>
                  <a:moveTo>
                    <a:pt x="771289" y="681270"/>
                  </a:moveTo>
                  <a:cubicBezTo>
                    <a:pt x="755168" y="714798"/>
                    <a:pt x="734874" y="743301"/>
                    <a:pt x="710117" y="767281"/>
                  </a:cubicBezTo>
                  <a:cubicBezTo>
                    <a:pt x="685577" y="791261"/>
                    <a:pt x="657725" y="809999"/>
                    <a:pt x="626492" y="823712"/>
                  </a:cubicBezTo>
                  <a:cubicBezTo>
                    <a:pt x="595258" y="837425"/>
                    <a:pt x="561650" y="844031"/>
                    <a:pt x="525738" y="844031"/>
                  </a:cubicBezTo>
                  <a:lnTo>
                    <a:pt x="422394" y="844031"/>
                  </a:lnTo>
                  <a:cubicBezTo>
                    <a:pt x="401524" y="844031"/>
                    <a:pt x="385331" y="825866"/>
                    <a:pt x="387778" y="805189"/>
                  </a:cubicBezTo>
                  <a:lnTo>
                    <a:pt x="443696" y="331768"/>
                  </a:lnTo>
                  <a:cubicBezTo>
                    <a:pt x="445784" y="314250"/>
                    <a:pt x="460609" y="301040"/>
                    <a:pt x="478312" y="301040"/>
                  </a:cubicBezTo>
                  <a:lnTo>
                    <a:pt x="589861" y="301040"/>
                  </a:lnTo>
                  <a:cubicBezTo>
                    <a:pt x="625844" y="301040"/>
                    <a:pt x="657797" y="307932"/>
                    <a:pt x="685864" y="321358"/>
                  </a:cubicBezTo>
                  <a:cubicBezTo>
                    <a:pt x="713859" y="335071"/>
                    <a:pt x="737249" y="354097"/>
                    <a:pt x="756176" y="377789"/>
                  </a:cubicBezTo>
                  <a:cubicBezTo>
                    <a:pt x="775319" y="401769"/>
                    <a:pt x="788849" y="430559"/>
                    <a:pt x="797053" y="463800"/>
                  </a:cubicBezTo>
                  <a:cubicBezTo>
                    <a:pt x="805041" y="497042"/>
                    <a:pt x="806840" y="533155"/>
                    <a:pt x="802162" y="572499"/>
                  </a:cubicBezTo>
                  <a:cubicBezTo>
                    <a:pt x="797485" y="611843"/>
                    <a:pt x="787193" y="647956"/>
                    <a:pt x="771361" y="68119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" name="Google Shape;94;p18"/>
            <p:cNvSpPr/>
            <p:nvPr/>
          </p:nvSpPr>
          <p:spPr>
            <a:xfrm>
              <a:off x="7964203" y="2196202"/>
              <a:ext cx="346155" cy="833038"/>
            </a:xfrm>
            <a:custGeom>
              <a:rect b="b" l="l" r="r" t="t"/>
              <a:pathLst>
                <a:path extrusionOk="0" h="1145070" w="475815">
                  <a:moveTo>
                    <a:pt x="122869" y="47888"/>
                  </a:moveTo>
                  <a:lnTo>
                    <a:pt x="382" y="1084475"/>
                  </a:lnTo>
                  <a:cubicBezTo>
                    <a:pt x="-3432" y="1116711"/>
                    <a:pt x="21828" y="1145070"/>
                    <a:pt x="54357" y="1145070"/>
                  </a:cubicBezTo>
                  <a:lnTo>
                    <a:pt x="298972" y="1145070"/>
                  </a:lnTo>
                  <a:cubicBezTo>
                    <a:pt x="326535" y="1145070"/>
                    <a:pt x="349708" y="1124465"/>
                    <a:pt x="352947" y="1097182"/>
                  </a:cubicBezTo>
                  <a:lnTo>
                    <a:pt x="475434" y="60596"/>
                  </a:lnTo>
                  <a:cubicBezTo>
                    <a:pt x="479248" y="28359"/>
                    <a:pt x="453988" y="0"/>
                    <a:pt x="421459" y="0"/>
                  </a:cubicBezTo>
                  <a:lnTo>
                    <a:pt x="176844" y="0"/>
                  </a:lnTo>
                  <a:cubicBezTo>
                    <a:pt x="149281" y="0"/>
                    <a:pt x="126108" y="20605"/>
                    <a:pt x="122869" y="4788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95" name="Google Shape;95;p18" title="logobuenosaires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96125" y="4308800"/>
            <a:ext cx="812334" cy="2649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19"/>
          <p:cNvPicPr preferRelativeResize="0"/>
          <p:nvPr/>
        </p:nvPicPr>
        <p:blipFill rotWithShape="1">
          <a:blip r:embed="rId4">
            <a:alphaModFix/>
          </a:blip>
          <a:srcRect b="15330" l="0" r="13734" t="11879"/>
          <a:stretch/>
        </p:blipFill>
        <p:spPr>
          <a:xfrm>
            <a:off x="0" y="0"/>
            <a:ext cx="9144001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9"/>
          <p:cNvSpPr/>
          <p:nvPr/>
        </p:nvSpPr>
        <p:spPr>
          <a:xfrm>
            <a:off x="-39688" y="0"/>
            <a:ext cx="9144000" cy="5045700"/>
          </a:xfrm>
          <a:prstGeom prst="rect">
            <a:avLst/>
          </a:prstGeom>
          <a:solidFill>
            <a:srgbClr val="000000">
              <a:alpha val="5058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19"/>
          <p:cNvSpPr/>
          <p:nvPr/>
        </p:nvSpPr>
        <p:spPr>
          <a:xfrm>
            <a:off x="0" y="5045807"/>
            <a:ext cx="9144300" cy="97800"/>
          </a:xfrm>
          <a:prstGeom prst="rect">
            <a:avLst/>
          </a:prstGeom>
          <a:solidFill>
            <a:srgbClr val="FECA1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19"/>
          <p:cNvSpPr/>
          <p:nvPr/>
        </p:nvSpPr>
        <p:spPr>
          <a:xfrm>
            <a:off x="608850" y="1932531"/>
            <a:ext cx="90900" cy="453000"/>
          </a:xfrm>
          <a:prstGeom prst="rect">
            <a:avLst/>
          </a:prstGeom>
          <a:solidFill>
            <a:srgbClr val="8DE2D6"/>
          </a:solidFill>
          <a:ln>
            <a:noFill/>
          </a:ln>
        </p:spPr>
        <p:txBody>
          <a:bodyPr anchorCtr="0" anchor="ctr" bIns="68950" lIns="68950" spcFirstLastPara="1" rIns="68950" wrap="square" tIns="689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84"/>
              <a:buFont typeface="Arial"/>
              <a:buNone/>
            </a:pPr>
            <a:r>
              <a:t/>
            </a:r>
            <a:endParaRPr b="1" i="0" sz="1584" u="none" cap="none" strike="noStrike">
              <a:solidFill>
                <a:srgbClr val="FFFFFF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04" name="Google Shape;104;p19"/>
          <p:cNvSpPr/>
          <p:nvPr/>
        </p:nvSpPr>
        <p:spPr>
          <a:xfrm>
            <a:off x="608850" y="2449443"/>
            <a:ext cx="90900" cy="453000"/>
          </a:xfrm>
          <a:prstGeom prst="rect">
            <a:avLst/>
          </a:prstGeom>
          <a:solidFill>
            <a:srgbClr val="8DE2D6"/>
          </a:solidFill>
          <a:ln>
            <a:noFill/>
          </a:ln>
        </p:spPr>
        <p:txBody>
          <a:bodyPr anchorCtr="0" anchor="ctr" bIns="68950" lIns="68950" spcFirstLastPara="1" rIns="68950" wrap="square" tIns="689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84"/>
              <a:buFont typeface="Arial"/>
              <a:buNone/>
            </a:pPr>
            <a:r>
              <a:t/>
            </a:r>
            <a:endParaRPr b="1" i="0" sz="1584" u="none" cap="none" strike="noStrike">
              <a:solidFill>
                <a:srgbClr val="FFFFFF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05" name="Google Shape;105;p19"/>
          <p:cNvSpPr/>
          <p:nvPr/>
        </p:nvSpPr>
        <p:spPr>
          <a:xfrm>
            <a:off x="608850" y="2966356"/>
            <a:ext cx="90900" cy="453000"/>
          </a:xfrm>
          <a:prstGeom prst="rect">
            <a:avLst/>
          </a:prstGeom>
          <a:solidFill>
            <a:srgbClr val="8DE2D6"/>
          </a:solidFill>
          <a:ln>
            <a:noFill/>
          </a:ln>
        </p:spPr>
        <p:txBody>
          <a:bodyPr anchorCtr="0" anchor="ctr" bIns="68950" lIns="68950" spcFirstLastPara="1" rIns="68950" wrap="square" tIns="689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84"/>
              <a:buFont typeface="Arial"/>
              <a:buNone/>
            </a:pPr>
            <a:r>
              <a:t/>
            </a:r>
            <a:endParaRPr b="1" i="0" sz="1584" u="none" cap="none" strike="noStrike">
              <a:solidFill>
                <a:srgbClr val="FFFFFF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06" name="Google Shape;106;p19"/>
          <p:cNvSpPr/>
          <p:nvPr/>
        </p:nvSpPr>
        <p:spPr>
          <a:xfrm>
            <a:off x="608850" y="3483269"/>
            <a:ext cx="90900" cy="453000"/>
          </a:xfrm>
          <a:prstGeom prst="rect">
            <a:avLst/>
          </a:prstGeom>
          <a:solidFill>
            <a:srgbClr val="8DE2D6"/>
          </a:solidFill>
          <a:ln>
            <a:noFill/>
          </a:ln>
        </p:spPr>
        <p:txBody>
          <a:bodyPr anchorCtr="0" anchor="ctr" bIns="68950" lIns="68950" spcFirstLastPara="1" rIns="68950" wrap="square" tIns="689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84"/>
              <a:buFont typeface="Arial"/>
              <a:buNone/>
            </a:pPr>
            <a:r>
              <a:t/>
            </a:r>
            <a:endParaRPr b="1" i="0" sz="1584" u="none" cap="none" strike="noStrike">
              <a:solidFill>
                <a:srgbClr val="FFFFFF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07" name="Google Shape;107;p19"/>
          <p:cNvSpPr/>
          <p:nvPr/>
        </p:nvSpPr>
        <p:spPr>
          <a:xfrm>
            <a:off x="144350" y="1957873"/>
            <a:ext cx="402600" cy="402600"/>
          </a:xfrm>
          <a:prstGeom prst="ellipse">
            <a:avLst/>
          </a:prstGeom>
          <a:solidFill>
            <a:srgbClr val="FFCB00"/>
          </a:solidFill>
          <a:ln>
            <a:noFill/>
          </a:ln>
        </p:spPr>
        <p:txBody>
          <a:bodyPr anchorCtr="0" anchor="ctr" bIns="68950" lIns="68950" spcFirstLastPara="1" rIns="68950" wrap="square" tIns="689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84"/>
              <a:buFont typeface="Arial"/>
              <a:buNone/>
            </a:pPr>
            <a:r>
              <a:rPr b="1" i="0" lang="es" sz="1584" u="none" cap="none" strike="noStrike">
                <a:solidFill>
                  <a:srgbClr val="FFFFFF"/>
                </a:solidFill>
                <a:latin typeface="Archivo"/>
                <a:ea typeface="Archivo"/>
                <a:cs typeface="Archivo"/>
                <a:sym typeface="Archivo"/>
              </a:rPr>
              <a:t>3</a:t>
            </a:r>
            <a:endParaRPr b="1" i="0" sz="1584" u="none" cap="none" strike="noStrike">
              <a:solidFill>
                <a:srgbClr val="FFFFFF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08" name="Google Shape;108;p19"/>
          <p:cNvSpPr/>
          <p:nvPr/>
        </p:nvSpPr>
        <p:spPr>
          <a:xfrm>
            <a:off x="144350" y="2474782"/>
            <a:ext cx="402600" cy="402600"/>
          </a:xfrm>
          <a:prstGeom prst="ellipse">
            <a:avLst/>
          </a:prstGeom>
          <a:solidFill>
            <a:srgbClr val="FFCB00"/>
          </a:solidFill>
          <a:ln>
            <a:noFill/>
          </a:ln>
        </p:spPr>
        <p:txBody>
          <a:bodyPr anchorCtr="0" anchor="ctr" bIns="68950" lIns="68950" spcFirstLastPara="1" rIns="68950" wrap="square" tIns="689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84"/>
              <a:buFont typeface="Arial"/>
              <a:buNone/>
            </a:pPr>
            <a:r>
              <a:rPr b="1" i="0" lang="es" sz="1584" u="none" cap="none" strike="noStrike">
                <a:solidFill>
                  <a:srgbClr val="FFFFFF"/>
                </a:solidFill>
                <a:latin typeface="Archivo"/>
                <a:ea typeface="Archivo"/>
                <a:cs typeface="Archivo"/>
                <a:sym typeface="Archivo"/>
              </a:rPr>
              <a:t>4</a:t>
            </a:r>
            <a:endParaRPr b="1" i="0" sz="1584" u="none" cap="none" strike="noStrike">
              <a:solidFill>
                <a:srgbClr val="FFFFFF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09" name="Google Shape;109;p19"/>
          <p:cNvSpPr/>
          <p:nvPr/>
        </p:nvSpPr>
        <p:spPr>
          <a:xfrm>
            <a:off x="144350" y="2991691"/>
            <a:ext cx="402600" cy="402600"/>
          </a:xfrm>
          <a:prstGeom prst="ellipse">
            <a:avLst/>
          </a:prstGeom>
          <a:solidFill>
            <a:srgbClr val="FFCB00"/>
          </a:solidFill>
          <a:ln>
            <a:noFill/>
          </a:ln>
        </p:spPr>
        <p:txBody>
          <a:bodyPr anchorCtr="0" anchor="ctr" bIns="68950" lIns="68950" spcFirstLastPara="1" rIns="68950" wrap="square" tIns="689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84"/>
              <a:buFont typeface="Arial"/>
              <a:buNone/>
            </a:pPr>
            <a:r>
              <a:rPr b="1" i="0" lang="es" sz="1584" u="none" cap="none" strike="noStrike">
                <a:solidFill>
                  <a:srgbClr val="FFFFFF"/>
                </a:solidFill>
                <a:latin typeface="Archivo"/>
                <a:ea typeface="Archivo"/>
                <a:cs typeface="Archivo"/>
                <a:sym typeface="Archivo"/>
              </a:rPr>
              <a:t>5</a:t>
            </a:r>
            <a:endParaRPr b="1" i="0" sz="1584" u="none" cap="none" strike="noStrike">
              <a:solidFill>
                <a:srgbClr val="FFFFFF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10" name="Google Shape;110;p19"/>
          <p:cNvSpPr/>
          <p:nvPr/>
        </p:nvSpPr>
        <p:spPr>
          <a:xfrm>
            <a:off x="144350" y="3508600"/>
            <a:ext cx="402600" cy="402600"/>
          </a:xfrm>
          <a:prstGeom prst="ellipse">
            <a:avLst/>
          </a:prstGeom>
          <a:solidFill>
            <a:srgbClr val="FFCB00"/>
          </a:solidFill>
          <a:ln>
            <a:noFill/>
          </a:ln>
        </p:spPr>
        <p:txBody>
          <a:bodyPr anchorCtr="0" anchor="ctr" bIns="68950" lIns="68950" spcFirstLastPara="1" rIns="68950" wrap="square" tIns="689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84"/>
              <a:buFont typeface="Arial"/>
              <a:buNone/>
            </a:pPr>
            <a:r>
              <a:rPr b="1" i="0" lang="es" sz="1584" u="none" cap="none" strike="noStrike">
                <a:solidFill>
                  <a:srgbClr val="FFFFFF"/>
                </a:solidFill>
                <a:latin typeface="Archivo"/>
                <a:ea typeface="Archivo"/>
                <a:cs typeface="Archivo"/>
                <a:sym typeface="Archivo"/>
              </a:rPr>
              <a:t>6</a:t>
            </a:r>
            <a:endParaRPr b="1" i="0" sz="1584" u="none" cap="none" strike="noStrike">
              <a:solidFill>
                <a:srgbClr val="FFFFFF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11" name="Google Shape;111;p19"/>
          <p:cNvSpPr txBox="1"/>
          <p:nvPr/>
        </p:nvSpPr>
        <p:spPr>
          <a:xfrm>
            <a:off x="793481" y="1940475"/>
            <a:ext cx="3000000" cy="3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68950" lIns="68950" spcFirstLastPara="1" rIns="68950" wrap="square" tIns="6895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603"/>
              </a:spcBef>
              <a:spcAft>
                <a:spcPts val="603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s" sz="1300" u="none" cap="none" strike="noStrike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rPr>
              <a:t>xx</a:t>
            </a:r>
            <a:endParaRPr b="0" i="0" sz="980" u="none" cap="none" strike="noStrike"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12" name="Google Shape;112;p19"/>
          <p:cNvSpPr txBox="1"/>
          <p:nvPr/>
        </p:nvSpPr>
        <p:spPr>
          <a:xfrm>
            <a:off x="785759" y="2513171"/>
            <a:ext cx="3160500" cy="3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68950" lIns="68950" spcFirstLastPara="1" rIns="68950" wrap="square" tIns="6895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603"/>
              </a:spcBef>
              <a:spcAft>
                <a:spcPts val="603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s" sz="1300" u="none" cap="none" strike="noStrike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rPr>
              <a:t>xx</a:t>
            </a:r>
            <a:endParaRPr b="0" i="0" sz="980" u="none" cap="none" strike="noStrike">
              <a:solidFill>
                <a:srgbClr val="163243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13" name="Google Shape;113;p19"/>
          <p:cNvSpPr txBox="1"/>
          <p:nvPr/>
        </p:nvSpPr>
        <p:spPr>
          <a:xfrm>
            <a:off x="793445" y="3482450"/>
            <a:ext cx="3209400" cy="3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68950" lIns="68950" spcFirstLastPara="1" rIns="68950" wrap="square" tIns="6895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603"/>
              </a:spcBef>
              <a:spcAft>
                <a:spcPts val="603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s" sz="1300" u="none" cap="none" strike="noStrike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rPr>
              <a:t>xx</a:t>
            </a:r>
            <a:endParaRPr b="0" i="0" sz="980" u="none" cap="none" strike="noStrike">
              <a:solidFill>
                <a:srgbClr val="163243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14" name="Google Shape;114;p19"/>
          <p:cNvSpPr txBox="1"/>
          <p:nvPr/>
        </p:nvSpPr>
        <p:spPr>
          <a:xfrm>
            <a:off x="793482" y="2968425"/>
            <a:ext cx="3160500" cy="3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68950" lIns="68950" spcFirstLastPara="1" rIns="68950" wrap="square" tIns="6895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603"/>
              </a:spcBef>
              <a:spcAft>
                <a:spcPts val="603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s" sz="1300" u="none" cap="none" strike="noStrike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rPr>
              <a:t>xx</a:t>
            </a:r>
            <a:endParaRPr b="0" i="0" sz="980" u="none" cap="none" strike="noStrike"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15" name="Google Shape;115;p19"/>
          <p:cNvSpPr/>
          <p:nvPr/>
        </p:nvSpPr>
        <p:spPr>
          <a:xfrm>
            <a:off x="199092" y="122254"/>
            <a:ext cx="8307300" cy="279600"/>
          </a:xfrm>
          <a:prstGeom prst="roundRect">
            <a:avLst>
              <a:gd fmla="val 50000" name="adj"/>
            </a:avLst>
          </a:prstGeom>
          <a:solidFill>
            <a:srgbClr val="8DE2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s" sz="2100" u="none" cap="none" strike="noStrik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Índice</a:t>
            </a:r>
            <a:endParaRPr b="1" i="0" sz="2100" u="none" cap="none" strike="noStrike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16" name="Google Shape;116;p19"/>
          <p:cNvSpPr/>
          <p:nvPr/>
        </p:nvSpPr>
        <p:spPr>
          <a:xfrm>
            <a:off x="5448669" y="1060949"/>
            <a:ext cx="120600" cy="600900"/>
          </a:xfrm>
          <a:prstGeom prst="rect">
            <a:avLst/>
          </a:prstGeom>
          <a:solidFill>
            <a:srgbClr val="8DE2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1" i="0" sz="2100" u="none" cap="none" strike="noStrike">
              <a:solidFill>
                <a:srgbClr val="FFFFFF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17" name="Google Shape;117;p19"/>
          <p:cNvSpPr/>
          <p:nvPr/>
        </p:nvSpPr>
        <p:spPr>
          <a:xfrm>
            <a:off x="5448669" y="1746303"/>
            <a:ext cx="120600" cy="600900"/>
          </a:xfrm>
          <a:prstGeom prst="rect">
            <a:avLst/>
          </a:prstGeom>
          <a:solidFill>
            <a:srgbClr val="8DE2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1" i="0" sz="2100" u="none" cap="none" strike="noStrike">
              <a:solidFill>
                <a:srgbClr val="FFFFFF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18" name="Google Shape;118;p19"/>
          <p:cNvSpPr/>
          <p:nvPr/>
        </p:nvSpPr>
        <p:spPr>
          <a:xfrm>
            <a:off x="5448669" y="3117458"/>
            <a:ext cx="120600" cy="600900"/>
          </a:xfrm>
          <a:prstGeom prst="rect">
            <a:avLst/>
          </a:prstGeom>
          <a:solidFill>
            <a:srgbClr val="8DE2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1" i="0" sz="2100" u="none" cap="none" strike="noStrike">
              <a:solidFill>
                <a:srgbClr val="FFFFFF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19" name="Google Shape;119;p19"/>
          <p:cNvSpPr/>
          <p:nvPr/>
        </p:nvSpPr>
        <p:spPr>
          <a:xfrm>
            <a:off x="4832807" y="1094549"/>
            <a:ext cx="533700" cy="533700"/>
          </a:xfrm>
          <a:prstGeom prst="ellipse">
            <a:avLst/>
          </a:prstGeom>
          <a:solidFill>
            <a:srgbClr val="FFCB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s" sz="2100" u="none" cap="none" strike="noStrike">
                <a:solidFill>
                  <a:srgbClr val="FFFFFF"/>
                </a:solidFill>
                <a:latin typeface="Archivo"/>
                <a:ea typeface="Archivo"/>
                <a:cs typeface="Archivo"/>
                <a:sym typeface="Archivo"/>
              </a:rPr>
              <a:t>1</a:t>
            </a:r>
            <a:endParaRPr b="1" i="0" sz="2100" u="none" cap="none" strike="noStrike">
              <a:solidFill>
                <a:srgbClr val="FFFFFF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20" name="Google Shape;120;p19"/>
          <p:cNvSpPr/>
          <p:nvPr/>
        </p:nvSpPr>
        <p:spPr>
          <a:xfrm>
            <a:off x="4832807" y="1779899"/>
            <a:ext cx="533700" cy="533700"/>
          </a:xfrm>
          <a:prstGeom prst="ellipse">
            <a:avLst/>
          </a:prstGeom>
          <a:solidFill>
            <a:srgbClr val="FFCB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s" sz="2100" u="none" cap="none" strike="noStrike">
                <a:solidFill>
                  <a:srgbClr val="FFFFFF"/>
                </a:solidFill>
                <a:latin typeface="Archivo"/>
                <a:ea typeface="Archivo"/>
                <a:cs typeface="Archivo"/>
                <a:sym typeface="Archivo"/>
              </a:rPr>
              <a:t>2</a:t>
            </a:r>
            <a:endParaRPr b="1" i="0" sz="2100" u="none" cap="none" strike="noStrike">
              <a:solidFill>
                <a:srgbClr val="FFFFFF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21" name="Google Shape;121;p19"/>
          <p:cNvSpPr/>
          <p:nvPr/>
        </p:nvSpPr>
        <p:spPr>
          <a:xfrm>
            <a:off x="4832807" y="3151049"/>
            <a:ext cx="533700" cy="533700"/>
          </a:xfrm>
          <a:prstGeom prst="ellipse">
            <a:avLst/>
          </a:prstGeom>
          <a:solidFill>
            <a:srgbClr val="FFCB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s" sz="2100" u="none" cap="none" strike="noStrike">
                <a:solidFill>
                  <a:srgbClr val="FFFFFF"/>
                </a:solidFill>
                <a:latin typeface="Archivo"/>
                <a:ea typeface="Archivo"/>
                <a:cs typeface="Archivo"/>
                <a:sym typeface="Archivo"/>
              </a:rPr>
              <a:t>4</a:t>
            </a:r>
            <a:endParaRPr b="1" i="0" sz="2100" u="none" cap="none" strike="noStrike">
              <a:solidFill>
                <a:srgbClr val="FFFFFF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22" name="Google Shape;122;p19"/>
          <p:cNvSpPr txBox="1"/>
          <p:nvPr/>
        </p:nvSpPr>
        <p:spPr>
          <a:xfrm>
            <a:off x="5651458" y="3217174"/>
            <a:ext cx="30000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s" sz="1300" u="none" cap="none" strike="noStrike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rPr>
              <a:t>xx</a:t>
            </a:r>
            <a:endParaRPr b="1" i="0" sz="1600" u="none" cap="none" strike="noStrike"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23" name="Google Shape;123;p19"/>
          <p:cNvSpPr txBox="1"/>
          <p:nvPr/>
        </p:nvSpPr>
        <p:spPr>
          <a:xfrm>
            <a:off x="5651458" y="1854303"/>
            <a:ext cx="41802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s" sz="1300" u="none" cap="none" strike="noStrike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rPr>
              <a:t>xx</a:t>
            </a:r>
            <a:endParaRPr b="1" i="0" sz="1300" u="none" cap="none" strike="noStrike"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24" name="Google Shape;124;p19"/>
          <p:cNvSpPr txBox="1"/>
          <p:nvPr/>
        </p:nvSpPr>
        <p:spPr>
          <a:xfrm>
            <a:off x="5651458" y="1168942"/>
            <a:ext cx="30000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s" sz="1300" u="none" cap="none" strike="noStrike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rPr>
              <a:t>xx</a:t>
            </a:r>
            <a:endParaRPr b="1" i="0" sz="1300" u="none" cap="none" strike="noStrike"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25" name="Google Shape;125;p19"/>
          <p:cNvSpPr/>
          <p:nvPr/>
        </p:nvSpPr>
        <p:spPr>
          <a:xfrm>
            <a:off x="4875867" y="513758"/>
            <a:ext cx="2870100" cy="279600"/>
          </a:xfrm>
          <a:prstGeom prst="roundRect">
            <a:avLst>
              <a:gd fmla="val 50000" name="adj"/>
            </a:avLst>
          </a:prstGeom>
          <a:solidFill>
            <a:srgbClr val="FFCC19"/>
          </a:solidFill>
          <a:ln>
            <a:noFill/>
          </a:ln>
          <a:effectLst>
            <a:outerShdw blurRad="57150" rotWithShape="0" algn="bl" dir="5400000" dist="19050">
              <a:srgbClr val="000000">
                <a:alpha val="5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s" sz="1400" u="none" cap="none" strike="noStrike">
                <a:solidFill>
                  <a:srgbClr val="153244"/>
                </a:solidFill>
                <a:latin typeface="Archivo"/>
                <a:ea typeface="Archivo"/>
                <a:cs typeface="Archivo"/>
                <a:sym typeface="Archivo"/>
              </a:rPr>
              <a:t>DG Análisis y Datos</a:t>
            </a:r>
            <a:endParaRPr b="0" i="0" sz="1200" u="none" cap="none" strike="noStrike">
              <a:solidFill>
                <a:srgbClr val="153244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26" name="Google Shape;126;p19"/>
          <p:cNvSpPr/>
          <p:nvPr/>
        </p:nvSpPr>
        <p:spPr>
          <a:xfrm>
            <a:off x="615199" y="4508744"/>
            <a:ext cx="90900" cy="453000"/>
          </a:xfrm>
          <a:prstGeom prst="rect">
            <a:avLst/>
          </a:prstGeom>
          <a:solidFill>
            <a:srgbClr val="8DE2D6"/>
          </a:solidFill>
          <a:ln>
            <a:noFill/>
          </a:ln>
        </p:spPr>
        <p:txBody>
          <a:bodyPr anchorCtr="0" anchor="ctr" bIns="68950" lIns="68950" spcFirstLastPara="1" rIns="68950" wrap="square" tIns="689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84"/>
              <a:buFont typeface="Arial"/>
              <a:buNone/>
            </a:pPr>
            <a:r>
              <a:t/>
            </a:r>
            <a:endParaRPr b="1" i="0" sz="1584" u="none" cap="none" strike="noStrike">
              <a:solidFill>
                <a:srgbClr val="FFFFFF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27" name="Google Shape;127;p19"/>
          <p:cNvSpPr/>
          <p:nvPr/>
        </p:nvSpPr>
        <p:spPr>
          <a:xfrm>
            <a:off x="150699" y="4534076"/>
            <a:ext cx="402600" cy="402600"/>
          </a:xfrm>
          <a:prstGeom prst="ellipse">
            <a:avLst/>
          </a:prstGeom>
          <a:solidFill>
            <a:srgbClr val="FFCB00"/>
          </a:solidFill>
          <a:ln>
            <a:noFill/>
          </a:ln>
        </p:spPr>
        <p:txBody>
          <a:bodyPr anchorCtr="0" anchor="ctr" bIns="68950" lIns="68950" spcFirstLastPara="1" rIns="68950" wrap="square" tIns="689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84"/>
              <a:buFont typeface="Arial"/>
              <a:buNone/>
            </a:pPr>
            <a:r>
              <a:rPr b="1" i="0" lang="es" sz="1584" u="none" cap="none" strike="noStrike">
                <a:solidFill>
                  <a:srgbClr val="FFFFFF"/>
                </a:solidFill>
                <a:latin typeface="Archivo"/>
                <a:ea typeface="Archivo"/>
                <a:cs typeface="Archivo"/>
                <a:sym typeface="Archivo"/>
              </a:rPr>
              <a:t>8</a:t>
            </a:r>
            <a:endParaRPr b="1" i="0" sz="1584" u="none" cap="none" strike="noStrike">
              <a:solidFill>
                <a:srgbClr val="FFFFFF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28" name="Google Shape;128;p19"/>
          <p:cNvSpPr txBox="1"/>
          <p:nvPr/>
        </p:nvSpPr>
        <p:spPr>
          <a:xfrm>
            <a:off x="833225" y="4528292"/>
            <a:ext cx="3412800" cy="3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68950" lIns="68950" spcFirstLastPara="1" rIns="68950" wrap="square" tIns="6895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603"/>
              </a:spcBef>
              <a:spcAft>
                <a:spcPts val="603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s" sz="1300" u="none" cap="none" strike="noStrike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rPr>
              <a:t>xx</a:t>
            </a:r>
            <a:endParaRPr b="1" i="0" sz="980" u="none" cap="none" strike="noStrike"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29" name="Google Shape;129;p19"/>
          <p:cNvSpPr/>
          <p:nvPr/>
        </p:nvSpPr>
        <p:spPr>
          <a:xfrm>
            <a:off x="615199" y="3990827"/>
            <a:ext cx="90900" cy="453000"/>
          </a:xfrm>
          <a:prstGeom prst="rect">
            <a:avLst/>
          </a:prstGeom>
          <a:solidFill>
            <a:srgbClr val="8DE2D6"/>
          </a:solidFill>
          <a:ln>
            <a:noFill/>
          </a:ln>
        </p:spPr>
        <p:txBody>
          <a:bodyPr anchorCtr="0" anchor="ctr" bIns="68950" lIns="68950" spcFirstLastPara="1" rIns="68950" wrap="square" tIns="689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84"/>
              <a:buFont typeface="Arial"/>
              <a:buNone/>
            </a:pPr>
            <a:r>
              <a:t/>
            </a:r>
            <a:endParaRPr b="1" i="0" sz="1584" u="none" cap="none" strike="noStrike">
              <a:solidFill>
                <a:srgbClr val="FFFFFF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30" name="Google Shape;130;p19"/>
          <p:cNvSpPr/>
          <p:nvPr/>
        </p:nvSpPr>
        <p:spPr>
          <a:xfrm>
            <a:off x="150699" y="4016159"/>
            <a:ext cx="402600" cy="402600"/>
          </a:xfrm>
          <a:prstGeom prst="ellipse">
            <a:avLst/>
          </a:prstGeom>
          <a:solidFill>
            <a:srgbClr val="FFCB00"/>
          </a:solidFill>
          <a:ln>
            <a:noFill/>
          </a:ln>
        </p:spPr>
        <p:txBody>
          <a:bodyPr anchorCtr="0" anchor="ctr" bIns="68950" lIns="68950" spcFirstLastPara="1" rIns="68950" wrap="square" tIns="689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84"/>
              <a:buFont typeface="Arial"/>
              <a:buNone/>
            </a:pPr>
            <a:r>
              <a:rPr b="1" i="0" lang="es" sz="1584" u="none" cap="none" strike="noStrike">
                <a:solidFill>
                  <a:srgbClr val="FFFFFF"/>
                </a:solidFill>
                <a:latin typeface="Archivo"/>
                <a:ea typeface="Archivo"/>
                <a:cs typeface="Archivo"/>
                <a:sym typeface="Archivo"/>
              </a:rPr>
              <a:t>7</a:t>
            </a:r>
            <a:endParaRPr b="1" i="0" sz="1584" u="none" cap="none" strike="noStrike">
              <a:solidFill>
                <a:srgbClr val="FFFFFF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31" name="Google Shape;131;p19"/>
          <p:cNvSpPr txBox="1"/>
          <p:nvPr/>
        </p:nvSpPr>
        <p:spPr>
          <a:xfrm>
            <a:off x="799806" y="4075181"/>
            <a:ext cx="3412800" cy="3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68950" lIns="68950" spcFirstLastPara="1" rIns="68950" wrap="square" tIns="6895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603"/>
              </a:spcBef>
              <a:spcAft>
                <a:spcPts val="603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s" sz="1300" u="none" cap="none" strike="noStrike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rPr>
              <a:t>xx</a:t>
            </a:r>
            <a:endParaRPr b="0" i="0" sz="980" u="none" cap="none" strike="noStrike">
              <a:solidFill>
                <a:srgbClr val="163243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32" name="Google Shape;132;p19"/>
          <p:cNvSpPr/>
          <p:nvPr/>
        </p:nvSpPr>
        <p:spPr>
          <a:xfrm>
            <a:off x="612124" y="933133"/>
            <a:ext cx="90900" cy="453000"/>
          </a:xfrm>
          <a:prstGeom prst="rect">
            <a:avLst/>
          </a:prstGeom>
          <a:solidFill>
            <a:srgbClr val="8DE2D6"/>
          </a:solidFill>
          <a:ln>
            <a:noFill/>
          </a:ln>
        </p:spPr>
        <p:txBody>
          <a:bodyPr anchorCtr="0" anchor="ctr" bIns="68950" lIns="68950" spcFirstLastPara="1" rIns="68950" wrap="square" tIns="689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84"/>
              <a:buFont typeface="Arial"/>
              <a:buNone/>
            </a:pPr>
            <a:r>
              <a:t/>
            </a:r>
            <a:endParaRPr b="1" i="0" sz="1584" u="none" cap="none" strike="noStrike">
              <a:solidFill>
                <a:srgbClr val="FFFFFF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33" name="Google Shape;133;p19"/>
          <p:cNvSpPr/>
          <p:nvPr/>
        </p:nvSpPr>
        <p:spPr>
          <a:xfrm>
            <a:off x="612124" y="1450046"/>
            <a:ext cx="90900" cy="453000"/>
          </a:xfrm>
          <a:prstGeom prst="rect">
            <a:avLst/>
          </a:prstGeom>
          <a:solidFill>
            <a:srgbClr val="8DE2D6"/>
          </a:solidFill>
          <a:ln>
            <a:noFill/>
          </a:ln>
        </p:spPr>
        <p:txBody>
          <a:bodyPr anchorCtr="0" anchor="ctr" bIns="68950" lIns="68950" spcFirstLastPara="1" rIns="68950" wrap="square" tIns="689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84"/>
              <a:buFont typeface="Arial"/>
              <a:buNone/>
            </a:pPr>
            <a:r>
              <a:t/>
            </a:r>
            <a:endParaRPr b="1" i="0" sz="1584" u="none" cap="none" strike="noStrike">
              <a:solidFill>
                <a:srgbClr val="FFFFFF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34" name="Google Shape;134;p19"/>
          <p:cNvSpPr/>
          <p:nvPr/>
        </p:nvSpPr>
        <p:spPr>
          <a:xfrm>
            <a:off x="147624" y="958475"/>
            <a:ext cx="402600" cy="402600"/>
          </a:xfrm>
          <a:prstGeom prst="ellipse">
            <a:avLst/>
          </a:prstGeom>
          <a:solidFill>
            <a:srgbClr val="FFCB00"/>
          </a:solidFill>
          <a:ln>
            <a:noFill/>
          </a:ln>
        </p:spPr>
        <p:txBody>
          <a:bodyPr anchorCtr="0" anchor="ctr" bIns="68950" lIns="68950" spcFirstLastPara="1" rIns="68950" wrap="square" tIns="689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84"/>
              <a:buFont typeface="Arial"/>
              <a:buNone/>
            </a:pPr>
            <a:r>
              <a:rPr b="1" i="0" lang="es" sz="1584" u="none" cap="none" strike="noStrike">
                <a:solidFill>
                  <a:srgbClr val="FFFFFF"/>
                </a:solidFill>
                <a:latin typeface="Archivo"/>
                <a:ea typeface="Archivo"/>
                <a:cs typeface="Archivo"/>
                <a:sym typeface="Archivo"/>
              </a:rPr>
              <a:t>1</a:t>
            </a:r>
            <a:endParaRPr b="1" i="0" sz="1584" u="none" cap="none" strike="noStrike">
              <a:solidFill>
                <a:srgbClr val="FFFFFF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35" name="Google Shape;135;p19"/>
          <p:cNvSpPr/>
          <p:nvPr/>
        </p:nvSpPr>
        <p:spPr>
          <a:xfrm>
            <a:off x="147624" y="1475384"/>
            <a:ext cx="402600" cy="402600"/>
          </a:xfrm>
          <a:prstGeom prst="ellipse">
            <a:avLst/>
          </a:prstGeom>
          <a:solidFill>
            <a:srgbClr val="FFCB00"/>
          </a:solidFill>
          <a:ln>
            <a:noFill/>
          </a:ln>
        </p:spPr>
        <p:txBody>
          <a:bodyPr anchorCtr="0" anchor="ctr" bIns="68950" lIns="68950" spcFirstLastPara="1" rIns="68950" wrap="square" tIns="689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84"/>
              <a:buFont typeface="Arial"/>
              <a:buNone/>
            </a:pPr>
            <a:r>
              <a:rPr b="1" i="0" lang="es" sz="1584" u="none" cap="none" strike="noStrike">
                <a:solidFill>
                  <a:srgbClr val="FFFFFF"/>
                </a:solidFill>
                <a:latin typeface="Archivo"/>
                <a:ea typeface="Archivo"/>
                <a:cs typeface="Archivo"/>
                <a:sym typeface="Archivo"/>
              </a:rPr>
              <a:t>2</a:t>
            </a:r>
            <a:endParaRPr b="1" i="0" sz="1584" u="none" cap="none" strike="noStrike">
              <a:solidFill>
                <a:srgbClr val="FFFFFF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36" name="Google Shape;136;p19"/>
          <p:cNvSpPr txBox="1"/>
          <p:nvPr/>
        </p:nvSpPr>
        <p:spPr>
          <a:xfrm>
            <a:off x="796737" y="941065"/>
            <a:ext cx="1923300" cy="3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68950" lIns="68950" spcFirstLastPara="1" rIns="68950" wrap="square" tIns="6895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s" sz="1300" u="none" cap="none" strike="noStrike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rPr>
              <a:t>xx</a:t>
            </a:r>
            <a:endParaRPr b="0" i="0" sz="980" u="none" cap="none" strike="noStrike"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37" name="Google Shape;137;p19"/>
          <p:cNvSpPr txBox="1"/>
          <p:nvPr/>
        </p:nvSpPr>
        <p:spPr>
          <a:xfrm>
            <a:off x="796734" y="1429276"/>
            <a:ext cx="1613400" cy="3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68950" lIns="68950" spcFirstLastPara="1" rIns="68950" wrap="square" tIns="6895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603"/>
              </a:spcBef>
              <a:spcAft>
                <a:spcPts val="603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s" sz="1300" u="none" cap="none" strike="noStrike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rPr>
              <a:t>xx</a:t>
            </a:r>
            <a:endParaRPr b="1" i="0" sz="1300" u="none" cap="none" strike="noStrike"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38" name="Google Shape;138;p19"/>
          <p:cNvSpPr/>
          <p:nvPr/>
        </p:nvSpPr>
        <p:spPr>
          <a:xfrm>
            <a:off x="546942" y="513758"/>
            <a:ext cx="2870100" cy="279600"/>
          </a:xfrm>
          <a:prstGeom prst="roundRect">
            <a:avLst>
              <a:gd fmla="val 50000" name="adj"/>
            </a:avLst>
          </a:prstGeom>
          <a:solidFill>
            <a:srgbClr val="FFCC19"/>
          </a:solidFill>
          <a:ln>
            <a:noFill/>
          </a:ln>
          <a:effectLst>
            <a:outerShdw blurRad="57150" rotWithShape="0" algn="bl" dir="5400000" dist="19050">
              <a:srgbClr val="000000">
                <a:alpha val="5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s" sz="1400" u="none" cap="none" strike="noStrike">
                <a:solidFill>
                  <a:srgbClr val="153244"/>
                </a:solidFill>
                <a:latin typeface="Archivo"/>
                <a:ea typeface="Archivo"/>
                <a:cs typeface="Archivo"/>
                <a:sym typeface="Archivo"/>
              </a:rPr>
              <a:t>DG Planificación Estrategica</a:t>
            </a:r>
            <a:endParaRPr b="1" i="0" sz="1400" u="none" cap="none" strike="noStrike">
              <a:solidFill>
                <a:srgbClr val="153244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39" name="Google Shape;139;p19"/>
          <p:cNvSpPr/>
          <p:nvPr/>
        </p:nvSpPr>
        <p:spPr>
          <a:xfrm>
            <a:off x="5448669" y="2431658"/>
            <a:ext cx="120600" cy="600900"/>
          </a:xfrm>
          <a:prstGeom prst="rect">
            <a:avLst/>
          </a:prstGeom>
          <a:solidFill>
            <a:srgbClr val="8DE2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1" i="0" sz="2100" u="none" cap="none" strike="noStrike">
              <a:solidFill>
                <a:srgbClr val="FFFFFF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40" name="Google Shape;140;p19"/>
          <p:cNvSpPr/>
          <p:nvPr/>
        </p:nvSpPr>
        <p:spPr>
          <a:xfrm>
            <a:off x="4832807" y="2465249"/>
            <a:ext cx="533700" cy="533700"/>
          </a:xfrm>
          <a:prstGeom prst="ellipse">
            <a:avLst/>
          </a:prstGeom>
          <a:solidFill>
            <a:srgbClr val="FFCB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s" sz="2100" u="none" cap="none" strike="noStrike">
                <a:solidFill>
                  <a:srgbClr val="FFFFFF"/>
                </a:solidFill>
                <a:latin typeface="Archivo"/>
                <a:ea typeface="Archivo"/>
                <a:cs typeface="Archivo"/>
                <a:sym typeface="Archivo"/>
              </a:rPr>
              <a:t>3</a:t>
            </a:r>
            <a:endParaRPr b="1" i="0" sz="2100" u="none" cap="none" strike="noStrike">
              <a:solidFill>
                <a:srgbClr val="FFFFFF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41" name="Google Shape;141;p19"/>
          <p:cNvSpPr txBox="1"/>
          <p:nvPr/>
        </p:nvSpPr>
        <p:spPr>
          <a:xfrm>
            <a:off x="5651458" y="2531374"/>
            <a:ext cx="30000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s" sz="1300" u="none" cap="none" strike="noStrike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rPr>
              <a:t>xx</a:t>
            </a:r>
            <a:endParaRPr b="1" i="0" sz="1300" u="none" cap="none" strike="noStrike"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</p:spTree>
  </p:cSld>
  <p:clrMapOvr>
    <a:masterClrMapping/>
  </p:clrMapOvr>
  <mc:AlternateContent>
    <mc:Choice Requires="p14">
      <p:transition spd="slow" p14:dur="1000">
        <p:fade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46;p20"/>
          <p:cNvPicPr preferRelativeResize="0"/>
          <p:nvPr/>
        </p:nvPicPr>
        <p:blipFill rotWithShape="1">
          <a:blip r:embed="rId3">
            <a:alphaModFix/>
          </a:blip>
          <a:srcRect b="15675" l="0" r="0" t="51"/>
          <a:stretch/>
        </p:blipFill>
        <p:spPr>
          <a:xfrm>
            <a:off x="6300" y="75"/>
            <a:ext cx="9144300" cy="5143502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20"/>
          <p:cNvSpPr/>
          <p:nvPr/>
        </p:nvSpPr>
        <p:spPr>
          <a:xfrm>
            <a:off x="0" y="1997000"/>
            <a:ext cx="9144000" cy="3146400"/>
          </a:xfrm>
          <a:prstGeom prst="rect">
            <a:avLst/>
          </a:prstGeom>
          <a:gradFill>
            <a:gsLst>
              <a:gs pos="0">
                <a:srgbClr val="123546"/>
              </a:gs>
              <a:gs pos="100000">
                <a:srgbClr val="123546">
                  <a:alpha val="0"/>
                </a:srgbClr>
              </a:gs>
            </a:gsLst>
            <a:lin ang="1619866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48" name="Google Shape;148;p20"/>
          <p:cNvGrpSpPr/>
          <p:nvPr/>
        </p:nvGrpSpPr>
        <p:grpSpPr>
          <a:xfrm>
            <a:off x="-7" y="5049979"/>
            <a:ext cx="9144055" cy="93320"/>
            <a:chOff x="1" y="3602363"/>
            <a:chExt cx="9144055" cy="96326"/>
          </a:xfrm>
        </p:grpSpPr>
        <p:sp>
          <p:nvSpPr>
            <p:cNvPr id="149" name="Google Shape;149;p20"/>
            <p:cNvSpPr/>
            <p:nvPr/>
          </p:nvSpPr>
          <p:spPr>
            <a:xfrm>
              <a:off x="7448756" y="3602363"/>
              <a:ext cx="1695300" cy="96300"/>
            </a:xfrm>
            <a:prstGeom prst="round2SameRect">
              <a:avLst>
                <a:gd fmla="val 50000" name="adj1"/>
                <a:gd fmla="val 0" name="adj2"/>
              </a:avLst>
            </a:prstGeom>
            <a:solidFill>
              <a:srgbClr val="13344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" name="Google Shape;150;p20"/>
            <p:cNvSpPr/>
            <p:nvPr/>
          </p:nvSpPr>
          <p:spPr>
            <a:xfrm>
              <a:off x="358045" y="3602363"/>
              <a:ext cx="8143500" cy="96300"/>
            </a:xfrm>
            <a:prstGeom prst="round2SameRect">
              <a:avLst>
                <a:gd fmla="val 50000" name="adj1"/>
                <a:gd fmla="val 0" name="adj2"/>
              </a:avLst>
            </a:prstGeom>
            <a:solidFill>
              <a:srgbClr val="8DE2D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" name="Google Shape;151;p20"/>
            <p:cNvSpPr/>
            <p:nvPr/>
          </p:nvSpPr>
          <p:spPr>
            <a:xfrm>
              <a:off x="1" y="3602389"/>
              <a:ext cx="7749900" cy="96300"/>
            </a:xfrm>
            <a:prstGeom prst="round2SameRect">
              <a:avLst>
                <a:gd fmla="val 50000" name="adj1"/>
                <a:gd fmla="val 0" name="adj2"/>
              </a:avLst>
            </a:prstGeom>
            <a:solidFill>
              <a:srgbClr val="FFCC0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2" name="Google Shape;152;p20"/>
          <p:cNvGrpSpPr/>
          <p:nvPr/>
        </p:nvGrpSpPr>
        <p:grpSpPr>
          <a:xfrm>
            <a:off x="1401234" y="382061"/>
            <a:ext cx="606198" cy="152912"/>
            <a:chOff x="4866049" y="2172425"/>
            <a:chExt cx="3444309" cy="868816"/>
          </a:xfrm>
        </p:grpSpPr>
        <p:sp>
          <p:nvSpPr>
            <p:cNvPr id="153" name="Google Shape;153;p20"/>
            <p:cNvSpPr/>
            <p:nvPr/>
          </p:nvSpPr>
          <p:spPr>
            <a:xfrm>
              <a:off x="4866049" y="2172425"/>
              <a:ext cx="767027" cy="868660"/>
            </a:xfrm>
            <a:custGeom>
              <a:rect b="b" l="l" r="r" t="t"/>
              <a:pathLst>
                <a:path extrusionOk="0" h="1194034" w="1054333">
                  <a:moveTo>
                    <a:pt x="1001281" y="658439"/>
                  </a:moveTo>
                  <a:cubicBezTo>
                    <a:pt x="986024" y="615146"/>
                    <a:pt x="961412" y="579320"/>
                    <a:pt x="927012" y="550530"/>
                  </a:cubicBezTo>
                  <a:cubicBezTo>
                    <a:pt x="892900" y="521524"/>
                    <a:pt x="851591" y="497473"/>
                    <a:pt x="803589" y="478518"/>
                  </a:cubicBezTo>
                  <a:cubicBezTo>
                    <a:pt x="755587" y="459277"/>
                    <a:pt x="702116" y="444487"/>
                    <a:pt x="643391" y="433431"/>
                  </a:cubicBezTo>
                  <a:cubicBezTo>
                    <a:pt x="630437" y="431349"/>
                    <a:pt x="614604" y="428405"/>
                    <a:pt x="596037" y="424456"/>
                  </a:cubicBezTo>
                  <a:cubicBezTo>
                    <a:pt x="577398" y="420795"/>
                    <a:pt x="558758" y="415482"/>
                    <a:pt x="540479" y="408877"/>
                  </a:cubicBezTo>
                  <a:cubicBezTo>
                    <a:pt x="522775" y="402487"/>
                    <a:pt x="508238" y="394877"/>
                    <a:pt x="496795" y="386046"/>
                  </a:cubicBezTo>
                  <a:cubicBezTo>
                    <a:pt x="485856" y="377574"/>
                    <a:pt x="479379" y="363717"/>
                    <a:pt x="481034" y="350004"/>
                  </a:cubicBezTo>
                  <a:cubicBezTo>
                    <a:pt x="482690" y="336291"/>
                    <a:pt x="489094" y="324732"/>
                    <a:pt x="499818" y="316547"/>
                  </a:cubicBezTo>
                  <a:cubicBezTo>
                    <a:pt x="510541" y="308363"/>
                    <a:pt x="525006" y="302332"/>
                    <a:pt x="542926" y="298598"/>
                  </a:cubicBezTo>
                  <a:cubicBezTo>
                    <a:pt x="560845" y="294650"/>
                    <a:pt x="582219" y="292783"/>
                    <a:pt x="607624" y="292783"/>
                  </a:cubicBezTo>
                  <a:cubicBezTo>
                    <a:pt x="634827" y="292783"/>
                    <a:pt x="661959" y="296229"/>
                    <a:pt x="689162" y="303337"/>
                  </a:cubicBezTo>
                  <a:cubicBezTo>
                    <a:pt x="716077" y="310445"/>
                    <a:pt x="741770" y="321286"/>
                    <a:pt x="766454" y="336076"/>
                  </a:cubicBezTo>
                  <a:cubicBezTo>
                    <a:pt x="783150" y="346199"/>
                    <a:pt x="799127" y="358117"/>
                    <a:pt x="814384" y="371974"/>
                  </a:cubicBezTo>
                  <a:cubicBezTo>
                    <a:pt x="826834" y="383317"/>
                    <a:pt x="845833" y="383317"/>
                    <a:pt x="858643" y="372404"/>
                  </a:cubicBezTo>
                  <a:lnTo>
                    <a:pt x="1042734" y="214023"/>
                  </a:lnTo>
                  <a:cubicBezTo>
                    <a:pt x="1056192" y="202464"/>
                    <a:pt x="1058063" y="182648"/>
                    <a:pt x="1047700" y="168289"/>
                  </a:cubicBezTo>
                  <a:cubicBezTo>
                    <a:pt x="1027261" y="139858"/>
                    <a:pt x="1003152" y="114299"/>
                    <a:pt x="975733" y="91540"/>
                  </a:cubicBezTo>
                  <a:cubicBezTo>
                    <a:pt x="939750" y="62247"/>
                    <a:pt x="893835" y="39559"/>
                    <a:pt x="837773" y="23764"/>
                  </a:cubicBezTo>
                  <a:cubicBezTo>
                    <a:pt x="781711" y="7969"/>
                    <a:pt x="710464" y="0"/>
                    <a:pt x="623960" y="0"/>
                  </a:cubicBezTo>
                  <a:cubicBezTo>
                    <a:pt x="565019" y="0"/>
                    <a:pt x="506870" y="8687"/>
                    <a:pt x="449801" y="26134"/>
                  </a:cubicBezTo>
                  <a:cubicBezTo>
                    <a:pt x="392443" y="43795"/>
                    <a:pt x="340267" y="68852"/>
                    <a:pt x="293345" y="101591"/>
                  </a:cubicBezTo>
                  <a:cubicBezTo>
                    <a:pt x="246135" y="134330"/>
                    <a:pt x="207129" y="173387"/>
                    <a:pt x="176039" y="219264"/>
                  </a:cubicBezTo>
                  <a:cubicBezTo>
                    <a:pt x="144950" y="265142"/>
                    <a:pt x="126023" y="315829"/>
                    <a:pt x="119474" y="371471"/>
                  </a:cubicBezTo>
                  <a:cubicBezTo>
                    <a:pt x="113644" y="420508"/>
                    <a:pt x="116379" y="464590"/>
                    <a:pt x="127606" y="503934"/>
                  </a:cubicBezTo>
                  <a:cubicBezTo>
                    <a:pt x="138833" y="543278"/>
                    <a:pt x="159055" y="578099"/>
                    <a:pt x="188202" y="608684"/>
                  </a:cubicBezTo>
                  <a:cubicBezTo>
                    <a:pt x="217420" y="639054"/>
                    <a:pt x="255275" y="665403"/>
                    <a:pt x="301909" y="687013"/>
                  </a:cubicBezTo>
                  <a:cubicBezTo>
                    <a:pt x="348544" y="708911"/>
                    <a:pt x="403742" y="727362"/>
                    <a:pt x="467504" y="742655"/>
                  </a:cubicBezTo>
                  <a:cubicBezTo>
                    <a:pt x="480387" y="745814"/>
                    <a:pt x="494780" y="749260"/>
                    <a:pt x="511548" y="752419"/>
                  </a:cubicBezTo>
                  <a:cubicBezTo>
                    <a:pt x="528101" y="755865"/>
                    <a:pt x="545085" y="759814"/>
                    <a:pt x="562429" y="764840"/>
                  </a:cubicBezTo>
                  <a:cubicBezTo>
                    <a:pt x="579845" y="769578"/>
                    <a:pt x="595821" y="775681"/>
                    <a:pt x="610286" y="782789"/>
                  </a:cubicBezTo>
                  <a:cubicBezTo>
                    <a:pt x="624752" y="789897"/>
                    <a:pt x="635978" y="798368"/>
                    <a:pt x="644327" y="808133"/>
                  </a:cubicBezTo>
                  <a:cubicBezTo>
                    <a:pt x="652459" y="817897"/>
                    <a:pt x="655481" y="830030"/>
                    <a:pt x="653826" y="844031"/>
                  </a:cubicBezTo>
                  <a:cubicBezTo>
                    <a:pt x="652027" y="859323"/>
                    <a:pt x="646342" y="871457"/>
                    <a:pt x="636626" y="880144"/>
                  </a:cubicBezTo>
                  <a:cubicBezTo>
                    <a:pt x="626911" y="888831"/>
                    <a:pt x="613453" y="895149"/>
                    <a:pt x="596613" y="898882"/>
                  </a:cubicBezTo>
                  <a:cubicBezTo>
                    <a:pt x="579773" y="902831"/>
                    <a:pt x="560989" y="904698"/>
                    <a:pt x="540119" y="904698"/>
                  </a:cubicBezTo>
                  <a:cubicBezTo>
                    <a:pt x="487727" y="904698"/>
                    <a:pt x="433033" y="893354"/>
                    <a:pt x="376107" y="871169"/>
                  </a:cubicBezTo>
                  <a:cubicBezTo>
                    <a:pt x="327961" y="852287"/>
                    <a:pt x="283702" y="816533"/>
                    <a:pt x="243328" y="764050"/>
                  </a:cubicBezTo>
                  <a:cubicBezTo>
                    <a:pt x="231022" y="748040"/>
                    <a:pt x="207417" y="746388"/>
                    <a:pt x="193096" y="760532"/>
                  </a:cubicBezTo>
                  <a:lnTo>
                    <a:pt x="10156" y="941098"/>
                  </a:lnTo>
                  <a:cubicBezTo>
                    <a:pt x="-1862" y="953016"/>
                    <a:pt x="-3589" y="972258"/>
                    <a:pt x="6990" y="985468"/>
                  </a:cubicBezTo>
                  <a:cubicBezTo>
                    <a:pt x="36712" y="1022586"/>
                    <a:pt x="70392" y="1055469"/>
                    <a:pt x="108175" y="1084546"/>
                  </a:cubicBezTo>
                  <a:cubicBezTo>
                    <a:pt x="153802" y="1119367"/>
                    <a:pt x="208497" y="1146291"/>
                    <a:pt x="272331" y="1165532"/>
                  </a:cubicBezTo>
                  <a:cubicBezTo>
                    <a:pt x="336237" y="1184558"/>
                    <a:pt x="411514" y="1194035"/>
                    <a:pt x="497731" y="1194035"/>
                  </a:cubicBezTo>
                  <a:cubicBezTo>
                    <a:pt x="583947" y="1194035"/>
                    <a:pt x="666348" y="1179532"/>
                    <a:pt x="740618" y="1150742"/>
                  </a:cubicBezTo>
                  <a:cubicBezTo>
                    <a:pt x="815175" y="1121736"/>
                    <a:pt x="876851" y="1078946"/>
                    <a:pt x="925572" y="1022228"/>
                  </a:cubicBezTo>
                  <a:cubicBezTo>
                    <a:pt x="974294" y="965509"/>
                    <a:pt x="1003800" y="895293"/>
                    <a:pt x="1013731" y="811148"/>
                  </a:cubicBezTo>
                  <a:cubicBezTo>
                    <a:pt x="1020712" y="752347"/>
                    <a:pt x="1016394" y="701372"/>
                    <a:pt x="1001353" y="65836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" name="Google Shape;154;p20"/>
            <p:cNvSpPr/>
            <p:nvPr/>
          </p:nvSpPr>
          <p:spPr>
            <a:xfrm>
              <a:off x="5577875" y="2172425"/>
              <a:ext cx="767073" cy="868712"/>
            </a:xfrm>
            <a:custGeom>
              <a:rect b="b" l="l" r="r" t="t"/>
              <a:pathLst>
                <a:path extrusionOk="0" h="1194106" w="1054396">
                  <a:moveTo>
                    <a:pt x="1001353" y="658439"/>
                  </a:moveTo>
                  <a:cubicBezTo>
                    <a:pt x="986096" y="615146"/>
                    <a:pt x="961484" y="579320"/>
                    <a:pt x="927084" y="550530"/>
                  </a:cubicBezTo>
                  <a:cubicBezTo>
                    <a:pt x="892972" y="521524"/>
                    <a:pt x="851663" y="497473"/>
                    <a:pt x="803661" y="478518"/>
                  </a:cubicBezTo>
                  <a:cubicBezTo>
                    <a:pt x="755659" y="459277"/>
                    <a:pt x="702188" y="444487"/>
                    <a:pt x="643463" y="433431"/>
                  </a:cubicBezTo>
                  <a:cubicBezTo>
                    <a:pt x="630725" y="431349"/>
                    <a:pt x="614964" y="428405"/>
                    <a:pt x="596109" y="424456"/>
                  </a:cubicBezTo>
                  <a:cubicBezTo>
                    <a:pt x="577470" y="420795"/>
                    <a:pt x="559118" y="415482"/>
                    <a:pt x="540551" y="408877"/>
                  </a:cubicBezTo>
                  <a:cubicBezTo>
                    <a:pt x="522847" y="402487"/>
                    <a:pt x="508310" y="394877"/>
                    <a:pt x="496867" y="386046"/>
                  </a:cubicBezTo>
                  <a:cubicBezTo>
                    <a:pt x="485424" y="377215"/>
                    <a:pt x="479451" y="363717"/>
                    <a:pt x="481106" y="350004"/>
                  </a:cubicBezTo>
                  <a:cubicBezTo>
                    <a:pt x="482762" y="336291"/>
                    <a:pt x="489095" y="324732"/>
                    <a:pt x="499890" y="316547"/>
                  </a:cubicBezTo>
                  <a:cubicBezTo>
                    <a:pt x="510613" y="308363"/>
                    <a:pt x="525078" y="302332"/>
                    <a:pt x="542998" y="298598"/>
                  </a:cubicBezTo>
                  <a:cubicBezTo>
                    <a:pt x="560917" y="294650"/>
                    <a:pt x="582579" y="292783"/>
                    <a:pt x="607696" y="292783"/>
                  </a:cubicBezTo>
                  <a:cubicBezTo>
                    <a:pt x="634971" y="292783"/>
                    <a:pt x="662031" y="296229"/>
                    <a:pt x="689234" y="303337"/>
                  </a:cubicBezTo>
                  <a:cubicBezTo>
                    <a:pt x="716149" y="310445"/>
                    <a:pt x="742130" y="321286"/>
                    <a:pt x="766526" y="336076"/>
                  </a:cubicBezTo>
                  <a:cubicBezTo>
                    <a:pt x="783222" y="346199"/>
                    <a:pt x="799199" y="358117"/>
                    <a:pt x="814456" y="371974"/>
                  </a:cubicBezTo>
                  <a:cubicBezTo>
                    <a:pt x="826906" y="383317"/>
                    <a:pt x="845905" y="383317"/>
                    <a:pt x="858715" y="372404"/>
                  </a:cubicBezTo>
                  <a:lnTo>
                    <a:pt x="1042806" y="213951"/>
                  </a:lnTo>
                  <a:cubicBezTo>
                    <a:pt x="1056192" y="202392"/>
                    <a:pt x="1058135" y="182648"/>
                    <a:pt x="1047844" y="168289"/>
                  </a:cubicBezTo>
                  <a:cubicBezTo>
                    <a:pt x="1027477" y="139786"/>
                    <a:pt x="1003440" y="114299"/>
                    <a:pt x="975805" y="91540"/>
                  </a:cubicBezTo>
                  <a:cubicBezTo>
                    <a:pt x="939894" y="62247"/>
                    <a:pt x="893907" y="39559"/>
                    <a:pt x="837845" y="23764"/>
                  </a:cubicBezTo>
                  <a:cubicBezTo>
                    <a:pt x="781783" y="7969"/>
                    <a:pt x="710536" y="0"/>
                    <a:pt x="624320" y="0"/>
                  </a:cubicBezTo>
                  <a:cubicBezTo>
                    <a:pt x="565091" y="0"/>
                    <a:pt x="506942" y="8687"/>
                    <a:pt x="449873" y="26134"/>
                  </a:cubicBezTo>
                  <a:cubicBezTo>
                    <a:pt x="392515" y="43795"/>
                    <a:pt x="340339" y="68852"/>
                    <a:pt x="293417" y="101591"/>
                  </a:cubicBezTo>
                  <a:cubicBezTo>
                    <a:pt x="246207" y="134330"/>
                    <a:pt x="207201" y="173387"/>
                    <a:pt x="176111" y="219264"/>
                  </a:cubicBezTo>
                  <a:cubicBezTo>
                    <a:pt x="145022" y="265142"/>
                    <a:pt x="126095" y="315829"/>
                    <a:pt x="119546" y="371471"/>
                  </a:cubicBezTo>
                  <a:cubicBezTo>
                    <a:pt x="113716" y="420508"/>
                    <a:pt x="116451" y="464590"/>
                    <a:pt x="127678" y="503934"/>
                  </a:cubicBezTo>
                  <a:cubicBezTo>
                    <a:pt x="138905" y="543278"/>
                    <a:pt x="159127" y="578099"/>
                    <a:pt x="188274" y="608684"/>
                  </a:cubicBezTo>
                  <a:cubicBezTo>
                    <a:pt x="217492" y="639054"/>
                    <a:pt x="255347" y="665403"/>
                    <a:pt x="301981" y="687013"/>
                  </a:cubicBezTo>
                  <a:cubicBezTo>
                    <a:pt x="348616" y="708911"/>
                    <a:pt x="403814" y="727362"/>
                    <a:pt x="467576" y="742655"/>
                  </a:cubicBezTo>
                  <a:cubicBezTo>
                    <a:pt x="480459" y="745814"/>
                    <a:pt x="495068" y="749260"/>
                    <a:pt x="511620" y="752419"/>
                  </a:cubicBezTo>
                  <a:cubicBezTo>
                    <a:pt x="528173" y="755865"/>
                    <a:pt x="545157" y="759814"/>
                    <a:pt x="562501" y="764840"/>
                  </a:cubicBezTo>
                  <a:cubicBezTo>
                    <a:pt x="579917" y="769578"/>
                    <a:pt x="595893" y="775681"/>
                    <a:pt x="610359" y="782789"/>
                  </a:cubicBezTo>
                  <a:cubicBezTo>
                    <a:pt x="624824" y="789897"/>
                    <a:pt x="636266" y="798368"/>
                    <a:pt x="644399" y="808133"/>
                  </a:cubicBezTo>
                  <a:cubicBezTo>
                    <a:pt x="652531" y="817897"/>
                    <a:pt x="655554" y="830030"/>
                    <a:pt x="653898" y="844031"/>
                  </a:cubicBezTo>
                  <a:cubicBezTo>
                    <a:pt x="652099" y="859323"/>
                    <a:pt x="646414" y="871457"/>
                    <a:pt x="636698" y="880144"/>
                  </a:cubicBezTo>
                  <a:cubicBezTo>
                    <a:pt x="626911" y="888831"/>
                    <a:pt x="613525" y="895149"/>
                    <a:pt x="596685" y="898882"/>
                  </a:cubicBezTo>
                  <a:cubicBezTo>
                    <a:pt x="579845" y="902831"/>
                    <a:pt x="561061" y="904698"/>
                    <a:pt x="540191" y="904698"/>
                  </a:cubicBezTo>
                  <a:cubicBezTo>
                    <a:pt x="487799" y="904698"/>
                    <a:pt x="433105" y="893354"/>
                    <a:pt x="376179" y="871169"/>
                  </a:cubicBezTo>
                  <a:cubicBezTo>
                    <a:pt x="328249" y="852287"/>
                    <a:pt x="283990" y="816461"/>
                    <a:pt x="243400" y="763978"/>
                  </a:cubicBezTo>
                  <a:cubicBezTo>
                    <a:pt x="231094" y="748040"/>
                    <a:pt x="207561" y="746388"/>
                    <a:pt x="193168" y="760532"/>
                  </a:cubicBezTo>
                  <a:lnTo>
                    <a:pt x="10156" y="941170"/>
                  </a:lnTo>
                  <a:cubicBezTo>
                    <a:pt x="-1862" y="953088"/>
                    <a:pt x="-3589" y="972329"/>
                    <a:pt x="6990" y="985540"/>
                  </a:cubicBezTo>
                  <a:cubicBezTo>
                    <a:pt x="36712" y="1022658"/>
                    <a:pt x="70393" y="1055541"/>
                    <a:pt x="108175" y="1084618"/>
                  </a:cubicBezTo>
                  <a:cubicBezTo>
                    <a:pt x="153802" y="1119439"/>
                    <a:pt x="208496" y="1146362"/>
                    <a:pt x="272331" y="1165604"/>
                  </a:cubicBezTo>
                  <a:cubicBezTo>
                    <a:pt x="336237" y="1184630"/>
                    <a:pt x="411515" y="1194107"/>
                    <a:pt x="497731" y="1194107"/>
                  </a:cubicBezTo>
                  <a:cubicBezTo>
                    <a:pt x="583947" y="1194107"/>
                    <a:pt x="666349" y="1179604"/>
                    <a:pt x="740618" y="1150814"/>
                  </a:cubicBezTo>
                  <a:cubicBezTo>
                    <a:pt x="815176" y="1121808"/>
                    <a:pt x="876851" y="1079018"/>
                    <a:pt x="925572" y="1022299"/>
                  </a:cubicBezTo>
                  <a:cubicBezTo>
                    <a:pt x="974294" y="965581"/>
                    <a:pt x="1003800" y="895364"/>
                    <a:pt x="1013732" y="811220"/>
                  </a:cubicBezTo>
                  <a:cubicBezTo>
                    <a:pt x="1020712" y="752419"/>
                    <a:pt x="1016610" y="701444"/>
                    <a:pt x="1001353" y="65843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" name="Google Shape;155;p20"/>
            <p:cNvSpPr/>
            <p:nvPr/>
          </p:nvSpPr>
          <p:spPr>
            <a:xfrm>
              <a:off x="6346942" y="2172529"/>
              <a:ext cx="810806" cy="868712"/>
            </a:xfrm>
            <a:custGeom>
              <a:rect b="b" l="l" r="r" t="t"/>
              <a:pathLst>
                <a:path extrusionOk="0" h="1194106" w="1114510">
                  <a:moveTo>
                    <a:pt x="817712" y="823497"/>
                  </a:moveTo>
                  <a:cubicBezTo>
                    <a:pt x="791804" y="839292"/>
                    <a:pt x="763593" y="852000"/>
                    <a:pt x="732791" y="862051"/>
                  </a:cubicBezTo>
                  <a:cubicBezTo>
                    <a:pt x="702278" y="871816"/>
                    <a:pt x="670540" y="876554"/>
                    <a:pt x="637723" y="876554"/>
                  </a:cubicBezTo>
                  <a:cubicBezTo>
                    <a:pt x="591737" y="876554"/>
                    <a:pt x="550932" y="870236"/>
                    <a:pt x="515452" y="857026"/>
                  </a:cubicBezTo>
                  <a:cubicBezTo>
                    <a:pt x="479757" y="843815"/>
                    <a:pt x="450178" y="825364"/>
                    <a:pt x="426789" y="801384"/>
                  </a:cubicBezTo>
                  <a:cubicBezTo>
                    <a:pt x="403472" y="777404"/>
                    <a:pt x="386488" y="748614"/>
                    <a:pt x="376197" y="714870"/>
                  </a:cubicBezTo>
                  <a:cubicBezTo>
                    <a:pt x="366193" y="681126"/>
                    <a:pt x="363458" y="643362"/>
                    <a:pt x="368352" y="601935"/>
                  </a:cubicBezTo>
                  <a:cubicBezTo>
                    <a:pt x="373750" y="556058"/>
                    <a:pt x="385696" y="515637"/>
                    <a:pt x="403832" y="480816"/>
                  </a:cubicBezTo>
                  <a:cubicBezTo>
                    <a:pt x="422255" y="445995"/>
                    <a:pt x="445285" y="416415"/>
                    <a:pt x="472704" y="392435"/>
                  </a:cubicBezTo>
                  <a:cubicBezTo>
                    <a:pt x="500123" y="368456"/>
                    <a:pt x="531141" y="350220"/>
                    <a:pt x="565901" y="337583"/>
                  </a:cubicBezTo>
                  <a:cubicBezTo>
                    <a:pt x="600661" y="325163"/>
                    <a:pt x="636572" y="318845"/>
                    <a:pt x="673923" y="318845"/>
                  </a:cubicBezTo>
                  <a:cubicBezTo>
                    <a:pt x="711274" y="318845"/>
                    <a:pt x="741356" y="323583"/>
                    <a:pt x="768271" y="332845"/>
                  </a:cubicBezTo>
                  <a:cubicBezTo>
                    <a:pt x="794971" y="342107"/>
                    <a:pt x="818072" y="354456"/>
                    <a:pt x="837719" y="369533"/>
                  </a:cubicBezTo>
                  <a:cubicBezTo>
                    <a:pt x="847362" y="377215"/>
                    <a:pt x="856358" y="385256"/>
                    <a:pt x="864562" y="393728"/>
                  </a:cubicBezTo>
                  <a:cubicBezTo>
                    <a:pt x="877804" y="407441"/>
                    <a:pt x="900186" y="406651"/>
                    <a:pt x="913500" y="392938"/>
                  </a:cubicBezTo>
                  <a:lnTo>
                    <a:pt x="1105075" y="196074"/>
                  </a:lnTo>
                  <a:cubicBezTo>
                    <a:pt x="1118101" y="182720"/>
                    <a:pt x="1117453" y="161612"/>
                    <a:pt x="1104283" y="148402"/>
                  </a:cubicBezTo>
                  <a:cubicBezTo>
                    <a:pt x="1076432" y="120258"/>
                    <a:pt x="1045487" y="96063"/>
                    <a:pt x="1011806" y="75960"/>
                  </a:cubicBezTo>
                  <a:cubicBezTo>
                    <a:pt x="968266" y="50401"/>
                    <a:pt x="921344" y="31375"/>
                    <a:pt x="870968" y="18739"/>
                  </a:cubicBezTo>
                  <a:cubicBezTo>
                    <a:pt x="820303" y="6318"/>
                    <a:pt x="768487" y="0"/>
                    <a:pt x="715016" y="0"/>
                  </a:cubicBezTo>
                  <a:cubicBezTo>
                    <a:pt x="620883" y="0"/>
                    <a:pt x="532940" y="14790"/>
                    <a:pt x="451402" y="44298"/>
                  </a:cubicBezTo>
                  <a:cubicBezTo>
                    <a:pt x="369648" y="73591"/>
                    <a:pt x="297393" y="114730"/>
                    <a:pt x="234206" y="167787"/>
                  </a:cubicBezTo>
                  <a:cubicBezTo>
                    <a:pt x="171092" y="220557"/>
                    <a:pt x="119779" y="283593"/>
                    <a:pt x="79910" y="356681"/>
                  </a:cubicBezTo>
                  <a:cubicBezTo>
                    <a:pt x="40040" y="429769"/>
                    <a:pt x="15284" y="509965"/>
                    <a:pt x="4993" y="597053"/>
                  </a:cubicBezTo>
                  <a:cubicBezTo>
                    <a:pt x="-5299" y="684357"/>
                    <a:pt x="243" y="764553"/>
                    <a:pt x="22337" y="837641"/>
                  </a:cubicBezTo>
                  <a:cubicBezTo>
                    <a:pt x="44358" y="910729"/>
                    <a:pt x="80342" y="973550"/>
                    <a:pt x="130430" y="1026535"/>
                  </a:cubicBezTo>
                  <a:cubicBezTo>
                    <a:pt x="180519" y="1079305"/>
                    <a:pt x="242338" y="1120444"/>
                    <a:pt x="315745" y="1150024"/>
                  </a:cubicBezTo>
                  <a:cubicBezTo>
                    <a:pt x="389510" y="1179317"/>
                    <a:pt x="472128" y="1194107"/>
                    <a:pt x="563886" y="1194107"/>
                  </a:cubicBezTo>
                  <a:cubicBezTo>
                    <a:pt x="621819" y="1194107"/>
                    <a:pt x="679968" y="1187214"/>
                    <a:pt x="738477" y="1173788"/>
                  </a:cubicBezTo>
                  <a:cubicBezTo>
                    <a:pt x="796986" y="1160075"/>
                    <a:pt x="851249" y="1141337"/>
                    <a:pt x="900906" y="1117357"/>
                  </a:cubicBezTo>
                  <a:cubicBezTo>
                    <a:pt x="940559" y="1098331"/>
                    <a:pt x="974528" y="1077223"/>
                    <a:pt x="1002883" y="1054033"/>
                  </a:cubicBezTo>
                  <a:cubicBezTo>
                    <a:pt x="1015333" y="1043838"/>
                    <a:pt x="1019075" y="1026535"/>
                    <a:pt x="1011734" y="1012248"/>
                  </a:cubicBezTo>
                  <a:lnTo>
                    <a:pt x="906159" y="808563"/>
                  </a:lnTo>
                  <a:cubicBezTo>
                    <a:pt x="896300" y="789538"/>
                    <a:pt x="871759" y="784943"/>
                    <a:pt x="854775" y="798081"/>
                  </a:cubicBezTo>
                  <a:cubicBezTo>
                    <a:pt x="843189" y="807128"/>
                    <a:pt x="830810" y="815671"/>
                    <a:pt x="817640" y="82371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" name="Google Shape;156;p20"/>
            <p:cNvSpPr/>
            <p:nvPr/>
          </p:nvSpPr>
          <p:spPr>
            <a:xfrm>
              <a:off x="7116758" y="2196150"/>
              <a:ext cx="847001" cy="833038"/>
            </a:xfrm>
            <a:custGeom>
              <a:rect b="b" l="l" r="r" t="t"/>
              <a:pathLst>
                <a:path extrusionOk="0" h="1145070" w="1164263">
                  <a:moveTo>
                    <a:pt x="1143284" y="341963"/>
                  </a:moveTo>
                  <a:cubicBezTo>
                    <a:pt x="1122702" y="272034"/>
                    <a:pt x="1088590" y="211869"/>
                    <a:pt x="1040876" y="161253"/>
                  </a:cubicBezTo>
                  <a:cubicBezTo>
                    <a:pt x="993162" y="110565"/>
                    <a:pt x="935157" y="71006"/>
                    <a:pt x="866357" y="42503"/>
                  </a:cubicBezTo>
                  <a:cubicBezTo>
                    <a:pt x="797485" y="14287"/>
                    <a:pt x="719832" y="0"/>
                    <a:pt x="633616" y="0"/>
                  </a:cubicBezTo>
                  <a:lnTo>
                    <a:pt x="176844" y="0"/>
                  </a:lnTo>
                  <a:cubicBezTo>
                    <a:pt x="149281" y="0"/>
                    <a:pt x="126107" y="20605"/>
                    <a:pt x="122869" y="47888"/>
                  </a:cubicBezTo>
                  <a:lnTo>
                    <a:pt x="382" y="1084475"/>
                  </a:lnTo>
                  <a:cubicBezTo>
                    <a:pt x="-3433" y="1116711"/>
                    <a:pt x="21828" y="1145070"/>
                    <a:pt x="54357" y="1145070"/>
                  </a:cubicBezTo>
                  <a:lnTo>
                    <a:pt x="498319" y="1145070"/>
                  </a:lnTo>
                  <a:cubicBezTo>
                    <a:pt x="584535" y="1145070"/>
                    <a:pt x="665498" y="1131070"/>
                    <a:pt x="741063" y="1102567"/>
                  </a:cubicBezTo>
                  <a:cubicBezTo>
                    <a:pt x="816628" y="1074064"/>
                    <a:pt x="883917" y="1034792"/>
                    <a:pt x="943649" y="983817"/>
                  </a:cubicBezTo>
                  <a:cubicBezTo>
                    <a:pt x="1003309" y="933129"/>
                    <a:pt x="1051743" y="872749"/>
                    <a:pt x="1088878" y="802317"/>
                  </a:cubicBezTo>
                  <a:cubicBezTo>
                    <a:pt x="1126228" y="732173"/>
                    <a:pt x="1149617" y="655351"/>
                    <a:pt x="1159405" y="572499"/>
                  </a:cubicBezTo>
                  <a:cubicBezTo>
                    <a:pt x="1169336" y="488570"/>
                    <a:pt x="1164083" y="411820"/>
                    <a:pt x="1143284" y="341891"/>
                  </a:cubicBezTo>
                  <a:close/>
                  <a:moveTo>
                    <a:pt x="771289" y="681270"/>
                  </a:moveTo>
                  <a:cubicBezTo>
                    <a:pt x="755168" y="714798"/>
                    <a:pt x="734874" y="743301"/>
                    <a:pt x="710117" y="767281"/>
                  </a:cubicBezTo>
                  <a:cubicBezTo>
                    <a:pt x="685577" y="791261"/>
                    <a:pt x="657725" y="809999"/>
                    <a:pt x="626492" y="823712"/>
                  </a:cubicBezTo>
                  <a:cubicBezTo>
                    <a:pt x="595258" y="837425"/>
                    <a:pt x="561650" y="844031"/>
                    <a:pt x="525738" y="844031"/>
                  </a:cubicBezTo>
                  <a:lnTo>
                    <a:pt x="422394" y="844031"/>
                  </a:lnTo>
                  <a:cubicBezTo>
                    <a:pt x="401524" y="844031"/>
                    <a:pt x="385331" y="825866"/>
                    <a:pt x="387778" y="805189"/>
                  </a:cubicBezTo>
                  <a:lnTo>
                    <a:pt x="443696" y="331768"/>
                  </a:lnTo>
                  <a:cubicBezTo>
                    <a:pt x="445784" y="314250"/>
                    <a:pt x="460609" y="301040"/>
                    <a:pt x="478312" y="301040"/>
                  </a:cubicBezTo>
                  <a:lnTo>
                    <a:pt x="589861" y="301040"/>
                  </a:lnTo>
                  <a:cubicBezTo>
                    <a:pt x="625844" y="301040"/>
                    <a:pt x="657797" y="307932"/>
                    <a:pt x="685864" y="321358"/>
                  </a:cubicBezTo>
                  <a:cubicBezTo>
                    <a:pt x="713859" y="335071"/>
                    <a:pt x="737249" y="354097"/>
                    <a:pt x="756176" y="377789"/>
                  </a:cubicBezTo>
                  <a:cubicBezTo>
                    <a:pt x="775319" y="401769"/>
                    <a:pt x="788849" y="430559"/>
                    <a:pt x="797053" y="463800"/>
                  </a:cubicBezTo>
                  <a:cubicBezTo>
                    <a:pt x="805041" y="497042"/>
                    <a:pt x="806840" y="533155"/>
                    <a:pt x="802162" y="572499"/>
                  </a:cubicBezTo>
                  <a:cubicBezTo>
                    <a:pt x="797485" y="611843"/>
                    <a:pt x="787193" y="647956"/>
                    <a:pt x="771361" y="68119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" name="Google Shape;157;p20"/>
            <p:cNvSpPr/>
            <p:nvPr/>
          </p:nvSpPr>
          <p:spPr>
            <a:xfrm>
              <a:off x="7964203" y="2196202"/>
              <a:ext cx="346155" cy="833038"/>
            </a:xfrm>
            <a:custGeom>
              <a:rect b="b" l="l" r="r" t="t"/>
              <a:pathLst>
                <a:path extrusionOk="0" h="1145070" w="475815">
                  <a:moveTo>
                    <a:pt x="122869" y="47888"/>
                  </a:moveTo>
                  <a:lnTo>
                    <a:pt x="382" y="1084475"/>
                  </a:lnTo>
                  <a:cubicBezTo>
                    <a:pt x="-3432" y="1116711"/>
                    <a:pt x="21828" y="1145070"/>
                    <a:pt x="54357" y="1145070"/>
                  </a:cubicBezTo>
                  <a:lnTo>
                    <a:pt x="298972" y="1145070"/>
                  </a:lnTo>
                  <a:cubicBezTo>
                    <a:pt x="326535" y="1145070"/>
                    <a:pt x="349708" y="1124465"/>
                    <a:pt x="352947" y="1097182"/>
                  </a:cubicBezTo>
                  <a:lnTo>
                    <a:pt x="475434" y="60596"/>
                  </a:lnTo>
                  <a:cubicBezTo>
                    <a:pt x="479248" y="28359"/>
                    <a:pt x="453988" y="0"/>
                    <a:pt x="421459" y="0"/>
                  </a:cubicBezTo>
                  <a:lnTo>
                    <a:pt x="176844" y="0"/>
                  </a:lnTo>
                  <a:cubicBezTo>
                    <a:pt x="149281" y="0"/>
                    <a:pt x="126108" y="20605"/>
                    <a:pt x="122869" y="4788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58" name="Google Shape;158;p20" title="logobuenosaires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6125" y="355525"/>
            <a:ext cx="631900" cy="206100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20"/>
          <p:cNvSpPr txBox="1"/>
          <p:nvPr/>
        </p:nvSpPr>
        <p:spPr>
          <a:xfrm>
            <a:off x="5626250" y="355525"/>
            <a:ext cx="30216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s" sz="1600" u="none" cap="none" strike="noStrike">
                <a:solidFill>
                  <a:srgbClr val="FFFFFF"/>
                </a:solidFill>
                <a:latin typeface="Archivo"/>
                <a:ea typeface="Archivo"/>
                <a:cs typeface="Archivo"/>
                <a:sym typeface="Archivo"/>
              </a:rPr>
              <a:t>Febrero 2026</a:t>
            </a:r>
            <a:endParaRPr b="1" i="0" sz="1600" u="none" cap="none" strike="noStrike">
              <a:solidFill>
                <a:srgbClr val="FFFFFF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60" name="Google Shape;160;p20"/>
          <p:cNvSpPr txBox="1"/>
          <p:nvPr/>
        </p:nvSpPr>
        <p:spPr>
          <a:xfrm>
            <a:off x="496125" y="3203775"/>
            <a:ext cx="8293500" cy="139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s" sz="4200" u="none" cap="none" strike="noStrike">
                <a:solidFill>
                  <a:srgbClr val="FFFFFF"/>
                </a:solidFill>
                <a:latin typeface="Archivo"/>
                <a:ea typeface="Archivo"/>
                <a:cs typeface="Archivo"/>
                <a:sym typeface="Archivo"/>
              </a:rPr>
              <a:t>Comunicación </a:t>
            </a:r>
            <a:r>
              <a:rPr b="1" i="0" lang="es" sz="4200" u="none" cap="none" strike="noStrike">
                <a:solidFill>
                  <a:srgbClr val="8DE2D6"/>
                </a:solidFill>
                <a:latin typeface="Archivo"/>
                <a:ea typeface="Archivo"/>
                <a:cs typeface="Archivo"/>
                <a:sym typeface="Archivo"/>
              </a:rPr>
              <a:t>Digital y Directa</a:t>
            </a:r>
            <a:endParaRPr b="1" i="0" sz="4200" u="none" cap="none" strike="noStrike">
              <a:solidFill>
                <a:srgbClr val="8DE2D6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61" name="Google Shape;161;p20"/>
          <p:cNvSpPr/>
          <p:nvPr/>
        </p:nvSpPr>
        <p:spPr>
          <a:xfrm>
            <a:off x="496125" y="2268600"/>
            <a:ext cx="606300" cy="606300"/>
          </a:xfrm>
          <a:prstGeom prst="roundRect">
            <a:avLst>
              <a:gd fmla="val 16667" name="adj"/>
            </a:avLst>
          </a:prstGeom>
          <a:solidFill>
            <a:srgbClr val="8DE2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20"/>
          <p:cNvSpPr txBox="1"/>
          <p:nvPr/>
        </p:nvSpPr>
        <p:spPr>
          <a:xfrm>
            <a:off x="496125" y="3493050"/>
            <a:ext cx="400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s" sz="2100" u="none" cap="none" strike="noStrike">
                <a:solidFill>
                  <a:srgbClr val="FFFFFF"/>
                </a:solidFill>
                <a:latin typeface="Archivo"/>
                <a:ea typeface="Archivo"/>
                <a:cs typeface="Archivo"/>
                <a:sym typeface="Archivo"/>
              </a:rPr>
              <a:t>Campañas destacadas</a:t>
            </a:r>
            <a:endParaRPr b="1" i="0" sz="2100" u="none" cap="none" strike="noStrike">
              <a:solidFill>
                <a:srgbClr val="FFFFFF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grpSp>
        <p:nvGrpSpPr>
          <p:cNvPr id="163" name="Google Shape;163;p20"/>
          <p:cNvGrpSpPr/>
          <p:nvPr/>
        </p:nvGrpSpPr>
        <p:grpSpPr>
          <a:xfrm>
            <a:off x="616153" y="2376758"/>
            <a:ext cx="391834" cy="390119"/>
            <a:chOff x="2134400" y="1188200"/>
            <a:chExt cx="3351875" cy="3337200"/>
          </a:xfrm>
        </p:grpSpPr>
        <p:sp>
          <p:nvSpPr>
            <p:cNvPr id="164" name="Google Shape;164;p20"/>
            <p:cNvSpPr/>
            <p:nvPr/>
          </p:nvSpPr>
          <p:spPr>
            <a:xfrm>
              <a:off x="4405550" y="2315025"/>
              <a:ext cx="1080725" cy="880950"/>
            </a:xfrm>
            <a:custGeom>
              <a:rect b="b" l="l" r="r" t="t"/>
              <a:pathLst>
                <a:path extrusionOk="0" h="35238" w="43229">
                  <a:moveTo>
                    <a:pt x="21125" y="1"/>
                  </a:moveTo>
                  <a:lnTo>
                    <a:pt x="18946" y="196"/>
                  </a:lnTo>
                  <a:lnTo>
                    <a:pt x="17856" y="392"/>
                  </a:lnTo>
                  <a:lnTo>
                    <a:pt x="16738" y="615"/>
                  </a:lnTo>
                  <a:lnTo>
                    <a:pt x="14587" y="1258"/>
                  </a:lnTo>
                  <a:lnTo>
                    <a:pt x="12575" y="2069"/>
                  </a:lnTo>
                  <a:lnTo>
                    <a:pt x="10675" y="3047"/>
                  </a:lnTo>
                  <a:lnTo>
                    <a:pt x="8914" y="4164"/>
                  </a:lnTo>
                  <a:lnTo>
                    <a:pt x="7293" y="5450"/>
                  </a:lnTo>
                  <a:lnTo>
                    <a:pt x="5812" y="6875"/>
                  </a:lnTo>
                  <a:lnTo>
                    <a:pt x="4471" y="8412"/>
                  </a:lnTo>
                  <a:lnTo>
                    <a:pt x="3297" y="10088"/>
                  </a:lnTo>
                  <a:lnTo>
                    <a:pt x="2291" y="11849"/>
                  </a:lnTo>
                  <a:lnTo>
                    <a:pt x="1453" y="13749"/>
                  </a:lnTo>
                  <a:lnTo>
                    <a:pt x="810" y="15705"/>
                  </a:lnTo>
                  <a:lnTo>
                    <a:pt x="363" y="17745"/>
                  </a:lnTo>
                  <a:lnTo>
                    <a:pt x="84" y="19869"/>
                  </a:lnTo>
                  <a:lnTo>
                    <a:pt x="0" y="22048"/>
                  </a:lnTo>
                  <a:lnTo>
                    <a:pt x="140" y="24284"/>
                  </a:lnTo>
                  <a:lnTo>
                    <a:pt x="307" y="25402"/>
                  </a:lnTo>
                  <a:lnTo>
                    <a:pt x="559" y="26743"/>
                  </a:lnTo>
                  <a:lnTo>
                    <a:pt x="1313" y="29342"/>
                  </a:lnTo>
                  <a:lnTo>
                    <a:pt x="2431" y="31773"/>
                  </a:lnTo>
                  <a:lnTo>
                    <a:pt x="3912" y="34120"/>
                  </a:lnTo>
                  <a:lnTo>
                    <a:pt x="4778" y="35238"/>
                  </a:lnTo>
                  <a:lnTo>
                    <a:pt x="5253" y="34371"/>
                  </a:lnTo>
                  <a:lnTo>
                    <a:pt x="6259" y="32751"/>
                  </a:lnTo>
                  <a:lnTo>
                    <a:pt x="7405" y="31270"/>
                  </a:lnTo>
                  <a:lnTo>
                    <a:pt x="8663" y="29900"/>
                  </a:lnTo>
                  <a:lnTo>
                    <a:pt x="9361" y="29286"/>
                  </a:lnTo>
                  <a:lnTo>
                    <a:pt x="10088" y="28671"/>
                  </a:lnTo>
                  <a:lnTo>
                    <a:pt x="11597" y="27637"/>
                  </a:lnTo>
                  <a:lnTo>
                    <a:pt x="13189" y="26715"/>
                  </a:lnTo>
                  <a:lnTo>
                    <a:pt x="14894" y="25960"/>
                  </a:lnTo>
                  <a:lnTo>
                    <a:pt x="15788" y="25597"/>
                  </a:lnTo>
                  <a:lnTo>
                    <a:pt x="14810" y="24759"/>
                  </a:lnTo>
                  <a:lnTo>
                    <a:pt x="13329" y="22915"/>
                  </a:lnTo>
                  <a:lnTo>
                    <a:pt x="12351" y="20931"/>
                  </a:lnTo>
                  <a:lnTo>
                    <a:pt x="11848" y="18919"/>
                  </a:lnTo>
                  <a:lnTo>
                    <a:pt x="11764" y="16907"/>
                  </a:lnTo>
                  <a:lnTo>
                    <a:pt x="12100" y="14951"/>
                  </a:lnTo>
                  <a:lnTo>
                    <a:pt x="12798" y="13162"/>
                  </a:lnTo>
                  <a:lnTo>
                    <a:pt x="13804" y="11541"/>
                  </a:lnTo>
                  <a:lnTo>
                    <a:pt x="14447" y="10843"/>
                  </a:lnTo>
                  <a:lnTo>
                    <a:pt x="15173" y="10116"/>
                  </a:lnTo>
                  <a:lnTo>
                    <a:pt x="16794" y="8971"/>
                  </a:lnTo>
                  <a:lnTo>
                    <a:pt x="18583" y="8216"/>
                  </a:lnTo>
                  <a:lnTo>
                    <a:pt x="20483" y="7825"/>
                  </a:lnTo>
                  <a:lnTo>
                    <a:pt x="22383" y="7769"/>
                  </a:lnTo>
                  <a:lnTo>
                    <a:pt x="24283" y="8104"/>
                  </a:lnTo>
                  <a:lnTo>
                    <a:pt x="26099" y="8803"/>
                  </a:lnTo>
                  <a:lnTo>
                    <a:pt x="27748" y="9893"/>
                  </a:lnTo>
                  <a:lnTo>
                    <a:pt x="28531" y="10563"/>
                  </a:lnTo>
                  <a:lnTo>
                    <a:pt x="29117" y="11206"/>
                  </a:lnTo>
                  <a:lnTo>
                    <a:pt x="30179" y="12715"/>
                  </a:lnTo>
                  <a:lnTo>
                    <a:pt x="30934" y="14476"/>
                  </a:lnTo>
                  <a:lnTo>
                    <a:pt x="31381" y="16404"/>
                  </a:lnTo>
                  <a:lnTo>
                    <a:pt x="31437" y="18444"/>
                  </a:lnTo>
                  <a:lnTo>
                    <a:pt x="30990" y="20539"/>
                  </a:lnTo>
                  <a:lnTo>
                    <a:pt x="30319" y="22104"/>
                  </a:lnTo>
                  <a:lnTo>
                    <a:pt x="29704" y="23138"/>
                  </a:lnTo>
                  <a:lnTo>
                    <a:pt x="28922" y="24144"/>
                  </a:lnTo>
                  <a:lnTo>
                    <a:pt x="27972" y="25150"/>
                  </a:lnTo>
                  <a:lnTo>
                    <a:pt x="27441" y="25625"/>
                  </a:lnTo>
                  <a:lnTo>
                    <a:pt x="28363" y="25960"/>
                  </a:lnTo>
                  <a:lnTo>
                    <a:pt x="30067" y="26743"/>
                  </a:lnTo>
                  <a:lnTo>
                    <a:pt x="31688" y="27665"/>
                  </a:lnTo>
                  <a:lnTo>
                    <a:pt x="33169" y="28727"/>
                  </a:lnTo>
                  <a:lnTo>
                    <a:pt x="34538" y="29928"/>
                  </a:lnTo>
                  <a:lnTo>
                    <a:pt x="35796" y="31270"/>
                  </a:lnTo>
                  <a:lnTo>
                    <a:pt x="36942" y="32751"/>
                  </a:lnTo>
                  <a:lnTo>
                    <a:pt x="37948" y="34371"/>
                  </a:lnTo>
                  <a:lnTo>
                    <a:pt x="38423" y="35238"/>
                  </a:lnTo>
                  <a:lnTo>
                    <a:pt x="39065" y="34427"/>
                  </a:lnTo>
                  <a:lnTo>
                    <a:pt x="40183" y="32751"/>
                  </a:lnTo>
                  <a:lnTo>
                    <a:pt x="41105" y="31018"/>
                  </a:lnTo>
                  <a:lnTo>
                    <a:pt x="41860" y="29230"/>
                  </a:lnTo>
                  <a:lnTo>
                    <a:pt x="42195" y="28280"/>
                  </a:lnTo>
                  <a:lnTo>
                    <a:pt x="42726" y="26435"/>
                  </a:lnTo>
                  <a:lnTo>
                    <a:pt x="43229" y="24591"/>
                  </a:lnTo>
                  <a:lnTo>
                    <a:pt x="43229" y="23809"/>
                  </a:lnTo>
                  <a:lnTo>
                    <a:pt x="43229" y="23026"/>
                  </a:lnTo>
                  <a:lnTo>
                    <a:pt x="43089" y="22635"/>
                  </a:lnTo>
                  <a:lnTo>
                    <a:pt x="43089" y="21853"/>
                  </a:lnTo>
                  <a:lnTo>
                    <a:pt x="43229" y="21461"/>
                  </a:lnTo>
                  <a:lnTo>
                    <a:pt x="43229" y="19086"/>
                  </a:lnTo>
                  <a:lnTo>
                    <a:pt x="43033" y="18974"/>
                  </a:lnTo>
                  <a:lnTo>
                    <a:pt x="42977" y="18611"/>
                  </a:lnTo>
                  <a:lnTo>
                    <a:pt x="42977" y="18444"/>
                  </a:lnTo>
                  <a:lnTo>
                    <a:pt x="42810" y="17326"/>
                  </a:lnTo>
                  <a:lnTo>
                    <a:pt x="42279" y="15202"/>
                  </a:lnTo>
                  <a:lnTo>
                    <a:pt x="41524" y="13162"/>
                  </a:lnTo>
                  <a:lnTo>
                    <a:pt x="40546" y="11206"/>
                  </a:lnTo>
                  <a:lnTo>
                    <a:pt x="39429" y="9390"/>
                  </a:lnTo>
                  <a:lnTo>
                    <a:pt x="38115" y="7713"/>
                  </a:lnTo>
                  <a:lnTo>
                    <a:pt x="36634" y="6148"/>
                  </a:lnTo>
                  <a:lnTo>
                    <a:pt x="35041" y="4751"/>
                  </a:lnTo>
                  <a:lnTo>
                    <a:pt x="33309" y="3494"/>
                  </a:lnTo>
                  <a:lnTo>
                    <a:pt x="31465" y="2432"/>
                  </a:lnTo>
                  <a:lnTo>
                    <a:pt x="29509" y="1538"/>
                  </a:lnTo>
                  <a:lnTo>
                    <a:pt x="27497" y="839"/>
                  </a:lnTo>
                  <a:lnTo>
                    <a:pt x="25429" y="336"/>
                  </a:lnTo>
                  <a:lnTo>
                    <a:pt x="23277" y="57"/>
                  </a:lnTo>
                  <a:lnTo>
                    <a:pt x="21125" y="1"/>
                  </a:lnTo>
                  <a:close/>
                </a:path>
              </a:pathLst>
            </a:custGeom>
            <a:solidFill>
              <a:srgbClr val="1137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" name="Google Shape;165;p20"/>
            <p:cNvSpPr/>
            <p:nvPr/>
          </p:nvSpPr>
          <p:spPr>
            <a:xfrm>
              <a:off x="2134400" y="2491775"/>
              <a:ext cx="327675" cy="732150"/>
            </a:xfrm>
            <a:custGeom>
              <a:rect b="b" l="l" r="r" t="t"/>
              <a:pathLst>
                <a:path extrusionOk="0" h="29286" w="13107">
                  <a:moveTo>
                    <a:pt x="12296" y="0"/>
                  </a:moveTo>
                  <a:lnTo>
                    <a:pt x="10005" y="28"/>
                  </a:lnTo>
                  <a:lnTo>
                    <a:pt x="7713" y="56"/>
                  </a:lnTo>
                  <a:lnTo>
                    <a:pt x="7043" y="112"/>
                  </a:lnTo>
                  <a:lnTo>
                    <a:pt x="5757" y="364"/>
                  </a:lnTo>
                  <a:lnTo>
                    <a:pt x="4584" y="783"/>
                  </a:lnTo>
                  <a:lnTo>
                    <a:pt x="3494" y="1398"/>
                  </a:lnTo>
                  <a:lnTo>
                    <a:pt x="2544" y="2152"/>
                  </a:lnTo>
                  <a:lnTo>
                    <a:pt x="1706" y="3074"/>
                  </a:lnTo>
                  <a:lnTo>
                    <a:pt x="1035" y="4136"/>
                  </a:lnTo>
                  <a:lnTo>
                    <a:pt x="476" y="5310"/>
                  </a:lnTo>
                  <a:lnTo>
                    <a:pt x="280" y="5952"/>
                  </a:lnTo>
                  <a:lnTo>
                    <a:pt x="225" y="6120"/>
                  </a:lnTo>
                  <a:lnTo>
                    <a:pt x="141" y="6428"/>
                  </a:lnTo>
                  <a:lnTo>
                    <a:pt x="1" y="6539"/>
                  </a:lnTo>
                  <a:lnTo>
                    <a:pt x="1" y="22747"/>
                  </a:lnTo>
                  <a:lnTo>
                    <a:pt x="141" y="22970"/>
                  </a:lnTo>
                  <a:lnTo>
                    <a:pt x="252" y="23194"/>
                  </a:lnTo>
                  <a:lnTo>
                    <a:pt x="448" y="23836"/>
                  </a:lnTo>
                  <a:lnTo>
                    <a:pt x="979" y="25038"/>
                  </a:lnTo>
                  <a:lnTo>
                    <a:pt x="1622" y="26072"/>
                  </a:lnTo>
                  <a:lnTo>
                    <a:pt x="2404" y="26994"/>
                  </a:lnTo>
                  <a:lnTo>
                    <a:pt x="3298" y="27749"/>
                  </a:lnTo>
                  <a:lnTo>
                    <a:pt x="4304" y="28363"/>
                  </a:lnTo>
                  <a:lnTo>
                    <a:pt x="5422" y="28810"/>
                  </a:lnTo>
                  <a:lnTo>
                    <a:pt x="6680" y="29118"/>
                  </a:lnTo>
                  <a:lnTo>
                    <a:pt x="7322" y="29202"/>
                  </a:lnTo>
                  <a:lnTo>
                    <a:pt x="9893" y="29285"/>
                  </a:lnTo>
                  <a:lnTo>
                    <a:pt x="12436" y="29258"/>
                  </a:lnTo>
                  <a:lnTo>
                    <a:pt x="12659" y="29258"/>
                  </a:lnTo>
                  <a:lnTo>
                    <a:pt x="12939" y="29146"/>
                  </a:lnTo>
                  <a:lnTo>
                    <a:pt x="13107" y="28810"/>
                  </a:lnTo>
                  <a:lnTo>
                    <a:pt x="13107" y="28447"/>
                  </a:lnTo>
                  <a:lnTo>
                    <a:pt x="13107" y="14643"/>
                  </a:lnTo>
                  <a:lnTo>
                    <a:pt x="13107" y="839"/>
                  </a:lnTo>
                  <a:lnTo>
                    <a:pt x="13107" y="420"/>
                  </a:lnTo>
                  <a:lnTo>
                    <a:pt x="12855" y="84"/>
                  </a:lnTo>
                  <a:lnTo>
                    <a:pt x="12520" y="0"/>
                  </a:lnTo>
                  <a:close/>
                </a:path>
              </a:pathLst>
            </a:custGeom>
            <a:solidFill>
              <a:srgbClr val="1137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" name="Google Shape;166;p20"/>
            <p:cNvSpPr/>
            <p:nvPr/>
          </p:nvSpPr>
          <p:spPr>
            <a:xfrm>
              <a:off x="5479275" y="2851550"/>
              <a:ext cx="7000" cy="39150"/>
            </a:xfrm>
            <a:custGeom>
              <a:rect b="b" l="l" r="r" t="t"/>
              <a:pathLst>
                <a:path extrusionOk="0" h="1566" w="280">
                  <a:moveTo>
                    <a:pt x="280" y="0"/>
                  </a:moveTo>
                  <a:lnTo>
                    <a:pt x="140" y="196"/>
                  </a:lnTo>
                  <a:lnTo>
                    <a:pt x="1" y="587"/>
                  </a:lnTo>
                  <a:lnTo>
                    <a:pt x="1" y="979"/>
                  </a:lnTo>
                  <a:lnTo>
                    <a:pt x="140" y="1370"/>
                  </a:lnTo>
                  <a:lnTo>
                    <a:pt x="280" y="1565"/>
                  </a:lnTo>
                  <a:lnTo>
                    <a:pt x="280" y="0"/>
                  </a:lnTo>
                  <a:close/>
                </a:path>
              </a:pathLst>
            </a:custGeom>
            <a:solidFill>
              <a:srgbClr val="1137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" name="Google Shape;167;p20"/>
            <p:cNvSpPr/>
            <p:nvPr/>
          </p:nvSpPr>
          <p:spPr>
            <a:xfrm>
              <a:off x="2529825" y="2278000"/>
              <a:ext cx="643425" cy="1159700"/>
            </a:xfrm>
            <a:custGeom>
              <a:rect b="b" l="l" r="r" t="t"/>
              <a:pathLst>
                <a:path extrusionOk="0" h="46388" w="25737">
                  <a:moveTo>
                    <a:pt x="25736" y="1"/>
                  </a:moveTo>
                  <a:lnTo>
                    <a:pt x="20259" y="3158"/>
                  </a:lnTo>
                  <a:lnTo>
                    <a:pt x="14894" y="6260"/>
                  </a:lnTo>
                  <a:lnTo>
                    <a:pt x="13553" y="7015"/>
                  </a:lnTo>
                  <a:lnTo>
                    <a:pt x="11457" y="7909"/>
                  </a:lnTo>
                  <a:lnTo>
                    <a:pt x="9976" y="8300"/>
                  </a:lnTo>
                  <a:lnTo>
                    <a:pt x="9194" y="8412"/>
                  </a:lnTo>
                  <a:lnTo>
                    <a:pt x="8188" y="8524"/>
                  </a:lnTo>
                  <a:lnTo>
                    <a:pt x="6176" y="8607"/>
                  </a:lnTo>
                  <a:lnTo>
                    <a:pt x="3130" y="8579"/>
                  </a:lnTo>
                  <a:lnTo>
                    <a:pt x="1090" y="8551"/>
                  </a:lnTo>
                  <a:lnTo>
                    <a:pt x="783" y="8551"/>
                  </a:lnTo>
                  <a:lnTo>
                    <a:pt x="363" y="8663"/>
                  </a:lnTo>
                  <a:lnTo>
                    <a:pt x="112" y="8915"/>
                  </a:lnTo>
                  <a:lnTo>
                    <a:pt x="0" y="9334"/>
                  </a:lnTo>
                  <a:lnTo>
                    <a:pt x="0" y="9641"/>
                  </a:lnTo>
                  <a:lnTo>
                    <a:pt x="28" y="13637"/>
                  </a:lnTo>
                  <a:lnTo>
                    <a:pt x="0" y="17633"/>
                  </a:lnTo>
                  <a:lnTo>
                    <a:pt x="28" y="27106"/>
                  </a:lnTo>
                  <a:lnTo>
                    <a:pt x="0" y="36607"/>
                  </a:lnTo>
                  <a:lnTo>
                    <a:pt x="0" y="36942"/>
                  </a:lnTo>
                  <a:lnTo>
                    <a:pt x="112" y="37445"/>
                  </a:lnTo>
                  <a:lnTo>
                    <a:pt x="391" y="37725"/>
                  </a:lnTo>
                  <a:lnTo>
                    <a:pt x="866" y="37836"/>
                  </a:lnTo>
                  <a:lnTo>
                    <a:pt x="1230" y="37836"/>
                  </a:lnTo>
                  <a:lnTo>
                    <a:pt x="3521" y="37809"/>
                  </a:lnTo>
                  <a:lnTo>
                    <a:pt x="5812" y="37809"/>
                  </a:lnTo>
                  <a:lnTo>
                    <a:pt x="7098" y="37781"/>
                  </a:lnTo>
                  <a:lnTo>
                    <a:pt x="9585" y="38060"/>
                  </a:lnTo>
                  <a:lnTo>
                    <a:pt x="11960" y="38703"/>
                  </a:lnTo>
                  <a:lnTo>
                    <a:pt x="14251" y="39737"/>
                  </a:lnTo>
                  <a:lnTo>
                    <a:pt x="15341" y="40379"/>
                  </a:lnTo>
                  <a:lnTo>
                    <a:pt x="20455" y="43397"/>
                  </a:lnTo>
                  <a:lnTo>
                    <a:pt x="25736" y="46387"/>
                  </a:lnTo>
                  <a:lnTo>
                    <a:pt x="25736" y="1"/>
                  </a:lnTo>
                  <a:close/>
                </a:path>
              </a:pathLst>
            </a:custGeom>
            <a:solidFill>
              <a:srgbClr val="1137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" name="Google Shape;168;p20"/>
            <p:cNvSpPr/>
            <p:nvPr/>
          </p:nvSpPr>
          <p:spPr>
            <a:xfrm>
              <a:off x="3243075" y="2105450"/>
              <a:ext cx="327675" cy="1505500"/>
            </a:xfrm>
            <a:custGeom>
              <a:rect b="b" l="l" r="r" t="t"/>
              <a:pathLst>
                <a:path extrusionOk="0" h="60220" w="13107">
                  <a:moveTo>
                    <a:pt x="10340" y="1"/>
                  </a:moveTo>
                  <a:lnTo>
                    <a:pt x="9390" y="112"/>
                  </a:lnTo>
                  <a:lnTo>
                    <a:pt x="8328" y="476"/>
                  </a:lnTo>
                  <a:lnTo>
                    <a:pt x="7769" y="783"/>
                  </a:lnTo>
                  <a:lnTo>
                    <a:pt x="4276" y="2823"/>
                  </a:lnTo>
                  <a:lnTo>
                    <a:pt x="755" y="4835"/>
                  </a:lnTo>
                  <a:lnTo>
                    <a:pt x="392" y="5058"/>
                  </a:lnTo>
                  <a:lnTo>
                    <a:pt x="29" y="5701"/>
                  </a:lnTo>
                  <a:lnTo>
                    <a:pt x="1" y="6148"/>
                  </a:lnTo>
                  <a:lnTo>
                    <a:pt x="1" y="30096"/>
                  </a:lnTo>
                  <a:lnTo>
                    <a:pt x="1" y="54044"/>
                  </a:lnTo>
                  <a:lnTo>
                    <a:pt x="1" y="54435"/>
                  </a:lnTo>
                  <a:lnTo>
                    <a:pt x="308" y="55050"/>
                  </a:lnTo>
                  <a:lnTo>
                    <a:pt x="643" y="55301"/>
                  </a:lnTo>
                  <a:lnTo>
                    <a:pt x="4583" y="57537"/>
                  </a:lnTo>
                  <a:lnTo>
                    <a:pt x="8468" y="59800"/>
                  </a:lnTo>
                  <a:lnTo>
                    <a:pt x="8887" y="59996"/>
                  </a:lnTo>
                  <a:lnTo>
                    <a:pt x="9669" y="60219"/>
                  </a:lnTo>
                  <a:lnTo>
                    <a:pt x="10480" y="60191"/>
                  </a:lnTo>
                  <a:lnTo>
                    <a:pt x="11290" y="59912"/>
                  </a:lnTo>
                  <a:lnTo>
                    <a:pt x="11681" y="59688"/>
                  </a:lnTo>
                  <a:lnTo>
                    <a:pt x="12100" y="59409"/>
                  </a:lnTo>
                  <a:lnTo>
                    <a:pt x="12659" y="58710"/>
                  </a:lnTo>
                  <a:lnTo>
                    <a:pt x="12967" y="57900"/>
                  </a:lnTo>
                  <a:lnTo>
                    <a:pt x="13078" y="57006"/>
                  </a:lnTo>
                  <a:lnTo>
                    <a:pt x="13106" y="56531"/>
                  </a:lnTo>
                  <a:lnTo>
                    <a:pt x="13078" y="43313"/>
                  </a:lnTo>
                  <a:lnTo>
                    <a:pt x="13078" y="30096"/>
                  </a:lnTo>
                  <a:lnTo>
                    <a:pt x="13078" y="16962"/>
                  </a:lnTo>
                  <a:lnTo>
                    <a:pt x="13078" y="3801"/>
                  </a:lnTo>
                  <a:lnTo>
                    <a:pt x="13050" y="3158"/>
                  </a:lnTo>
                  <a:lnTo>
                    <a:pt x="12855" y="2068"/>
                  </a:lnTo>
                  <a:lnTo>
                    <a:pt x="12464" y="1202"/>
                  </a:lnTo>
                  <a:lnTo>
                    <a:pt x="11905" y="559"/>
                  </a:lnTo>
                  <a:lnTo>
                    <a:pt x="11206" y="168"/>
                  </a:lnTo>
                  <a:lnTo>
                    <a:pt x="10340" y="1"/>
                  </a:lnTo>
                  <a:close/>
                </a:path>
              </a:pathLst>
            </a:custGeom>
            <a:solidFill>
              <a:srgbClr val="1137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" name="Google Shape;169;p20"/>
            <p:cNvSpPr/>
            <p:nvPr/>
          </p:nvSpPr>
          <p:spPr>
            <a:xfrm>
              <a:off x="4182675" y="3728275"/>
              <a:ext cx="798525" cy="637150"/>
            </a:xfrm>
            <a:custGeom>
              <a:rect b="b" l="l" r="r" t="t"/>
              <a:pathLst>
                <a:path extrusionOk="0" h="25486" w="31941">
                  <a:moveTo>
                    <a:pt x="15733" y="1"/>
                  </a:moveTo>
                  <a:lnTo>
                    <a:pt x="14196" y="85"/>
                  </a:lnTo>
                  <a:lnTo>
                    <a:pt x="12687" y="336"/>
                  </a:lnTo>
                  <a:lnTo>
                    <a:pt x="11178" y="699"/>
                  </a:lnTo>
                  <a:lnTo>
                    <a:pt x="9725" y="1230"/>
                  </a:lnTo>
                  <a:lnTo>
                    <a:pt x="8328" y="1929"/>
                  </a:lnTo>
                  <a:lnTo>
                    <a:pt x="6987" y="2739"/>
                  </a:lnTo>
                  <a:lnTo>
                    <a:pt x="5729" y="3689"/>
                  </a:lnTo>
                  <a:lnTo>
                    <a:pt x="4528" y="4807"/>
                  </a:lnTo>
                  <a:lnTo>
                    <a:pt x="3969" y="5422"/>
                  </a:lnTo>
                  <a:lnTo>
                    <a:pt x="3438" y="6065"/>
                  </a:lnTo>
                  <a:lnTo>
                    <a:pt x="2488" y="7378"/>
                  </a:lnTo>
                  <a:lnTo>
                    <a:pt x="1706" y="8775"/>
                  </a:lnTo>
                  <a:lnTo>
                    <a:pt x="1091" y="10172"/>
                  </a:lnTo>
                  <a:lnTo>
                    <a:pt x="616" y="11570"/>
                  </a:lnTo>
                  <a:lnTo>
                    <a:pt x="280" y="12995"/>
                  </a:lnTo>
                  <a:lnTo>
                    <a:pt x="1" y="15118"/>
                  </a:lnTo>
                  <a:lnTo>
                    <a:pt x="113" y="17885"/>
                  </a:lnTo>
                  <a:lnTo>
                    <a:pt x="616" y="20428"/>
                  </a:lnTo>
                  <a:lnTo>
                    <a:pt x="1482" y="22719"/>
                  </a:lnTo>
                  <a:lnTo>
                    <a:pt x="2656" y="24647"/>
                  </a:lnTo>
                  <a:lnTo>
                    <a:pt x="3326" y="25402"/>
                  </a:lnTo>
                  <a:lnTo>
                    <a:pt x="3997" y="24284"/>
                  </a:lnTo>
                  <a:lnTo>
                    <a:pt x="5590" y="22300"/>
                  </a:lnTo>
                  <a:lnTo>
                    <a:pt x="7490" y="20651"/>
                  </a:lnTo>
                  <a:lnTo>
                    <a:pt x="9670" y="19338"/>
                  </a:lnTo>
                  <a:lnTo>
                    <a:pt x="10871" y="18835"/>
                  </a:lnTo>
                  <a:lnTo>
                    <a:pt x="10228" y="18025"/>
                  </a:lnTo>
                  <a:lnTo>
                    <a:pt x="9250" y="16460"/>
                  </a:lnTo>
                  <a:lnTo>
                    <a:pt x="8608" y="14867"/>
                  </a:lnTo>
                  <a:lnTo>
                    <a:pt x="8272" y="13330"/>
                  </a:lnTo>
                  <a:lnTo>
                    <a:pt x="8244" y="11821"/>
                  </a:lnTo>
                  <a:lnTo>
                    <a:pt x="8552" y="10368"/>
                  </a:lnTo>
                  <a:lnTo>
                    <a:pt x="9194" y="8999"/>
                  </a:lnTo>
                  <a:lnTo>
                    <a:pt x="10145" y="7741"/>
                  </a:lnTo>
                  <a:lnTo>
                    <a:pt x="10759" y="7154"/>
                  </a:lnTo>
                  <a:lnTo>
                    <a:pt x="11318" y="6651"/>
                  </a:lnTo>
                  <a:lnTo>
                    <a:pt x="12576" y="5869"/>
                  </a:lnTo>
                  <a:lnTo>
                    <a:pt x="13945" y="5366"/>
                  </a:lnTo>
                  <a:lnTo>
                    <a:pt x="15342" y="5115"/>
                  </a:lnTo>
                  <a:lnTo>
                    <a:pt x="16767" y="5143"/>
                  </a:lnTo>
                  <a:lnTo>
                    <a:pt x="18164" y="5422"/>
                  </a:lnTo>
                  <a:lnTo>
                    <a:pt x="19506" y="5953"/>
                  </a:lnTo>
                  <a:lnTo>
                    <a:pt x="20763" y="6735"/>
                  </a:lnTo>
                  <a:lnTo>
                    <a:pt x="21322" y="7238"/>
                  </a:lnTo>
                  <a:lnTo>
                    <a:pt x="21909" y="7825"/>
                  </a:lnTo>
                  <a:lnTo>
                    <a:pt x="22803" y="9111"/>
                  </a:lnTo>
                  <a:lnTo>
                    <a:pt x="23418" y="10508"/>
                  </a:lnTo>
                  <a:lnTo>
                    <a:pt x="23697" y="11933"/>
                  </a:lnTo>
                  <a:lnTo>
                    <a:pt x="23669" y="13442"/>
                  </a:lnTo>
                  <a:lnTo>
                    <a:pt x="23306" y="14979"/>
                  </a:lnTo>
                  <a:lnTo>
                    <a:pt x="22663" y="16516"/>
                  </a:lnTo>
                  <a:lnTo>
                    <a:pt x="21685" y="18053"/>
                  </a:lnTo>
                  <a:lnTo>
                    <a:pt x="21071" y="18807"/>
                  </a:lnTo>
                  <a:lnTo>
                    <a:pt x="22300" y="19338"/>
                  </a:lnTo>
                  <a:lnTo>
                    <a:pt x="24508" y="20679"/>
                  </a:lnTo>
                  <a:lnTo>
                    <a:pt x="26408" y="22328"/>
                  </a:lnTo>
                  <a:lnTo>
                    <a:pt x="28001" y="24340"/>
                  </a:lnTo>
                  <a:lnTo>
                    <a:pt x="28671" y="25486"/>
                  </a:lnTo>
                  <a:lnTo>
                    <a:pt x="29146" y="24927"/>
                  </a:lnTo>
                  <a:lnTo>
                    <a:pt x="29957" y="23753"/>
                  </a:lnTo>
                  <a:lnTo>
                    <a:pt x="30627" y="22468"/>
                  </a:lnTo>
                  <a:lnTo>
                    <a:pt x="31158" y="21126"/>
                  </a:lnTo>
                  <a:lnTo>
                    <a:pt x="31577" y="19729"/>
                  </a:lnTo>
                  <a:lnTo>
                    <a:pt x="31829" y="18304"/>
                  </a:lnTo>
                  <a:lnTo>
                    <a:pt x="31941" y="16823"/>
                  </a:lnTo>
                  <a:lnTo>
                    <a:pt x="31941" y="15342"/>
                  </a:lnTo>
                  <a:lnTo>
                    <a:pt x="31801" y="13861"/>
                  </a:lnTo>
                  <a:lnTo>
                    <a:pt x="31522" y="12408"/>
                  </a:lnTo>
                  <a:lnTo>
                    <a:pt x="31130" y="10955"/>
                  </a:lnTo>
                  <a:lnTo>
                    <a:pt x="30571" y="9558"/>
                  </a:lnTo>
                  <a:lnTo>
                    <a:pt x="29929" y="8188"/>
                  </a:lnTo>
                  <a:lnTo>
                    <a:pt x="29146" y="6903"/>
                  </a:lnTo>
                  <a:lnTo>
                    <a:pt x="28224" y="5701"/>
                  </a:lnTo>
                  <a:lnTo>
                    <a:pt x="27190" y="4584"/>
                  </a:lnTo>
                  <a:lnTo>
                    <a:pt x="26631" y="4053"/>
                  </a:lnTo>
                  <a:lnTo>
                    <a:pt x="25989" y="3522"/>
                  </a:lnTo>
                  <a:lnTo>
                    <a:pt x="24647" y="2572"/>
                  </a:lnTo>
                  <a:lnTo>
                    <a:pt x="23250" y="1761"/>
                  </a:lnTo>
                  <a:lnTo>
                    <a:pt x="21797" y="1119"/>
                  </a:lnTo>
                  <a:lnTo>
                    <a:pt x="20316" y="616"/>
                  </a:lnTo>
                  <a:lnTo>
                    <a:pt x="18807" y="252"/>
                  </a:lnTo>
                  <a:lnTo>
                    <a:pt x="17270" y="57"/>
                  </a:lnTo>
                  <a:lnTo>
                    <a:pt x="15733" y="1"/>
                  </a:lnTo>
                  <a:close/>
                </a:path>
              </a:pathLst>
            </a:custGeom>
            <a:solidFill>
              <a:srgbClr val="1137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" name="Google Shape;170;p20"/>
            <p:cNvSpPr/>
            <p:nvPr/>
          </p:nvSpPr>
          <p:spPr>
            <a:xfrm>
              <a:off x="4182675" y="1188200"/>
              <a:ext cx="799225" cy="637150"/>
            </a:xfrm>
            <a:custGeom>
              <a:rect b="b" l="l" r="r" t="t"/>
              <a:pathLst>
                <a:path extrusionOk="0" h="25486" w="31969">
                  <a:moveTo>
                    <a:pt x="15929" y="0"/>
                  </a:moveTo>
                  <a:lnTo>
                    <a:pt x="14392" y="84"/>
                  </a:lnTo>
                  <a:lnTo>
                    <a:pt x="12855" y="308"/>
                  </a:lnTo>
                  <a:lnTo>
                    <a:pt x="11346" y="699"/>
                  </a:lnTo>
                  <a:lnTo>
                    <a:pt x="9865" y="1230"/>
                  </a:lnTo>
                  <a:lnTo>
                    <a:pt x="8440" y="1901"/>
                  </a:lnTo>
                  <a:lnTo>
                    <a:pt x="7071" y="2739"/>
                  </a:lnTo>
                  <a:lnTo>
                    <a:pt x="5785" y="3717"/>
                  </a:lnTo>
                  <a:lnTo>
                    <a:pt x="4584" y="4835"/>
                  </a:lnTo>
                  <a:lnTo>
                    <a:pt x="3997" y="5449"/>
                  </a:lnTo>
                  <a:lnTo>
                    <a:pt x="3466" y="6092"/>
                  </a:lnTo>
                  <a:lnTo>
                    <a:pt x="2488" y="7434"/>
                  </a:lnTo>
                  <a:lnTo>
                    <a:pt x="1706" y="8831"/>
                  </a:lnTo>
                  <a:lnTo>
                    <a:pt x="1063" y="10256"/>
                  </a:lnTo>
                  <a:lnTo>
                    <a:pt x="588" y="11681"/>
                  </a:lnTo>
                  <a:lnTo>
                    <a:pt x="280" y="13106"/>
                  </a:lnTo>
                  <a:lnTo>
                    <a:pt x="1" y="15230"/>
                  </a:lnTo>
                  <a:lnTo>
                    <a:pt x="113" y="17996"/>
                  </a:lnTo>
                  <a:lnTo>
                    <a:pt x="644" y="20539"/>
                  </a:lnTo>
                  <a:lnTo>
                    <a:pt x="1510" y="22803"/>
                  </a:lnTo>
                  <a:lnTo>
                    <a:pt x="2656" y="24675"/>
                  </a:lnTo>
                  <a:lnTo>
                    <a:pt x="3326" y="25401"/>
                  </a:lnTo>
                  <a:lnTo>
                    <a:pt x="4025" y="24339"/>
                  </a:lnTo>
                  <a:lnTo>
                    <a:pt x="5171" y="22803"/>
                  </a:lnTo>
                  <a:lnTo>
                    <a:pt x="6624" y="21489"/>
                  </a:lnTo>
                  <a:lnTo>
                    <a:pt x="8999" y="19896"/>
                  </a:lnTo>
                  <a:lnTo>
                    <a:pt x="10815" y="18779"/>
                  </a:lnTo>
                  <a:lnTo>
                    <a:pt x="10200" y="18024"/>
                  </a:lnTo>
                  <a:lnTo>
                    <a:pt x="9250" y="16543"/>
                  </a:lnTo>
                  <a:lnTo>
                    <a:pt x="8608" y="15034"/>
                  </a:lnTo>
                  <a:lnTo>
                    <a:pt x="8272" y="13553"/>
                  </a:lnTo>
                  <a:lnTo>
                    <a:pt x="8216" y="12072"/>
                  </a:lnTo>
                  <a:lnTo>
                    <a:pt x="8496" y="10647"/>
                  </a:lnTo>
                  <a:lnTo>
                    <a:pt x="9055" y="9306"/>
                  </a:lnTo>
                  <a:lnTo>
                    <a:pt x="9921" y="8020"/>
                  </a:lnTo>
                  <a:lnTo>
                    <a:pt x="10508" y="7406"/>
                  </a:lnTo>
                  <a:lnTo>
                    <a:pt x="11039" y="6903"/>
                  </a:lnTo>
                  <a:lnTo>
                    <a:pt x="12268" y="6064"/>
                  </a:lnTo>
                  <a:lnTo>
                    <a:pt x="13610" y="5505"/>
                  </a:lnTo>
                  <a:lnTo>
                    <a:pt x="15007" y="5198"/>
                  </a:lnTo>
                  <a:lnTo>
                    <a:pt x="16432" y="5142"/>
                  </a:lnTo>
                  <a:lnTo>
                    <a:pt x="17857" y="5338"/>
                  </a:lnTo>
                  <a:lnTo>
                    <a:pt x="19198" y="5813"/>
                  </a:lnTo>
                  <a:lnTo>
                    <a:pt x="20484" y="6539"/>
                  </a:lnTo>
                  <a:lnTo>
                    <a:pt x="21071" y="7042"/>
                  </a:lnTo>
                  <a:lnTo>
                    <a:pt x="21601" y="7545"/>
                  </a:lnTo>
                  <a:lnTo>
                    <a:pt x="22496" y="8635"/>
                  </a:lnTo>
                  <a:lnTo>
                    <a:pt x="23138" y="9893"/>
                  </a:lnTo>
                  <a:lnTo>
                    <a:pt x="23558" y="11262"/>
                  </a:lnTo>
                  <a:lnTo>
                    <a:pt x="23669" y="11988"/>
                  </a:lnTo>
                  <a:lnTo>
                    <a:pt x="23753" y="12994"/>
                  </a:lnTo>
                  <a:lnTo>
                    <a:pt x="23502" y="14839"/>
                  </a:lnTo>
                  <a:lnTo>
                    <a:pt x="22831" y="16543"/>
                  </a:lnTo>
                  <a:lnTo>
                    <a:pt x="21741" y="18108"/>
                  </a:lnTo>
                  <a:lnTo>
                    <a:pt x="21043" y="18835"/>
                  </a:lnTo>
                  <a:lnTo>
                    <a:pt x="22300" y="19365"/>
                  </a:lnTo>
                  <a:lnTo>
                    <a:pt x="24508" y="20707"/>
                  </a:lnTo>
                  <a:lnTo>
                    <a:pt x="26408" y="22383"/>
                  </a:lnTo>
                  <a:lnTo>
                    <a:pt x="28001" y="24367"/>
                  </a:lnTo>
                  <a:lnTo>
                    <a:pt x="28671" y="25485"/>
                  </a:lnTo>
                  <a:lnTo>
                    <a:pt x="29062" y="25010"/>
                  </a:lnTo>
                  <a:lnTo>
                    <a:pt x="29789" y="23948"/>
                  </a:lnTo>
                  <a:lnTo>
                    <a:pt x="30739" y="22188"/>
                  </a:lnTo>
                  <a:lnTo>
                    <a:pt x="31577" y="19589"/>
                  </a:lnTo>
                  <a:lnTo>
                    <a:pt x="31969" y="16795"/>
                  </a:lnTo>
                  <a:lnTo>
                    <a:pt x="31913" y="14615"/>
                  </a:lnTo>
                  <a:lnTo>
                    <a:pt x="31717" y="13162"/>
                  </a:lnTo>
                  <a:lnTo>
                    <a:pt x="31382" y="11709"/>
                  </a:lnTo>
                  <a:lnTo>
                    <a:pt x="30907" y="10284"/>
                  </a:lnTo>
                  <a:lnTo>
                    <a:pt x="30292" y="8859"/>
                  </a:lnTo>
                  <a:lnTo>
                    <a:pt x="29510" y="7489"/>
                  </a:lnTo>
                  <a:lnTo>
                    <a:pt x="28559" y="6176"/>
                  </a:lnTo>
                  <a:lnTo>
                    <a:pt x="27442" y="4891"/>
                  </a:lnTo>
                  <a:lnTo>
                    <a:pt x="26827" y="4304"/>
                  </a:lnTo>
                  <a:lnTo>
                    <a:pt x="26184" y="3745"/>
                  </a:lnTo>
                  <a:lnTo>
                    <a:pt x="24871" y="2739"/>
                  </a:lnTo>
                  <a:lnTo>
                    <a:pt x="23474" y="1901"/>
                  </a:lnTo>
                  <a:lnTo>
                    <a:pt x="22021" y="1202"/>
                  </a:lnTo>
                  <a:lnTo>
                    <a:pt x="20540" y="671"/>
                  </a:lnTo>
                  <a:lnTo>
                    <a:pt x="19031" y="308"/>
                  </a:lnTo>
                  <a:lnTo>
                    <a:pt x="17466" y="84"/>
                  </a:lnTo>
                  <a:lnTo>
                    <a:pt x="15929" y="0"/>
                  </a:lnTo>
                  <a:close/>
                </a:path>
              </a:pathLst>
            </a:custGeom>
            <a:solidFill>
              <a:srgbClr val="1137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" name="Google Shape;171;p20"/>
            <p:cNvSpPr/>
            <p:nvPr/>
          </p:nvSpPr>
          <p:spPr>
            <a:xfrm>
              <a:off x="4580175" y="3002450"/>
              <a:ext cx="730775" cy="396825"/>
            </a:xfrm>
            <a:custGeom>
              <a:rect b="b" l="l" r="r" t="t"/>
              <a:pathLst>
                <a:path extrusionOk="0" h="15873" w="29231">
                  <a:moveTo>
                    <a:pt x="14532" y="0"/>
                  </a:moveTo>
                  <a:lnTo>
                    <a:pt x="13302" y="56"/>
                  </a:lnTo>
                  <a:lnTo>
                    <a:pt x="11011" y="364"/>
                  </a:lnTo>
                  <a:lnTo>
                    <a:pt x="8887" y="950"/>
                  </a:lnTo>
                  <a:lnTo>
                    <a:pt x="6959" y="1817"/>
                  </a:lnTo>
                  <a:lnTo>
                    <a:pt x="5171" y="2990"/>
                  </a:lnTo>
                  <a:lnTo>
                    <a:pt x="3550" y="4415"/>
                  </a:lnTo>
                  <a:lnTo>
                    <a:pt x="2069" y="6064"/>
                  </a:lnTo>
                  <a:lnTo>
                    <a:pt x="783" y="7992"/>
                  </a:lnTo>
                  <a:lnTo>
                    <a:pt x="197" y="9082"/>
                  </a:lnTo>
                  <a:lnTo>
                    <a:pt x="57" y="9334"/>
                  </a:lnTo>
                  <a:lnTo>
                    <a:pt x="1" y="9781"/>
                  </a:lnTo>
                  <a:lnTo>
                    <a:pt x="85" y="10144"/>
                  </a:lnTo>
                  <a:lnTo>
                    <a:pt x="392" y="10507"/>
                  </a:lnTo>
                  <a:lnTo>
                    <a:pt x="588" y="10675"/>
                  </a:lnTo>
                  <a:lnTo>
                    <a:pt x="1342" y="11318"/>
                  </a:lnTo>
                  <a:lnTo>
                    <a:pt x="2935" y="12407"/>
                  </a:lnTo>
                  <a:lnTo>
                    <a:pt x="4584" y="13385"/>
                  </a:lnTo>
                  <a:lnTo>
                    <a:pt x="6288" y="14168"/>
                  </a:lnTo>
                  <a:lnTo>
                    <a:pt x="8049" y="14811"/>
                  </a:lnTo>
                  <a:lnTo>
                    <a:pt x="9865" y="15313"/>
                  </a:lnTo>
                  <a:lnTo>
                    <a:pt x="11737" y="15649"/>
                  </a:lnTo>
                  <a:lnTo>
                    <a:pt x="13665" y="15844"/>
                  </a:lnTo>
                  <a:lnTo>
                    <a:pt x="14671" y="15872"/>
                  </a:lnTo>
                  <a:lnTo>
                    <a:pt x="15649" y="15816"/>
                  </a:lnTo>
                  <a:lnTo>
                    <a:pt x="17550" y="15649"/>
                  </a:lnTo>
                  <a:lnTo>
                    <a:pt x="19422" y="15313"/>
                  </a:lnTo>
                  <a:lnTo>
                    <a:pt x="21238" y="14811"/>
                  </a:lnTo>
                  <a:lnTo>
                    <a:pt x="22971" y="14168"/>
                  </a:lnTo>
                  <a:lnTo>
                    <a:pt x="24675" y="13357"/>
                  </a:lnTo>
                  <a:lnTo>
                    <a:pt x="26324" y="12407"/>
                  </a:lnTo>
                  <a:lnTo>
                    <a:pt x="27889" y="11290"/>
                  </a:lnTo>
                  <a:lnTo>
                    <a:pt x="28671" y="10647"/>
                  </a:lnTo>
                  <a:lnTo>
                    <a:pt x="28895" y="10479"/>
                  </a:lnTo>
                  <a:lnTo>
                    <a:pt x="29146" y="10116"/>
                  </a:lnTo>
                  <a:lnTo>
                    <a:pt x="29230" y="9725"/>
                  </a:lnTo>
                  <a:lnTo>
                    <a:pt x="29118" y="9278"/>
                  </a:lnTo>
                  <a:lnTo>
                    <a:pt x="29007" y="9026"/>
                  </a:lnTo>
                  <a:lnTo>
                    <a:pt x="28420" y="7964"/>
                  </a:lnTo>
                  <a:lnTo>
                    <a:pt x="27106" y="6008"/>
                  </a:lnTo>
                  <a:lnTo>
                    <a:pt x="25625" y="4332"/>
                  </a:lnTo>
                  <a:lnTo>
                    <a:pt x="23977" y="2906"/>
                  </a:lnTo>
                  <a:lnTo>
                    <a:pt x="22188" y="1761"/>
                  </a:lnTo>
                  <a:lnTo>
                    <a:pt x="20204" y="895"/>
                  </a:lnTo>
                  <a:lnTo>
                    <a:pt x="18053" y="336"/>
                  </a:lnTo>
                  <a:lnTo>
                    <a:pt x="15761" y="28"/>
                  </a:lnTo>
                  <a:lnTo>
                    <a:pt x="14532" y="0"/>
                  </a:lnTo>
                  <a:close/>
                </a:path>
              </a:pathLst>
            </a:custGeom>
            <a:solidFill>
              <a:srgbClr val="1137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" name="Google Shape;172;p20"/>
            <p:cNvSpPr/>
            <p:nvPr/>
          </p:nvSpPr>
          <p:spPr>
            <a:xfrm>
              <a:off x="2375425" y="3289575"/>
              <a:ext cx="242450" cy="642725"/>
            </a:xfrm>
            <a:custGeom>
              <a:rect b="b" l="l" r="r" t="t"/>
              <a:pathLst>
                <a:path extrusionOk="0" h="25709" w="9698">
                  <a:moveTo>
                    <a:pt x="867" y="0"/>
                  </a:moveTo>
                  <a:lnTo>
                    <a:pt x="392" y="112"/>
                  </a:lnTo>
                  <a:lnTo>
                    <a:pt x="112" y="391"/>
                  </a:lnTo>
                  <a:lnTo>
                    <a:pt x="1" y="866"/>
                  </a:lnTo>
                  <a:lnTo>
                    <a:pt x="1" y="1230"/>
                  </a:lnTo>
                  <a:lnTo>
                    <a:pt x="29" y="10898"/>
                  </a:lnTo>
                  <a:lnTo>
                    <a:pt x="29" y="20595"/>
                  </a:lnTo>
                  <a:lnTo>
                    <a:pt x="29" y="21377"/>
                  </a:lnTo>
                  <a:lnTo>
                    <a:pt x="168" y="22160"/>
                  </a:lnTo>
                  <a:lnTo>
                    <a:pt x="308" y="22579"/>
                  </a:lnTo>
                  <a:lnTo>
                    <a:pt x="671" y="23361"/>
                  </a:lnTo>
                  <a:lnTo>
                    <a:pt x="1174" y="24060"/>
                  </a:lnTo>
                  <a:lnTo>
                    <a:pt x="1789" y="24647"/>
                  </a:lnTo>
                  <a:lnTo>
                    <a:pt x="2460" y="25122"/>
                  </a:lnTo>
                  <a:lnTo>
                    <a:pt x="3242" y="25457"/>
                  </a:lnTo>
                  <a:lnTo>
                    <a:pt x="4080" y="25653"/>
                  </a:lnTo>
                  <a:lnTo>
                    <a:pt x="4975" y="25708"/>
                  </a:lnTo>
                  <a:lnTo>
                    <a:pt x="5450" y="25680"/>
                  </a:lnTo>
                  <a:lnTo>
                    <a:pt x="5869" y="25625"/>
                  </a:lnTo>
                  <a:lnTo>
                    <a:pt x="6707" y="25373"/>
                  </a:lnTo>
                  <a:lnTo>
                    <a:pt x="7462" y="24982"/>
                  </a:lnTo>
                  <a:lnTo>
                    <a:pt x="8132" y="24451"/>
                  </a:lnTo>
                  <a:lnTo>
                    <a:pt x="8691" y="23808"/>
                  </a:lnTo>
                  <a:lnTo>
                    <a:pt x="9138" y="23054"/>
                  </a:lnTo>
                  <a:lnTo>
                    <a:pt x="9473" y="22215"/>
                  </a:lnTo>
                  <a:lnTo>
                    <a:pt x="9641" y="21293"/>
                  </a:lnTo>
                  <a:lnTo>
                    <a:pt x="9669" y="20818"/>
                  </a:lnTo>
                  <a:lnTo>
                    <a:pt x="9697" y="15900"/>
                  </a:lnTo>
                  <a:lnTo>
                    <a:pt x="9669" y="11010"/>
                  </a:lnTo>
                  <a:lnTo>
                    <a:pt x="9669" y="6008"/>
                  </a:lnTo>
                  <a:lnTo>
                    <a:pt x="9697" y="1062"/>
                  </a:lnTo>
                  <a:lnTo>
                    <a:pt x="9697" y="755"/>
                  </a:lnTo>
                  <a:lnTo>
                    <a:pt x="9613" y="363"/>
                  </a:lnTo>
                  <a:lnTo>
                    <a:pt x="9362" y="112"/>
                  </a:lnTo>
                  <a:lnTo>
                    <a:pt x="8970" y="28"/>
                  </a:lnTo>
                  <a:lnTo>
                    <a:pt x="8691" y="28"/>
                  </a:lnTo>
                  <a:lnTo>
                    <a:pt x="4947" y="84"/>
                  </a:lnTo>
                  <a:lnTo>
                    <a:pt x="1230" y="0"/>
                  </a:lnTo>
                  <a:close/>
                </a:path>
              </a:pathLst>
            </a:custGeom>
            <a:solidFill>
              <a:srgbClr val="1137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" name="Google Shape;173;p20"/>
            <p:cNvSpPr/>
            <p:nvPr/>
          </p:nvSpPr>
          <p:spPr>
            <a:xfrm>
              <a:off x="3638475" y="2563025"/>
              <a:ext cx="264800" cy="589650"/>
            </a:xfrm>
            <a:custGeom>
              <a:rect b="b" l="l" r="r" t="t"/>
              <a:pathLst>
                <a:path extrusionOk="0" h="23586" w="10592">
                  <a:moveTo>
                    <a:pt x="420" y="1"/>
                  </a:moveTo>
                  <a:lnTo>
                    <a:pt x="141" y="196"/>
                  </a:lnTo>
                  <a:lnTo>
                    <a:pt x="1" y="615"/>
                  </a:lnTo>
                  <a:lnTo>
                    <a:pt x="1" y="951"/>
                  </a:lnTo>
                  <a:lnTo>
                    <a:pt x="57" y="6400"/>
                  </a:lnTo>
                  <a:lnTo>
                    <a:pt x="29" y="11821"/>
                  </a:lnTo>
                  <a:lnTo>
                    <a:pt x="57" y="17242"/>
                  </a:lnTo>
                  <a:lnTo>
                    <a:pt x="1" y="22691"/>
                  </a:lnTo>
                  <a:lnTo>
                    <a:pt x="29" y="22998"/>
                  </a:lnTo>
                  <a:lnTo>
                    <a:pt x="141" y="23390"/>
                  </a:lnTo>
                  <a:lnTo>
                    <a:pt x="392" y="23585"/>
                  </a:lnTo>
                  <a:lnTo>
                    <a:pt x="783" y="23585"/>
                  </a:lnTo>
                  <a:lnTo>
                    <a:pt x="1063" y="23529"/>
                  </a:lnTo>
                  <a:lnTo>
                    <a:pt x="2069" y="23306"/>
                  </a:lnTo>
                  <a:lnTo>
                    <a:pt x="3941" y="22579"/>
                  </a:lnTo>
                  <a:lnTo>
                    <a:pt x="5673" y="21517"/>
                  </a:lnTo>
                  <a:lnTo>
                    <a:pt x="7182" y="20204"/>
                  </a:lnTo>
                  <a:lnTo>
                    <a:pt x="8440" y="18667"/>
                  </a:lnTo>
                  <a:lnTo>
                    <a:pt x="9446" y="16935"/>
                  </a:lnTo>
                  <a:lnTo>
                    <a:pt x="10172" y="15034"/>
                  </a:lnTo>
                  <a:lnTo>
                    <a:pt x="10536" y="12995"/>
                  </a:lnTo>
                  <a:lnTo>
                    <a:pt x="10591" y="11961"/>
                  </a:lnTo>
                  <a:lnTo>
                    <a:pt x="10564" y="10899"/>
                  </a:lnTo>
                  <a:lnTo>
                    <a:pt x="10228" y="8831"/>
                  </a:lnTo>
                  <a:lnTo>
                    <a:pt x="9558" y="6875"/>
                  </a:lnTo>
                  <a:lnTo>
                    <a:pt x="8580" y="5114"/>
                  </a:lnTo>
                  <a:lnTo>
                    <a:pt x="7322" y="3522"/>
                  </a:lnTo>
                  <a:lnTo>
                    <a:pt x="5813" y="2180"/>
                  </a:lnTo>
                  <a:lnTo>
                    <a:pt x="4081" y="1091"/>
                  </a:lnTo>
                  <a:lnTo>
                    <a:pt x="2152" y="308"/>
                  </a:lnTo>
                  <a:lnTo>
                    <a:pt x="1147" y="85"/>
                  </a:lnTo>
                  <a:lnTo>
                    <a:pt x="839" y="29"/>
                  </a:lnTo>
                  <a:lnTo>
                    <a:pt x="420" y="1"/>
                  </a:lnTo>
                  <a:close/>
                </a:path>
              </a:pathLst>
            </a:custGeom>
            <a:solidFill>
              <a:srgbClr val="1137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" name="Google Shape;174;p20"/>
            <p:cNvSpPr/>
            <p:nvPr/>
          </p:nvSpPr>
          <p:spPr>
            <a:xfrm>
              <a:off x="4317525" y="1705850"/>
              <a:ext cx="529550" cy="282275"/>
            </a:xfrm>
            <a:custGeom>
              <a:rect b="b" l="l" r="r" t="t"/>
              <a:pathLst>
                <a:path extrusionOk="0" h="11291" w="21182">
                  <a:moveTo>
                    <a:pt x="10507" y="1"/>
                  </a:moveTo>
                  <a:lnTo>
                    <a:pt x="9669" y="29"/>
                  </a:lnTo>
                  <a:lnTo>
                    <a:pt x="8048" y="224"/>
                  </a:lnTo>
                  <a:lnTo>
                    <a:pt x="6539" y="643"/>
                  </a:lnTo>
                  <a:lnTo>
                    <a:pt x="5142" y="1258"/>
                  </a:lnTo>
                  <a:lnTo>
                    <a:pt x="3856" y="2041"/>
                  </a:lnTo>
                  <a:lnTo>
                    <a:pt x="2683" y="3019"/>
                  </a:lnTo>
                  <a:lnTo>
                    <a:pt x="1621" y="4164"/>
                  </a:lnTo>
                  <a:lnTo>
                    <a:pt x="643" y="5506"/>
                  </a:lnTo>
                  <a:lnTo>
                    <a:pt x="196" y="6232"/>
                  </a:lnTo>
                  <a:lnTo>
                    <a:pt x="84" y="6484"/>
                  </a:lnTo>
                  <a:lnTo>
                    <a:pt x="0" y="6875"/>
                  </a:lnTo>
                  <a:lnTo>
                    <a:pt x="196" y="7406"/>
                  </a:lnTo>
                  <a:lnTo>
                    <a:pt x="559" y="7713"/>
                  </a:lnTo>
                  <a:lnTo>
                    <a:pt x="1677" y="8552"/>
                  </a:lnTo>
                  <a:lnTo>
                    <a:pt x="4052" y="9865"/>
                  </a:lnTo>
                  <a:lnTo>
                    <a:pt x="6567" y="10759"/>
                  </a:lnTo>
                  <a:lnTo>
                    <a:pt x="9222" y="11234"/>
                  </a:lnTo>
                  <a:lnTo>
                    <a:pt x="10619" y="11290"/>
                  </a:lnTo>
                  <a:lnTo>
                    <a:pt x="12016" y="11206"/>
                  </a:lnTo>
                  <a:lnTo>
                    <a:pt x="14643" y="10759"/>
                  </a:lnTo>
                  <a:lnTo>
                    <a:pt x="17158" y="9865"/>
                  </a:lnTo>
                  <a:lnTo>
                    <a:pt x="19505" y="8552"/>
                  </a:lnTo>
                  <a:lnTo>
                    <a:pt x="20623" y="7713"/>
                  </a:lnTo>
                  <a:lnTo>
                    <a:pt x="20986" y="7406"/>
                  </a:lnTo>
                  <a:lnTo>
                    <a:pt x="21181" y="6903"/>
                  </a:lnTo>
                  <a:lnTo>
                    <a:pt x="21098" y="6484"/>
                  </a:lnTo>
                  <a:lnTo>
                    <a:pt x="20958" y="6232"/>
                  </a:lnTo>
                  <a:lnTo>
                    <a:pt x="20511" y="5478"/>
                  </a:lnTo>
                  <a:lnTo>
                    <a:pt x="19533" y="4136"/>
                  </a:lnTo>
                  <a:lnTo>
                    <a:pt x="18471" y="2991"/>
                  </a:lnTo>
                  <a:lnTo>
                    <a:pt x="17269" y="2013"/>
                  </a:lnTo>
                  <a:lnTo>
                    <a:pt x="15956" y="1202"/>
                  </a:lnTo>
                  <a:lnTo>
                    <a:pt x="14559" y="616"/>
                  </a:lnTo>
                  <a:lnTo>
                    <a:pt x="13022" y="224"/>
                  </a:lnTo>
                  <a:lnTo>
                    <a:pt x="11401" y="1"/>
                  </a:lnTo>
                  <a:close/>
                </a:path>
              </a:pathLst>
            </a:custGeom>
            <a:solidFill>
              <a:srgbClr val="1137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" name="Google Shape;175;p20"/>
            <p:cNvSpPr/>
            <p:nvPr/>
          </p:nvSpPr>
          <p:spPr>
            <a:xfrm>
              <a:off x="4317525" y="4243850"/>
              <a:ext cx="528850" cy="281550"/>
            </a:xfrm>
            <a:custGeom>
              <a:rect b="b" l="l" r="r" t="t"/>
              <a:pathLst>
                <a:path extrusionOk="0" h="11262" w="21154">
                  <a:moveTo>
                    <a:pt x="10619" y="0"/>
                  </a:moveTo>
                  <a:lnTo>
                    <a:pt x="9752" y="56"/>
                  </a:lnTo>
                  <a:lnTo>
                    <a:pt x="8132" y="280"/>
                  </a:lnTo>
                  <a:lnTo>
                    <a:pt x="6623" y="699"/>
                  </a:lnTo>
                  <a:lnTo>
                    <a:pt x="5226" y="1314"/>
                  </a:lnTo>
                  <a:lnTo>
                    <a:pt x="3912" y="2096"/>
                  </a:lnTo>
                  <a:lnTo>
                    <a:pt x="2739" y="3046"/>
                  </a:lnTo>
                  <a:lnTo>
                    <a:pt x="1649" y="4192"/>
                  </a:lnTo>
                  <a:lnTo>
                    <a:pt x="699" y="5505"/>
                  </a:lnTo>
                  <a:lnTo>
                    <a:pt x="252" y="6232"/>
                  </a:lnTo>
                  <a:lnTo>
                    <a:pt x="112" y="6455"/>
                  </a:lnTo>
                  <a:lnTo>
                    <a:pt x="0" y="6847"/>
                  </a:lnTo>
                  <a:lnTo>
                    <a:pt x="56" y="7210"/>
                  </a:lnTo>
                  <a:lnTo>
                    <a:pt x="308" y="7545"/>
                  </a:lnTo>
                  <a:lnTo>
                    <a:pt x="531" y="7741"/>
                  </a:lnTo>
                  <a:lnTo>
                    <a:pt x="1034" y="8188"/>
                  </a:lnTo>
                  <a:lnTo>
                    <a:pt x="2180" y="8942"/>
                  </a:lnTo>
                  <a:lnTo>
                    <a:pt x="3968" y="9920"/>
                  </a:lnTo>
                  <a:lnTo>
                    <a:pt x="6539" y="10815"/>
                  </a:lnTo>
                  <a:lnTo>
                    <a:pt x="9249" y="11262"/>
                  </a:lnTo>
                  <a:lnTo>
                    <a:pt x="11988" y="11262"/>
                  </a:lnTo>
                  <a:lnTo>
                    <a:pt x="14671" y="10815"/>
                  </a:lnTo>
                  <a:lnTo>
                    <a:pt x="17241" y="9920"/>
                  </a:lnTo>
                  <a:lnTo>
                    <a:pt x="19030" y="8942"/>
                  </a:lnTo>
                  <a:lnTo>
                    <a:pt x="20148" y="8188"/>
                  </a:lnTo>
                  <a:lnTo>
                    <a:pt x="20678" y="7741"/>
                  </a:lnTo>
                  <a:lnTo>
                    <a:pt x="20874" y="7545"/>
                  </a:lnTo>
                  <a:lnTo>
                    <a:pt x="21126" y="7210"/>
                  </a:lnTo>
                  <a:lnTo>
                    <a:pt x="21154" y="6847"/>
                  </a:lnTo>
                  <a:lnTo>
                    <a:pt x="21042" y="6455"/>
                  </a:lnTo>
                  <a:lnTo>
                    <a:pt x="20930" y="6232"/>
                  </a:lnTo>
                  <a:lnTo>
                    <a:pt x="20483" y="5505"/>
                  </a:lnTo>
                  <a:lnTo>
                    <a:pt x="19533" y="4192"/>
                  </a:lnTo>
                  <a:lnTo>
                    <a:pt x="18443" y="3046"/>
                  </a:lnTo>
                  <a:lnTo>
                    <a:pt x="17269" y="2096"/>
                  </a:lnTo>
                  <a:lnTo>
                    <a:pt x="15984" y="1314"/>
                  </a:lnTo>
                  <a:lnTo>
                    <a:pt x="14587" y="699"/>
                  </a:lnTo>
                  <a:lnTo>
                    <a:pt x="13078" y="280"/>
                  </a:lnTo>
                  <a:lnTo>
                    <a:pt x="11457" y="56"/>
                  </a:lnTo>
                  <a:lnTo>
                    <a:pt x="10619" y="0"/>
                  </a:lnTo>
                  <a:close/>
                </a:path>
              </a:pathLst>
            </a:custGeom>
            <a:solidFill>
              <a:srgbClr val="1137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" name="Google Shape;176;p20"/>
            <p:cNvSpPr/>
            <p:nvPr/>
          </p:nvSpPr>
          <p:spPr>
            <a:xfrm>
              <a:off x="4767400" y="2577000"/>
              <a:ext cx="355625" cy="355600"/>
            </a:xfrm>
            <a:custGeom>
              <a:rect b="b" l="l" r="r" t="t"/>
              <a:pathLst>
                <a:path extrusionOk="0" h="14224" w="14225">
                  <a:moveTo>
                    <a:pt x="7099" y="1"/>
                  </a:moveTo>
                  <a:lnTo>
                    <a:pt x="6372" y="29"/>
                  </a:lnTo>
                  <a:lnTo>
                    <a:pt x="5003" y="336"/>
                  </a:lnTo>
                  <a:lnTo>
                    <a:pt x="3745" y="867"/>
                  </a:lnTo>
                  <a:lnTo>
                    <a:pt x="2600" y="1649"/>
                  </a:lnTo>
                  <a:lnTo>
                    <a:pt x="1622" y="2599"/>
                  </a:lnTo>
                  <a:lnTo>
                    <a:pt x="867" y="3745"/>
                  </a:lnTo>
                  <a:lnTo>
                    <a:pt x="308" y="5003"/>
                  </a:lnTo>
                  <a:lnTo>
                    <a:pt x="29" y="6372"/>
                  </a:lnTo>
                  <a:lnTo>
                    <a:pt x="1" y="7098"/>
                  </a:lnTo>
                  <a:lnTo>
                    <a:pt x="1" y="7825"/>
                  </a:lnTo>
                  <a:lnTo>
                    <a:pt x="280" y="9222"/>
                  </a:lnTo>
                  <a:lnTo>
                    <a:pt x="839" y="10507"/>
                  </a:lnTo>
                  <a:lnTo>
                    <a:pt x="1594" y="11625"/>
                  </a:lnTo>
                  <a:lnTo>
                    <a:pt x="2572" y="12603"/>
                  </a:lnTo>
                  <a:lnTo>
                    <a:pt x="3717" y="13386"/>
                  </a:lnTo>
                  <a:lnTo>
                    <a:pt x="5003" y="13917"/>
                  </a:lnTo>
                  <a:lnTo>
                    <a:pt x="6400" y="14196"/>
                  </a:lnTo>
                  <a:lnTo>
                    <a:pt x="7154" y="14224"/>
                  </a:lnTo>
                  <a:lnTo>
                    <a:pt x="7881" y="14196"/>
                  </a:lnTo>
                  <a:lnTo>
                    <a:pt x="9250" y="13917"/>
                  </a:lnTo>
                  <a:lnTo>
                    <a:pt x="10508" y="13386"/>
                  </a:lnTo>
                  <a:lnTo>
                    <a:pt x="11625" y="12631"/>
                  </a:lnTo>
                  <a:lnTo>
                    <a:pt x="12604" y="11681"/>
                  </a:lnTo>
                  <a:lnTo>
                    <a:pt x="13358" y="10563"/>
                  </a:lnTo>
                  <a:lnTo>
                    <a:pt x="13917" y="9278"/>
                  </a:lnTo>
                  <a:lnTo>
                    <a:pt x="14196" y="7909"/>
                  </a:lnTo>
                  <a:lnTo>
                    <a:pt x="14224" y="7182"/>
                  </a:lnTo>
                  <a:lnTo>
                    <a:pt x="14224" y="6428"/>
                  </a:lnTo>
                  <a:lnTo>
                    <a:pt x="13945" y="5030"/>
                  </a:lnTo>
                  <a:lnTo>
                    <a:pt x="13386" y="3745"/>
                  </a:lnTo>
                  <a:lnTo>
                    <a:pt x="12631" y="2599"/>
                  </a:lnTo>
                  <a:lnTo>
                    <a:pt x="11653" y="1621"/>
                  </a:lnTo>
                  <a:lnTo>
                    <a:pt x="10508" y="867"/>
                  </a:lnTo>
                  <a:lnTo>
                    <a:pt x="9222" y="308"/>
                  </a:lnTo>
                  <a:lnTo>
                    <a:pt x="7825" y="29"/>
                  </a:lnTo>
                  <a:lnTo>
                    <a:pt x="7099" y="1"/>
                  </a:lnTo>
                  <a:close/>
                </a:path>
              </a:pathLst>
            </a:custGeom>
            <a:solidFill>
              <a:srgbClr val="1137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" name="Google Shape;177;p20"/>
            <p:cNvSpPr/>
            <p:nvPr/>
          </p:nvSpPr>
          <p:spPr>
            <a:xfrm>
              <a:off x="3764925" y="3165925"/>
              <a:ext cx="495325" cy="665075"/>
            </a:xfrm>
            <a:custGeom>
              <a:rect b="b" l="l" r="r" t="t"/>
              <a:pathLst>
                <a:path extrusionOk="0" h="26603" w="19813">
                  <a:moveTo>
                    <a:pt x="1761" y="0"/>
                  </a:moveTo>
                  <a:lnTo>
                    <a:pt x="1035" y="224"/>
                  </a:lnTo>
                  <a:lnTo>
                    <a:pt x="615" y="503"/>
                  </a:lnTo>
                  <a:lnTo>
                    <a:pt x="336" y="699"/>
                  </a:lnTo>
                  <a:lnTo>
                    <a:pt x="29" y="1006"/>
                  </a:lnTo>
                  <a:lnTo>
                    <a:pt x="1" y="1341"/>
                  </a:lnTo>
                  <a:lnTo>
                    <a:pt x="196" y="1705"/>
                  </a:lnTo>
                  <a:lnTo>
                    <a:pt x="336" y="1928"/>
                  </a:lnTo>
                  <a:lnTo>
                    <a:pt x="3466" y="6204"/>
                  </a:lnTo>
                  <a:lnTo>
                    <a:pt x="6539" y="10479"/>
                  </a:lnTo>
                  <a:lnTo>
                    <a:pt x="12352" y="18527"/>
                  </a:lnTo>
                  <a:lnTo>
                    <a:pt x="18164" y="26603"/>
                  </a:lnTo>
                  <a:lnTo>
                    <a:pt x="18499" y="26295"/>
                  </a:lnTo>
                  <a:lnTo>
                    <a:pt x="18779" y="26044"/>
                  </a:lnTo>
                  <a:lnTo>
                    <a:pt x="19254" y="25569"/>
                  </a:lnTo>
                  <a:lnTo>
                    <a:pt x="19757" y="24898"/>
                  </a:lnTo>
                  <a:lnTo>
                    <a:pt x="19813" y="24367"/>
                  </a:lnTo>
                  <a:lnTo>
                    <a:pt x="19422" y="23668"/>
                  </a:lnTo>
                  <a:lnTo>
                    <a:pt x="19030" y="23138"/>
                  </a:lnTo>
                  <a:lnTo>
                    <a:pt x="11066" y="12128"/>
                  </a:lnTo>
                  <a:lnTo>
                    <a:pt x="3186" y="1090"/>
                  </a:lnTo>
                  <a:lnTo>
                    <a:pt x="2879" y="699"/>
                  </a:lnTo>
                  <a:lnTo>
                    <a:pt x="2320" y="168"/>
                  </a:lnTo>
                  <a:lnTo>
                    <a:pt x="1761" y="0"/>
                  </a:lnTo>
                  <a:close/>
                </a:path>
              </a:pathLst>
            </a:custGeom>
            <a:solidFill>
              <a:srgbClr val="1137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" name="Google Shape;178;p20"/>
            <p:cNvSpPr/>
            <p:nvPr/>
          </p:nvSpPr>
          <p:spPr>
            <a:xfrm>
              <a:off x="3837575" y="1955950"/>
              <a:ext cx="491850" cy="662300"/>
            </a:xfrm>
            <a:custGeom>
              <a:rect b="b" l="l" r="r" t="t"/>
              <a:pathLst>
                <a:path extrusionOk="0" h="26492" w="19674">
                  <a:moveTo>
                    <a:pt x="18052" y="1"/>
                  </a:moveTo>
                  <a:lnTo>
                    <a:pt x="17661" y="57"/>
                  </a:lnTo>
                  <a:lnTo>
                    <a:pt x="17298" y="364"/>
                  </a:lnTo>
                  <a:lnTo>
                    <a:pt x="17074" y="643"/>
                  </a:lnTo>
                  <a:lnTo>
                    <a:pt x="8803" y="12240"/>
                  </a:lnTo>
                  <a:lnTo>
                    <a:pt x="504" y="23809"/>
                  </a:lnTo>
                  <a:lnTo>
                    <a:pt x="308" y="24032"/>
                  </a:lnTo>
                  <a:lnTo>
                    <a:pt x="1" y="24368"/>
                  </a:lnTo>
                  <a:lnTo>
                    <a:pt x="1" y="24647"/>
                  </a:lnTo>
                  <a:lnTo>
                    <a:pt x="113" y="24787"/>
                  </a:lnTo>
                  <a:lnTo>
                    <a:pt x="923" y="25625"/>
                  </a:lnTo>
                  <a:lnTo>
                    <a:pt x="1873" y="26491"/>
                  </a:lnTo>
                  <a:lnTo>
                    <a:pt x="2208" y="26044"/>
                  </a:lnTo>
                  <a:lnTo>
                    <a:pt x="2516" y="25653"/>
                  </a:lnTo>
                  <a:lnTo>
                    <a:pt x="7797" y="18276"/>
                  </a:lnTo>
                  <a:lnTo>
                    <a:pt x="13106" y="10899"/>
                  </a:lnTo>
                  <a:lnTo>
                    <a:pt x="16068" y="6679"/>
                  </a:lnTo>
                  <a:lnTo>
                    <a:pt x="19142" y="2544"/>
                  </a:lnTo>
                  <a:lnTo>
                    <a:pt x="19394" y="2180"/>
                  </a:lnTo>
                  <a:lnTo>
                    <a:pt x="19673" y="1593"/>
                  </a:lnTo>
                  <a:lnTo>
                    <a:pt x="19589" y="1118"/>
                  </a:lnTo>
                  <a:lnTo>
                    <a:pt x="19170" y="671"/>
                  </a:lnTo>
                  <a:lnTo>
                    <a:pt x="18807" y="392"/>
                  </a:lnTo>
                  <a:lnTo>
                    <a:pt x="18500" y="224"/>
                  </a:lnTo>
                  <a:lnTo>
                    <a:pt x="18052" y="1"/>
                  </a:lnTo>
                  <a:close/>
                </a:path>
              </a:pathLst>
            </a:custGeom>
            <a:solidFill>
              <a:srgbClr val="1137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" name="Google Shape;179;p20"/>
            <p:cNvSpPr/>
            <p:nvPr/>
          </p:nvSpPr>
          <p:spPr>
            <a:xfrm>
              <a:off x="4457225" y="3924600"/>
              <a:ext cx="250125" cy="250800"/>
            </a:xfrm>
            <a:custGeom>
              <a:rect b="b" l="l" r="r" t="t"/>
              <a:pathLst>
                <a:path extrusionOk="0" h="10032" w="10005">
                  <a:moveTo>
                    <a:pt x="5031" y="0"/>
                  </a:moveTo>
                  <a:lnTo>
                    <a:pt x="4500" y="28"/>
                  </a:lnTo>
                  <a:lnTo>
                    <a:pt x="3522" y="224"/>
                  </a:lnTo>
                  <a:lnTo>
                    <a:pt x="2628" y="587"/>
                  </a:lnTo>
                  <a:lnTo>
                    <a:pt x="1817" y="1118"/>
                  </a:lnTo>
                  <a:lnTo>
                    <a:pt x="1119" y="1816"/>
                  </a:lnTo>
                  <a:lnTo>
                    <a:pt x="588" y="2599"/>
                  </a:lnTo>
                  <a:lnTo>
                    <a:pt x="224" y="3521"/>
                  </a:lnTo>
                  <a:lnTo>
                    <a:pt x="1" y="4527"/>
                  </a:lnTo>
                  <a:lnTo>
                    <a:pt x="1" y="5058"/>
                  </a:lnTo>
                  <a:lnTo>
                    <a:pt x="1" y="5561"/>
                  </a:lnTo>
                  <a:lnTo>
                    <a:pt x="224" y="6539"/>
                  </a:lnTo>
                  <a:lnTo>
                    <a:pt x="588" y="7433"/>
                  </a:lnTo>
                  <a:lnTo>
                    <a:pt x="1119" y="8216"/>
                  </a:lnTo>
                  <a:lnTo>
                    <a:pt x="1789" y="8886"/>
                  </a:lnTo>
                  <a:lnTo>
                    <a:pt x="2572" y="9445"/>
                  </a:lnTo>
                  <a:lnTo>
                    <a:pt x="3466" y="9808"/>
                  </a:lnTo>
                  <a:lnTo>
                    <a:pt x="4444" y="10004"/>
                  </a:lnTo>
                  <a:lnTo>
                    <a:pt x="4947" y="10032"/>
                  </a:lnTo>
                  <a:lnTo>
                    <a:pt x="5478" y="10004"/>
                  </a:lnTo>
                  <a:lnTo>
                    <a:pt x="6484" y="9808"/>
                  </a:lnTo>
                  <a:lnTo>
                    <a:pt x="7406" y="9445"/>
                  </a:lnTo>
                  <a:lnTo>
                    <a:pt x="8216" y="8914"/>
                  </a:lnTo>
                  <a:lnTo>
                    <a:pt x="8887" y="8216"/>
                  </a:lnTo>
                  <a:lnTo>
                    <a:pt x="9418" y="7433"/>
                  </a:lnTo>
                  <a:lnTo>
                    <a:pt x="9809" y="6511"/>
                  </a:lnTo>
                  <a:lnTo>
                    <a:pt x="10005" y="5533"/>
                  </a:lnTo>
                  <a:lnTo>
                    <a:pt x="10005" y="5002"/>
                  </a:lnTo>
                  <a:lnTo>
                    <a:pt x="10005" y="4471"/>
                  </a:lnTo>
                  <a:lnTo>
                    <a:pt x="9781" y="3521"/>
                  </a:lnTo>
                  <a:lnTo>
                    <a:pt x="9418" y="2627"/>
                  </a:lnTo>
                  <a:lnTo>
                    <a:pt x="8887" y="1816"/>
                  </a:lnTo>
                  <a:lnTo>
                    <a:pt x="8216" y="1146"/>
                  </a:lnTo>
                  <a:lnTo>
                    <a:pt x="7406" y="615"/>
                  </a:lnTo>
                  <a:lnTo>
                    <a:pt x="6512" y="224"/>
                  </a:lnTo>
                  <a:lnTo>
                    <a:pt x="5562" y="28"/>
                  </a:lnTo>
                  <a:lnTo>
                    <a:pt x="5031" y="0"/>
                  </a:lnTo>
                  <a:close/>
                </a:path>
              </a:pathLst>
            </a:custGeom>
            <a:solidFill>
              <a:srgbClr val="1137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" name="Google Shape;180;p20"/>
            <p:cNvSpPr/>
            <p:nvPr/>
          </p:nvSpPr>
          <p:spPr>
            <a:xfrm>
              <a:off x="4457225" y="1385200"/>
              <a:ext cx="250125" cy="250825"/>
            </a:xfrm>
            <a:custGeom>
              <a:rect b="b" l="l" r="r" t="t"/>
              <a:pathLst>
                <a:path extrusionOk="0" h="10033" w="10005">
                  <a:moveTo>
                    <a:pt x="4975" y="1"/>
                  </a:moveTo>
                  <a:lnTo>
                    <a:pt x="4444" y="29"/>
                  </a:lnTo>
                  <a:lnTo>
                    <a:pt x="3466" y="224"/>
                  </a:lnTo>
                  <a:lnTo>
                    <a:pt x="2572" y="615"/>
                  </a:lnTo>
                  <a:lnTo>
                    <a:pt x="1761" y="1174"/>
                  </a:lnTo>
                  <a:lnTo>
                    <a:pt x="1091" y="1845"/>
                  </a:lnTo>
                  <a:lnTo>
                    <a:pt x="560" y="2683"/>
                  </a:lnTo>
                  <a:lnTo>
                    <a:pt x="196" y="3605"/>
                  </a:lnTo>
                  <a:lnTo>
                    <a:pt x="1" y="4583"/>
                  </a:lnTo>
                  <a:lnTo>
                    <a:pt x="1" y="5114"/>
                  </a:lnTo>
                  <a:lnTo>
                    <a:pt x="29" y="5645"/>
                  </a:lnTo>
                  <a:lnTo>
                    <a:pt x="224" y="6595"/>
                  </a:lnTo>
                  <a:lnTo>
                    <a:pt x="616" y="7490"/>
                  </a:lnTo>
                  <a:lnTo>
                    <a:pt x="1147" y="8272"/>
                  </a:lnTo>
                  <a:lnTo>
                    <a:pt x="1845" y="8943"/>
                  </a:lnTo>
                  <a:lnTo>
                    <a:pt x="2628" y="9474"/>
                  </a:lnTo>
                  <a:lnTo>
                    <a:pt x="3550" y="9837"/>
                  </a:lnTo>
                  <a:lnTo>
                    <a:pt x="4528" y="10032"/>
                  </a:lnTo>
                  <a:lnTo>
                    <a:pt x="5031" y="10032"/>
                  </a:lnTo>
                  <a:lnTo>
                    <a:pt x="5562" y="10004"/>
                  </a:lnTo>
                  <a:lnTo>
                    <a:pt x="6540" y="9809"/>
                  </a:lnTo>
                  <a:lnTo>
                    <a:pt x="7462" y="9418"/>
                  </a:lnTo>
                  <a:lnTo>
                    <a:pt x="8244" y="8859"/>
                  </a:lnTo>
                  <a:lnTo>
                    <a:pt x="8915" y="8160"/>
                  </a:lnTo>
                  <a:lnTo>
                    <a:pt x="9446" y="7350"/>
                  </a:lnTo>
                  <a:lnTo>
                    <a:pt x="9809" y="6456"/>
                  </a:lnTo>
                  <a:lnTo>
                    <a:pt x="10005" y="5450"/>
                  </a:lnTo>
                  <a:lnTo>
                    <a:pt x="10005" y="4919"/>
                  </a:lnTo>
                  <a:lnTo>
                    <a:pt x="9977" y="4416"/>
                  </a:lnTo>
                  <a:lnTo>
                    <a:pt x="9781" y="3438"/>
                  </a:lnTo>
                  <a:lnTo>
                    <a:pt x="9390" y="2571"/>
                  </a:lnTo>
                  <a:lnTo>
                    <a:pt x="8831" y="1789"/>
                  </a:lnTo>
                  <a:lnTo>
                    <a:pt x="8132" y="1118"/>
                  </a:lnTo>
                  <a:lnTo>
                    <a:pt x="7350" y="587"/>
                  </a:lnTo>
                  <a:lnTo>
                    <a:pt x="6456" y="196"/>
                  </a:lnTo>
                  <a:lnTo>
                    <a:pt x="5478" y="1"/>
                  </a:lnTo>
                  <a:close/>
                </a:path>
              </a:pathLst>
            </a:custGeom>
            <a:solidFill>
              <a:srgbClr val="1137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" name="Google Shape;181;p20"/>
            <p:cNvSpPr/>
            <p:nvPr/>
          </p:nvSpPr>
          <p:spPr>
            <a:xfrm>
              <a:off x="3970325" y="2823600"/>
              <a:ext cx="368175" cy="69200"/>
            </a:xfrm>
            <a:custGeom>
              <a:rect b="b" l="l" r="r" t="t"/>
              <a:pathLst>
                <a:path extrusionOk="0" h="2768" w="14727">
                  <a:moveTo>
                    <a:pt x="1090" y="1"/>
                  </a:moveTo>
                  <a:lnTo>
                    <a:pt x="503" y="85"/>
                  </a:lnTo>
                  <a:lnTo>
                    <a:pt x="168" y="392"/>
                  </a:lnTo>
                  <a:lnTo>
                    <a:pt x="0" y="979"/>
                  </a:lnTo>
                  <a:lnTo>
                    <a:pt x="0" y="1454"/>
                  </a:lnTo>
                  <a:lnTo>
                    <a:pt x="28" y="1817"/>
                  </a:lnTo>
                  <a:lnTo>
                    <a:pt x="168" y="2376"/>
                  </a:lnTo>
                  <a:lnTo>
                    <a:pt x="447" y="2655"/>
                  </a:lnTo>
                  <a:lnTo>
                    <a:pt x="978" y="2767"/>
                  </a:lnTo>
                  <a:lnTo>
                    <a:pt x="1341" y="2767"/>
                  </a:lnTo>
                  <a:lnTo>
                    <a:pt x="7545" y="2683"/>
                  </a:lnTo>
                  <a:lnTo>
                    <a:pt x="13776" y="2767"/>
                  </a:lnTo>
                  <a:lnTo>
                    <a:pt x="14168" y="2739"/>
                  </a:lnTo>
                  <a:lnTo>
                    <a:pt x="14615" y="2516"/>
                  </a:lnTo>
                  <a:lnTo>
                    <a:pt x="14726" y="1873"/>
                  </a:lnTo>
                  <a:lnTo>
                    <a:pt x="14671" y="1398"/>
                  </a:lnTo>
                  <a:lnTo>
                    <a:pt x="14726" y="895"/>
                  </a:lnTo>
                  <a:lnTo>
                    <a:pt x="14615" y="252"/>
                  </a:lnTo>
                  <a:lnTo>
                    <a:pt x="14196" y="29"/>
                  </a:lnTo>
                  <a:lnTo>
                    <a:pt x="13776" y="1"/>
                  </a:lnTo>
                  <a:lnTo>
                    <a:pt x="10591" y="57"/>
                  </a:lnTo>
                  <a:lnTo>
                    <a:pt x="7377" y="29"/>
                  </a:lnTo>
                  <a:lnTo>
                    <a:pt x="4443" y="57"/>
                  </a:lnTo>
                  <a:lnTo>
                    <a:pt x="1481" y="1"/>
                  </a:lnTo>
                  <a:close/>
                </a:path>
              </a:pathLst>
            </a:custGeom>
            <a:solidFill>
              <a:srgbClr val="1137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53244"/>
        </a:solidFill>
      </p:bgPr>
    </p:bg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1"/>
          <p:cNvSpPr/>
          <p:nvPr/>
        </p:nvSpPr>
        <p:spPr>
          <a:xfrm>
            <a:off x="0" y="23486"/>
            <a:ext cx="9144000" cy="5143500"/>
          </a:xfrm>
          <a:prstGeom prst="round1Rect">
            <a:avLst>
              <a:gd fmla="val 0" name="adj"/>
            </a:avLst>
          </a:prstGeom>
          <a:solidFill>
            <a:srgbClr val="FFCB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21"/>
          <p:cNvSpPr/>
          <p:nvPr/>
        </p:nvSpPr>
        <p:spPr>
          <a:xfrm>
            <a:off x="0" y="23486"/>
            <a:ext cx="8866800" cy="5143500"/>
          </a:xfrm>
          <a:prstGeom prst="round1Rect">
            <a:avLst>
              <a:gd fmla="val 5332" name="adj"/>
            </a:avLst>
          </a:prstGeom>
          <a:solidFill>
            <a:srgbClr val="8DE2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21"/>
          <p:cNvSpPr/>
          <p:nvPr/>
        </p:nvSpPr>
        <p:spPr>
          <a:xfrm>
            <a:off x="0" y="23486"/>
            <a:ext cx="8531700" cy="5143500"/>
          </a:xfrm>
          <a:prstGeom prst="round1Rect">
            <a:avLst>
              <a:gd fmla="val 7105" name="adj"/>
            </a:avLst>
          </a:prstGeom>
          <a:solidFill>
            <a:srgbClr val="1532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9" name="Google Shape;189;p21"/>
          <p:cNvCxnSpPr/>
          <p:nvPr/>
        </p:nvCxnSpPr>
        <p:spPr>
          <a:xfrm>
            <a:off x="173394" y="4711019"/>
            <a:ext cx="8164200" cy="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190" name="Google Shape;190;p21"/>
          <p:cNvPicPr preferRelativeResize="0"/>
          <p:nvPr/>
        </p:nvPicPr>
        <p:blipFill rotWithShape="1">
          <a:blip r:embed="rId3">
            <a:alphaModFix/>
          </a:blip>
          <a:srcRect b="32287" l="24148" r="24143" t="32283"/>
          <a:stretch/>
        </p:blipFill>
        <p:spPr>
          <a:xfrm>
            <a:off x="117775" y="4764867"/>
            <a:ext cx="442276" cy="30304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1" name="Google Shape;191;p21"/>
          <p:cNvGrpSpPr/>
          <p:nvPr/>
        </p:nvGrpSpPr>
        <p:grpSpPr>
          <a:xfrm rot="5400000">
            <a:off x="69875" y="-381850"/>
            <a:ext cx="419400" cy="91500"/>
            <a:chOff x="439425" y="-528325"/>
            <a:chExt cx="419400" cy="91500"/>
          </a:xfrm>
        </p:grpSpPr>
        <p:sp>
          <p:nvSpPr>
            <p:cNvPr id="192" name="Google Shape;192;p21"/>
            <p:cNvSpPr/>
            <p:nvPr/>
          </p:nvSpPr>
          <p:spPr>
            <a:xfrm>
              <a:off x="439425" y="-528325"/>
              <a:ext cx="91500" cy="91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" name="Google Shape;193;p21"/>
            <p:cNvSpPr/>
            <p:nvPr/>
          </p:nvSpPr>
          <p:spPr>
            <a:xfrm>
              <a:off x="603375" y="-528325"/>
              <a:ext cx="91500" cy="91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" name="Google Shape;194;p21"/>
            <p:cNvSpPr/>
            <p:nvPr/>
          </p:nvSpPr>
          <p:spPr>
            <a:xfrm>
              <a:off x="767325" y="-528325"/>
              <a:ext cx="91500" cy="91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95" name="Google Shape;195;p21"/>
          <p:cNvSpPr txBox="1"/>
          <p:nvPr/>
        </p:nvSpPr>
        <p:spPr>
          <a:xfrm>
            <a:off x="278350" y="2517136"/>
            <a:ext cx="7628700" cy="10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Arial"/>
              <a:buNone/>
            </a:pPr>
            <a:r>
              <a:rPr b="0" i="0" lang="es" sz="5500" u="none" cap="none" strike="noStrike">
                <a:solidFill>
                  <a:srgbClr val="FFFFFF"/>
                </a:solidFill>
                <a:latin typeface="Archivo"/>
                <a:ea typeface="Archivo"/>
                <a:cs typeface="Archivo"/>
                <a:sym typeface="Archivo"/>
              </a:rPr>
              <a:t>Uno a uno en comunas</a:t>
            </a:r>
            <a:endParaRPr b="0" i="0" sz="5500" u="none" cap="none" strike="noStrike">
              <a:solidFill>
                <a:srgbClr val="FFFFFF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96" name="Google Shape;196;p21"/>
          <p:cNvSpPr txBox="1"/>
          <p:nvPr/>
        </p:nvSpPr>
        <p:spPr>
          <a:xfrm>
            <a:off x="278350" y="3429605"/>
            <a:ext cx="6932700" cy="8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s" sz="3600" u="none" cap="none" strike="noStrike">
                <a:solidFill>
                  <a:srgbClr val="8DE2D6"/>
                </a:solidFill>
                <a:latin typeface="Archivo Black"/>
                <a:ea typeface="Archivo Black"/>
                <a:cs typeface="Archivo Black"/>
                <a:sym typeface="Archivo Black"/>
              </a:rPr>
              <a:t>Comuna {{ecv_comuna}} ({{ecv_fecha}})</a:t>
            </a:r>
            <a:endParaRPr b="0" i="0" sz="2200" u="none" cap="none" strike="noStrike"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1" name="Google Shape;201;p22"/>
          <p:cNvGraphicFramePr/>
          <p:nvPr/>
        </p:nvGraphicFramePr>
        <p:xfrm>
          <a:off x="376120" y="91212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{7650D8E4-4787-4E29-98DA-0F39D9B7AF57}</a:tableStyleId>
              </a:tblPr>
              <a:tblGrid>
                <a:gridCol w="1376450"/>
                <a:gridCol w="1269950"/>
                <a:gridCol w="1145050"/>
                <a:gridCol w="1212775"/>
                <a:gridCol w="1296500"/>
                <a:gridCol w="958825"/>
                <a:gridCol w="1143225"/>
              </a:tblGrid>
              <a:tr h="4939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" sz="1100" u="none" cap="none" strike="noStrike">
                          <a:solidFill>
                            <a:srgbClr val="153245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Plataforma</a:t>
                      </a:r>
                      <a:endParaRPr b="1" sz="1100" u="none" cap="none" strike="noStrike">
                        <a:solidFill>
                          <a:srgbClr val="153245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DE2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" sz="1100" u="none" cap="none" strike="noStrike">
                          <a:solidFill>
                            <a:srgbClr val="153245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Objetivo</a:t>
                      </a:r>
                      <a:endParaRPr b="1" sz="1100" u="none" cap="none" strike="noStrike">
                        <a:solidFill>
                          <a:srgbClr val="153245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DE2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" sz="1100" u="none" cap="none" strike="noStrike">
                          <a:solidFill>
                            <a:srgbClr val="153245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Alcance</a:t>
                      </a:r>
                      <a:endParaRPr b="1" sz="1100" u="none" cap="none" strike="noStrike">
                        <a:solidFill>
                          <a:srgbClr val="153245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DE2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" sz="1100" u="none" cap="none" strike="noStrike">
                          <a:solidFill>
                            <a:srgbClr val="153245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Impresiones</a:t>
                      </a:r>
                      <a:endParaRPr b="1" sz="1100" u="none" cap="none" strike="noStrike">
                        <a:solidFill>
                          <a:srgbClr val="153245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DE2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" sz="1100" u="none" cap="none" strike="noStrike">
                          <a:solidFill>
                            <a:srgbClr val="153245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Frecuencia</a:t>
                      </a:r>
                      <a:endParaRPr b="1" sz="1100" u="none" cap="none" strike="noStrike">
                        <a:solidFill>
                          <a:srgbClr val="153245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DE2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" sz="1100" u="none" cap="none" strike="noStrike">
                          <a:solidFill>
                            <a:srgbClr val="153245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Clics</a:t>
                      </a:r>
                      <a:endParaRPr b="1" sz="1100" u="none" cap="none" strike="noStrike">
                        <a:solidFill>
                          <a:srgbClr val="153245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DE2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" sz="1100" u="none" cap="none" strike="noStrike">
                          <a:solidFill>
                            <a:srgbClr val="153245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CTR</a:t>
                      </a:r>
                      <a:endParaRPr b="1" sz="1100" u="none" cap="none" strike="noStrike">
                        <a:solidFill>
                          <a:srgbClr val="153245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DE2D6"/>
                    </a:solidFill>
                  </a:tcPr>
                </a:tc>
              </a:tr>
              <a:tr h="6095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100" u="none" cap="none" strike="noStrike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Programmatic</a:t>
                      </a:r>
                      <a:endParaRPr sz="1100" u="none" cap="none" strike="noStrike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0" marB="0" marR="36000" marL="36000" anchor="ctr">
                    <a:lnL cap="flat" cmpd="sng" w="9525">
                      <a:solidFill>
                        <a:srgbClr val="FFFFFF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100" u="none" cap="none" strike="noStrike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Alcance</a:t>
                      </a:r>
                      <a:endParaRPr sz="1100" u="none" cap="none" strike="noStrike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</a:tr>
              <a:tr h="6095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100" u="none" cap="none" strike="noStrike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Meta</a:t>
                      </a:r>
                      <a:endParaRPr sz="1100" u="none" cap="none" strike="noStrike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0" marB="0" marR="36000" marL="36000" anchor="ctr">
                    <a:lnL cap="flat" cmpd="sng" w="9525">
                      <a:solidFill>
                        <a:srgbClr val="FFFFFF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100" u="none" cap="none" strike="noStrike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Clics</a:t>
                      </a:r>
                      <a:endParaRPr sz="1100" u="none" cap="none" strike="noStrike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3C47D"/>
                    </a:solidFill>
                  </a:tcPr>
                </a:tc>
              </a:tr>
              <a:tr h="6572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100" u="none" cap="none" strike="noStrike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Google</a:t>
                      </a:r>
                      <a:endParaRPr sz="1100" u="none" cap="none" strike="noStrike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0" marB="0" marR="36000" marL="36000" anchor="ctr">
                    <a:lnL cap="flat" cmpd="sng" w="9525">
                      <a:solidFill>
                        <a:srgbClr val="FFFFFF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100" u="none" cap="none" strike="noStrike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Clics</a:t>
                      </a:r>
                      <a:endParaRPr sz="1100" u="none" cap="none" strike="noStrike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3C47D"/>
                    </a:solidFill>
                  </a:tcPr>
                </a:tc>
              </a:tr>
              <a:tr h="554225"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i="1" lang="es" sz="1100" u="none" cap="none" strike="noStrike">
                          <a:solidFill>
                            <a:srgbClr val="FFFFFF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TOTALES</a:t>
                      </a:r>
                      <a:endParaRPr b="1" i="1" sz="1100" u="none" cap="none" strike="noStrike">
                        <a:solidFill>
                          <a:srgbClr val="FFFFFF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0" marB="0" marR="36000" marL="36000" anchor="ctr">
                    <a:lnL cap="flat" cmpd="sng" w="9525">
                      <a:solidFill>
                        <a:srgbClr val="FFFFFF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3748"/>
                    </a:solidFill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374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374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374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374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3748"/>
                    </a:solidFill>
                  </a:tcPr>
                </a:tc>
              </a:tr>
            </a:tbl>
          </a:graphicData>
        </a:graphic>
      </p:graphicFrame>
      <p:sp>
        <p:nvSpPr>
          <p:cNvPr id="202" name="Google Shape;202;p22"/>
          <p:cNvSpPr txBox="1"/>
          <p:nvPr/>
        </p:nvSpPr>
        <p:spPr>
          <a:xfrm>
            <a:off x="740400" y="195325"/>
            <a:ext cx="4949100" cy="280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s" sz="2000" u="none" cap="none" strike="noStrike">
                <a:solidFill>
                  <a:srgbClr val="123546"/>
                </a:solidFill>
                <a:latin typeface="Archivo ExtraBold"/>
                <a:ea typeface="Archivo ExtraBold"/>
                <a:cs typeface="Archivo ExtraBold"/>
                <a:sym typeface="Archivo ExtraBold"/>
              </a:rPr>
              <a:t>Uno a uno en Comuna {{ecv_comuna}} ({{ecv_fecha}}) </a:t>
            </a:r>
            <a:endParaRPr b="1" i="0" sz="2000" u="none" cap="none" strike="noStrike">
              <a:solidFill>
                <a:srgbClr val="133446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123546"/>
              </a:solidFill>
              <a:latin typeface="Archivo ExtraBold"/>
              <a:ea typeface="Archivo ExtraBold"/>
              <a:cs typeface="Archivo ExtraBold"/>
              <a:sym typeface="Archivo ExtraBold"/>
            </a:endParaRPr>
          </a:p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123546"/>
              </a:solidFill>
              <a:latin typeface="Archivo ExtraBold"/>
              <a:ea typeface="Archivo ExtraBold"/>
              <a:cs typeface="Archivo ExtraBold"/>
              <a:sym typeface="Archivo ExtraBold"/>
            </a:endParaRPr>
          </a:p>
        </p:txBody>
      </p:sp>
      <p:sp>
        <p:nvSpPr>
          <p:cNvPr id="203" name="Google Shape;203;p22"/>
          <p:cNvSpPr/>
          <p:nvPr/>
        </p:nvSpPr>
        <p:spPr>
          <a:xfrm>
            <a:off x="274775" y="176254"/>
            <a:ext cx="366900" cy="366900"/>
          </a:xfrm>
          <a:prstGeom prst="ellipse">
            <a:avLst/>
          </a:prstGeom>
          <a:solidFill>
            <a:srgbClr val="1235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04" name="Google Shape;204;p22"/>
          <p:cNvGrpSpPr/>
          <p:nvPr/>
        </p:nvGrpSpPr>
        <p:grpSpPr>
          <a:xfrm>
            <a:off x="376133" y="253929"/>
            <a:ext cx="190480" cy="211556"/>
            <a:chOff x="2169088" y="811743"/>
            <a:chExt cx="3848087" cy="4273857"/>
          </a:xfrm>
        </p:grpSpPr>
        <p:sp>
          <p:nvSpPr>
            <p:cNvPr id="205" name="Google Shape;205;p22"/>
            <p:cNvSpPr/>
            <p:nvPr/>
          </p:nvSpPr>
          <p:spPr>
            <a:xfrm>
              <a:off x="2169088" y="811743"/>
              <a:ext cx="3345825" cy="4082275"/>
            </a:xfrm>
            <a:custGeom>
              <a:rect b="b" l="l" r="r" t="t"/>
              <a:pathLst>
                <a:path extrusionOk="0" h="163291" w="133833">
                  <a:moveTo>
                    <a:pt x="91175" y="34428"/>
                  </a:moveTo>
                  <a:cubicBezTo>
                    <a:pt x="96225" y="34428"/>
                    <a:pt x="101274" y="34428"/>
                    <a:pt x="106324" y="34456"/>
                  </a:cubicBezTo>
                  <a:cubicBezTo>
                    <a:pt x="109672" y="34456"/>
                    <a:pt x="111960" y="36520"/>
                    <a:pt x="111988" y="39506"/>
                  </a:cubicBezTo>
                  <a:cubicBezTo>
                    <a:pt x="112043" y="42602"/>
                    <a:pt x="109784" y="44862"/>
                    <a:pt x="106380" y="44890"/>
                  </a:cubicBezTo>
                  <a:cubicBezTo>
                    <a:pt x="101330" y="44904"/>
                    <a:pt x="96273" y="44911"/>
                    <a:pt x="91217" y="44911"/>
                  </a:cubicBezTo>
                  <a:cubicBezTo>
                    <a:pt x="86160" y="44911"/>
                    <a:pt x="81103" y="44904"/>
                    <a:pt x="76054" y="44890"/>
                  </a:cubicBezTo>
                  <a:cubicBezTo>
                    <a:pt x="72622" y="44862"/>
                    <a:pt x="70362" y="42658"/>
                    <a:pt x="70390" y="39561"/>
                  </a:cubicBezTo>
                  <a:cubicBezTo>
                    <a:pt x="70418" y="36492"/>
                    <a:pt x="72706" y="34456"/>
                    <a:pt x="76165" y="34456"/>
                  </a:cubicBezTo>
                  <a:cubicBezTo>
                    <a:pt x="81159" y="34428"/>
                    <a:pt x="86181" y="34428"/>
                    <a:pt x="91175" y="34428"/>
                  </a:cubicBezTo>
                  <a:close/>
                  <a:moveTo>
                    <a:pt x="42463" y="34428"/>
                  </a:moveTo>
                  <a:cubicBezTo>
                    <a:pt x="47457" y="34428"/>
                    <a:pt x="52451" y="34428"/>
                    <a:pt x="57445" y="34456"/>
                  </a:cubicBezTo>
                  <a:cubicBezTo>
                    <a:pt x="60849" y="34456"/>
                    <a:pt x="63108" y="36437"/>
                    <a:pt x="63192" y="39422"/>
                  </a:cubicBezTo>
                  <a:cubicBezTo>
                    <a:pt x="63276" y="42547"/>
                    <a:pt x="61044" y="44862"/>
                    <a:pt x="57668" y="44862"/>
                  </a:cubicBezTo>
                  <a:cubicBezTo>
                    <a:pt x="52590" y="44904"/>
                    <a:pt x="47506" y="44918"/>
                    <a:pt x="42421" y="44918"/>
                  </a:cubicBezTo>
                  <a:cubicBezTo>
                    <a:pt x="37337" y="44918"/>
                    <a:pt x="32252" y="44904"/>
                    <a:pt x="27174" y="44890"/>
                  </a:cubicBezTo>
                  <a:cubicBezTo>
                    <a:pt x="24217" y="44862"/>
                    <a:pt x="22069" y="43077"/>
                    <a:pt x="21650" y="40510"/>
                  </a:cubicBezTo>
                  <a:cubicBezTo>
                    <a:pt x="21232" y="37999"/>
                    <a:pt x="22627" y="35544"/>
                    <a:pt x="25082" y="34735"/>
                  </a:cubicBezTo>
                  <a:cubicBezTo>
                    <a:pt x="25835" y="34512"/>
                    <a:pt x="26672" y="34456"/>
                    <a:pt x="27481" y="34456"/>
                  </a:cubicBezTo>
                  <a:cubicBezTo>
                    <a:pt x="32475" y="34428"/>
                    <a:pt x="37469" y="34428"/>
                    <a:pt x="42463" y="34428"/>
                  </a:cubicBezTo>
                  <a:close/>
                  <a:moveTo>
                    <a:pt x="42425" y="55366"/>
                  </a:moveTo>
                  <a:cubicBezTo>
                    <a:pt x="47715" y="55366"/>
                    <a:pt x="53009" y="55380"/>
                    <a:pt x="58310" y="55408"/>
                  </a:cubicBezTo>
                  <a:cubicBezTo>
                    <a:pt x="60876" y="55408"/>
                    <a:pt x="62941" y="57473"/>
                    <a:pt x="63164" y="59984"/>
                  </a:cubicBezTo>
                  <a:cubicBezTo>
                    <a:pt x="63415" y="62662"/>
                    <a:pt x="61825" y="64977"/>
                    <a:pt x="59258" y="65591"/>
                  </a:cubicBezTo>
                  <a:cubicBezTo>
                    <a:pt x="58477" y="65759"/>
                    <a:pt x="57640" y="65814"/>
                    <a:pt x="56831" y="65814"/>
                  </a:cubicBezTo>
                  <a:cubicBezTo>
                    <a:pt x="55222" y="65824"/>
                    <a:pt x="53613" y="65827"/>
                    <a:pt x="52005" y="65827"/>
                  </a:cubicBezTo>
                  <a:cubicBezTo>
                    <a:pt x="48787" y="65827"/>
                    <a:pt x="45569" y="65814"/>
                    <a:pt x="42351" y="65814"/>
                  </a:cubicBezTo>
                  <a:cubicBezTo>
                    <a:pt x="39152" y="65814"/>
                    <a:pt x="35941" y="65827"/>
                    <a:pt x="32725" y="65827"/>
                  </a:cubicBezTo>
                  <a:cubicBezTo>
                    <a:pt x="31117" y="65827"/>
                    <a:pt x="29509" y="65824"/>
                    <a:pt x="27900" y="65814"/>
                  </a:cubicBezTo>
                  <a:cubicBezTo>
                    <a:pt x="27146" y="65814"/>
                    <a:pt x="26365" y="65759"/>
                    <a:pt x="25640" y="65619"/>
                  </a:cubicBezTo>
                  <a:cubicBezTo>
                    <a:pt x="23045" y="65033"/>
                    <a:pt x="21399" y="62773"/>
                    <a:pt x="21595" y="60095"/>
                  </a:cubicBezTo>
                  <a:cubicBezTo>
                    <a:pt x="21790" y="57528"/>
                    <a:pt x="23882" y="55408"/>
                    <a:pt x="26561" y="55408"/>
                  </a:cubicBezTo>
                  <a:cubicBezTo>
                    <a:pt x="31847" y="55380"/>
                    <a:pt x="37134" y="55366"/>
                    <a:pt x="42425" y="55366"/>
                  </a:cubicBezTo>
                  <a:close/>
                  <a:moveTo>
                    <a:pt x="106268" y="55352"/>
                  </a:moveTo>
                  <a:cubicBezTo>
                    <a:pt x="109644" y="55380"/>
                    <a:pt x="111904" y="57389"/>
                    <a:pt x="111988" y="60374"/>
                  </a:cubicBezTo>
                  <a:cubicBezTo>
                    <a:pt x="112071" y="63471"/>
                    <a:pt x="109811" y="65787"/>
                    <a:pt x="106436" y="65787"/>
                  </a:cubicBezTo>
                  <a:cubicBezTo>
                    <a:pt x="101358" y="65814"/>
                    <a:pt x="96273" y="65828"/>
                    <a:pt x="91189" y="65828"/>
                  </a:cubicBezTo>
                  <a:cubicBezTo>
                    <a:pt x="86104" y="65828"/>
                    <a:pt x="81020" y="65814"/>
                    <a:pt x="75942" y="65787"/>
                  </a:cubicBezTo>
                  <a:cubicBezTo>
                    <a:pt x="72566" y="65787"/>
                    <a:pt x="70306" y="63471"/>
                    <a:pt x="70390" y="60374"/>
                  </a:cubicBezTo>
                  <a:cubicBezTo>
                    <a:pt x="70474" y="57389"/>
                    <a:pt x="72734" y="55380"/>
                    <a:pt x="76109" y="55380"/>
                  </a:cubicBezTo>
                  <a:cubicBezTo>
                    <a:pt x="81159" y="55352"/>
                    <a:pt x="86237" y="55352"/>
                    <a:pt x="91286" y="55352"/>
                  </a:cubicBezTo>
                  <a:close/>
                  <a:moveTo>
                    <a:pt x="42379" y="76277"/>
                  </a:moveTo>
                  <a:cubicBezTo>
                    <a:pt x="47457" y="76277"/>
                    <a:pt x="52507" y="76277"/>
                    <a:pt x="57556" y="76304"/>
                  </a:cubicBezTo>
                  <a:cubicBezTo>
                    <a:pt x="60904" y="76304"/>
                    <a:pt x="63164" y="78369"/>
                    <a:pt x="63192" y="81382"/>
                  </a:cubicBezTo>
                  <a:cubicBezTo>
                    <a:pt x="63248" y="84479"/>
                    <a:pt x="60960" y="86711"/>
                    <a:pt x="57584" y="86739"/>
                  </a:cubicBezTo>
                  <a:cubicBezTo>
                    <a:pt x="52521" y="86753"/>
                    <a:pt x="47464" y="86760"/>
                    <a:pt x="42407" y="86760"/>
                  </a:cubicBezTo>
                  <a:cubicBezTo>
                    <a:pt x="37351" y="86760"/>
                    <a:pt x="32294" y="86753"/>
                    <a:pt x="27230" y="86739"/>
                  </a:cubicBezTo>
                  <a:cubicBezTo>
                    <a:pt x="24273" y="86739"/>
                    <a:pt x="22097" y="84981"/>
                    <a:pt x="21650" y="82442"/>
                  </a:cubicBezTo>
                  <a:cubicBezTo>
                    <a:pt x="21204" y="79931"/>
                    <a:pt x="22571" y="77448"/>
                    <a:pt x="24998" y="76639"/>
                  </a:cubicBezTo>
                  <a:cubicBezTo>
                    <a:pt x="25752" y="76360"/>
                    <a:pt x="26588" y="76304"/>
                    <a:pt x="27398" y="76304"/>
                  </a:cubicBezTo>
                  <a:cubicBezTo>
                    <a:pt x="32392" y="76277"/>
                    <a:pt x="37385" y="76277"/>
                    <a:pt x="42379" y="76277"/>
                  </a:cubicBezTo>
                  <a:close/>
                  <a:moveTo>
                    <a:pt x="83140" y="76277"/>
                  </a:moveTo>
                  <a:cubicBezTo>
                    <a:pt x="83696" y="76283"/>
                    <a:pt x="84251" y="76285"/>
                    <a:pt x="84805" y="76285"/>
                  </a:cubicBezTo>
                  <a:cubicBezTo>
                    <a:pt x="85792" y="76285"/>
                    <a:pt x="86776" y="76278"/>
                    <a:pt x="87758" y="76278"/>
                  </a:cubicBezTo>
                  <a:cubicBezTo>
                    <a:pt x="88656" y="76278"/>
                    <a:pt x="89553" y="76284"/>
                    <a:pt x="90449" y="76304"/>
                  </a:cubicBezTo>
                  <a:cubicBezTo>
                    <a:pt x="93518" y="76332"/>
                    <a:pt x="95750" y="78425"/>
                    <a:pt x="95862" y="81298"/>
                  </a:cubicBezTo>
                  <a:cubicBezTo>
                    <a:pt x="95974" y="84088"/>
                    <a:pt x="93825" y="86599"/>
                    <a:pt x="90812" y="86683"/>
                  </a:cubicBezTo>
                  <a:cubicBezTo>
                    <a:pt x="88259" y="86753"/>
                    <a:pt x="85707" y="86788"/>
                    <a:pt x="83154" y="86788"/>
                  </a:cubicBezTo>
                  <a:cubicBezTo>
                    <a:pt x="80601" y="86788"/>
                    <a:pt x="78048" y="86753"/>
                    <a:pt x="75496" y="86683"/>
                  </a:cubicBezTo>
                  <a:cubicBezTo>
                    <a:pt x="72371" y="86599"/>
                    <a:pt x="70278" y="84200"/>
                    <a:pt x="70390" y="81215"/>
                  </a:cubicBezTo>
                  <a:cubicBezTo>
                    <a:pt x="70530" y="78369"/>
                    <a:pt x="72734" y="76332"/>
                    <a:pt x="75830" y="76304"/>
                  </a:cubicBezTo>
                  <a:cubicBezTo>
                    <a:pt x="78285" y="76277"/>
                    <a:pt x="80713" y="76277"/>
                    <a:pt x="83140" y="76277"/>
                  </a:cubicBezTo>
                  <a:close/>
                  <a:moveTo>
                    <a:pt x="42491" y="97201"/>
                  </a:moveTo>
                  <a:cubicBezTo>
                    <a:pt x="47485" y="97201"/>
                    <a:pt x="52479" y="97201"/>
                    <a:pt x="57473" y="97229"/>
                  </a:cubicBezTo>
                  <a:cubicBezTo>
                    <a:pt x="60932" y="97229"/>
                    <a:pt x="63192" y="99321"/>
                    <a:pt x="63192" y="102418"/>
                  </a:cubicBezTo>
                  <a:cubicBezTo>
                    <a:pt x="63192" y="105487"/>
                    <a:pt x="60904" y="107663"/>
                    <a:pt x="57473" y="107663"/>
                  </a:cubicBezTo>
                  <a:cubicBezTo>
                    <a:pt x="52451" y="107677"/>
                    <a:pt x="47422" y="107684"/>
                    <a:pt x="42393" y="107684"/>
                  </a:cubicBezTo>
                  <a:cubicBezTo>
                    <a:pt x="37365" y="107684"/>
                    <a:pt x="32336" y="107677"/>
                    <a:pt x="27314" y="107663"/>
                  </a:cubicBezTo>
                  <a:cubicBezTo>
                    <a:pt x="23882" y="107635"/>
                    <a:pt x="21595" y="105459"/>
                    <a:pt x="21595" y="102418"/>
                  </a:cubicBezTo>
                  <a:cubicBezTo>
                    <a:pt x="21595" y="99321"/>
                    <a:pt x="23882" y="97229"/>
                    <a:pt x="27314" y="97229"/>
                  </a:cubicBezTo>
                  <a:cubicBezTo>
                    <a:pt x="32364" y="97201"/>
                    <a:pt x="37413" y="97201"/>
                    <a:pt x="42491" y="97201"/>
                  </a:cubicBezTo>
                  <a:close/>
                  <a:moveTo>
                    <a:pt x="32503" y="118476"/>
                  </a:moveTo>
                  <a:cubicBezTo>
                    <a:pt x="35795" y="118476"/>
                    <a:pt x="39087" y="118488"/>
                    <a:pt x="42379" y="118488"/>
                  </a:cubicBezTo>
                  <a:lnTo>
                    <a:pt x="57389" y="118488"/>
                  </a:lnTo>
                  <a:cubicBezTo>
                    <a:pt x="60876" y="118488"/>
                    <a:pt x="63164" y="120525"/>
                    <a:pt x="63192" y="123593"/>
                  </a:cubicBezTo>
                  <a:cubicBezTo>
                    <a:pt x="63248" y="126746"/>
                    <a:pt x="60932" y="128922"/>
                    <a:pt x="57389" y="128950"/>
                  </a:cubicBezTo>
                  <a:cubicBezTo>
                    <a:pt x="52367" y="128950"/>
                    <a:pt x="47338" y="128957"/>
                    <a:pt x="42310" y="128957"/>
                  </a:cubicBezTo>
                  <a:cubicBezTo>
                    <a:pt x="37281" y="128957"/>
                    <a:pt x="32252" y="128950"/>
                    <a:pt x="27230" y="128922"/>
                  </a:cubicBezTo>
                  <a:cubicBezTo>
                    <a:pt x="24273" y="128922"/>
                    <a:pt x="22097" y="127192"/>
                    <a:pt x="21650" y="124654"/>
                  </a:cubicBezTo>
                  <a:cubicBezTo>
                    <a:pt x="21204" y="122115"/>
                    <a:pt x="22571" y="119660"/>
                    <a:pt x="24998" y="118823"/>
                  </a:cubicBezTo>
                  <a:cubicBezTo>
                    <a:pt x="25807" y="118572"/>
                    <a:pt x="26700" y="118516"/>
                    <a:pt x="27565" y="118488"/>
                  </a:cubicBezTo>
                  <a:cubicBezTo>
                    <a:pt x="29211" y="118479"/>
                    <a:pt x="30857" y="118476"/>
                    <a:pt x="32503" y="118476"/>
                  </a:cubicBezTo>
                  <a:close/>
                  <a:moveTo>
                    <a:pt x="18498" y="0"/>
                  </a:moveTo>
                  <a:cubicBezTo>
                    <a:pt x="14871" y="837"/>
                    <a:pt x="11356" y="1953"/>
                    <a:pt x="8370" y="4325"/>
                  </a:cubicBezTo>
                  <a:cubicBezTo>
                    <a:pt x="3042" y="8538"/>
                    <a:pt x="56" y="14034"/>
                    <a:pt x="56" y="20841"/>
                  </a:cubicBezTo>
                  <a:cubicBezTo>
                    <a:pt x="1" y="61378"/>
                    <a:pt x="1" y="101944"/>
                    <a:pt x="29" y="142509"/>
                  </a:cubicBezTo>
                  <a:cubicBezTo>
                    <a:pt x="56" y="153669"/>
                    <a:pt x="9235" y="163154"/>
                    <a:pt x="20339" y="163210"/>
                  </a:cubicBezTo>
                  <a:cubicBezTo>
                    <a:pt x="29558" y="163274"/>
                    <a:pt x="38778" y="163291"/>
                    <a:pt x="47997" y="163291"/>
                  </a:cubicBezTo>
                  <a:cubicBezTo>
                    <a:pt x="59060" y="163291"/>
                    <a:pt x="70124" y="163266"/>
                    <a:pt x="81187" y="163266"/>
                  </a:cubicBezTo>
                  <a:cubicBezTo>
                    <a:pt x="81354" y="163266"/>
                    <a:pt x="81522" y="163210"/>
                    <a:pt x="81829" y="163182"/>
                  </a:cubicBezTo>
                  <a:cubicBezTo>
                    <a:pt x="71450" y="144155"/>
                    <a:pt x="70809" y="125016"/>
                    <a:pt x="82498" y="106575"/>
                  </a:cubicBezTo>
                  <a:cubicBezTo>
                    <a:pt x="93348" y="89433"/>
                    <a:pt x="109245" y="81520"/>
                    <a:pt x="128941" y="81520"/>
                  </a:cubicBezTo>
                  <a:cubicBezTo>
                    <a:pt x="130465" y="81520"/>
                    <a:pt x="132012" y="81567"/>
                    <a:pt x="133581" y="81661"/>
                  </a:cubicBezTo>
                  <a:lnTo>
                    <a:pt x="133581" y="79597"/>
                  </a:lnTo>
                  <a:cubicBezTo>
                    <a:pt x="133581" y="60597"/>
                    <a:pt x="133386" y="41598"/>
                    <a:pt x="133665" y="22599"/>
                  </a:cubicBezTo>
                  <a:cubicBezTo>
                    <a:pt x="133833" y="9933"/>
                    <a:pt x="124933" y="1423"/>
                    <a:pt x="115559" y="224"/>
                  </a:cubicBezTo>
                  <a:cubicBezTo>
                    <a:pt x="115419" y="224"/>
                    <a:pt x="115252" y="84"/>
                    <a:pt x="115112" y="0"/>
                  </a:cubicBezTo>
                  <a:close/>
                </a:path>
              </a:pathLst>
            </a:custGeom>
            <a:solidFill>
              <a:srgbClr val="8DE2D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" name="Google Shape;206;p22"/>
            <p:cNvSpPr/>
            <p:nvPr/>
          </p:nvSpPr>
          <p:spPr>
            <a:xfrm>
              <a:off x="3700125" y="2911200"/>
              <a:ext cx="2317050" cy="2174400"/>
            </a:xfrm>
            <a:custGeom>
              <a:rect b="b" l="l" r="r" t="t"/>
              <a:pathLst>
                <a:path extrusionOk="0" h="86976" w="92682">
                  <a:moveTo>
                    <a:pt x="61246" y="27942"/>
                  </a:moveTo>
                  <a:cubicBezTo>
                    <a:pt x="62954" y="27942"/>
                    <a:pt x="64509" y="28984"/>
                    <a:pt x="65396" y="30508"/>
                  </a:cubicBezTo>
                  <a:cubicBezTo>
                    <a:pt x="66484" y="32349"/>
                    <a:pt x="66345" y="34693"/>
                    <a:pt x="64894" y="36534"/>
                  </a:cubicBezTo>
                  <a:cubicBezTo>
                    <a:pt x="61909" y="40328"/>
                    <a:pt x="58868" y="44067"/>
                    <a:pt x="55855" y="47833"/>
                  </a:cubicBezTo>
                  <a:cubicBezTo>
                    <a:pt x="53456" y="50818"/>
                    <a:pt x="51084" y="53832"/>
                    <a:pt x="48657" y="56789"/>
                  </a:cubicBezTo>
                  <a:cubicBezTo>
                    <a:pt x="47399" y="58321"/>
                    <a:pt x="45954" y="59098"/>
                    <a:pt x="44425" y="59098"/>
                  </a:cubicBezTo>
                  <a:cubicBezTo>
                    <a:pt x="43310" y="59098"/>
                    <a:pt x="42150" y="58685"/>
                    <a:pt x="40985" y="57849"/>
                  </a:cubicBezTo>
                  <a:cubicBezTo>
                    <a:pt x="36995" y="55031"/>
                    <a:pt x="33061" y="52158"/>
                    <a:pt x="29128" y="49284"/>
                  </a:cubicBezTo>
                  <a:cubicBezTo>
                    <a:pt x="26561" y="47359"/>
                    <a:pt x="26003" y="44151"/>
                    <a:pt x="27760" y="41751"/>
                  </a:cubicBezTo>
                  <a:cubicBezTo>
                    <a:pt x="28774" y="40394"/>
                    <a:pt x="30277" y="39679"/>
                    <a:pt x="31864" y="39679"/>
                  </a:cubicBezTo>
                  <a:cubicBezTo>
                    <a:pt x="32984" y="39679"/>
                    <a:pt x="34147" y="40036"/>
                    <a:pt x="35210" y="40775"/>
                  </a:cubicBezTo>
                  <a:cubicBezTo>
                    <a:pt x="37916" y="42672"/>
                    <a:pt x="40566" y="44653"/>
                    <a:pt x="43384" y="46661"/>
                  </a:cubicBezTo>
                  <a:cubicBezTo>
                    <a:pt x="47848" y="41110"/>
                    <a:pt x="52116" y="35669"/>
                    <a:pt x="56552" y="30368"/>
                  </a:cubicBezTo>
                  <a:cubicBezTo>
                    <a:pt x="57417" y="29336"/>
                    <a:pt x="58784" y="28471"/>
                    <a:pt x="60068" y="28109"/>
                  </a:cubicBezTo>
                  <a:cubicBezTo>
                    <a:pt x="60464" y="27995"/>
                    <a:pt x="60859" y="27942"/>
                    <a:pt x="61246" y="27942"/>
                  </a:cubicBezTo>
                  <a:close/>
                  <a:moveTo>
                    <a:pt x="46519" y="1"/>
                  </a:moveTo>
                  <a:cubicBezTo>
                    <a:pt x="43400" y="1"/>
                    <a:pt x="40238" y="348"/>
                    <a:pt x="37079" y="1074"/>
                  </a:cubicBezTo>
                  <a:cubicBezTo>
                    <a:pt x="14508" y="6264"/>
                    <a:pt x="1" y="27104"/>
                    <a:pt x="3600" y="50149"/>
                  </a:cubicBezTo>
                  <a:cubicBezTo>
                    <a:pt x="6250" y="67111"/>
                    <a:pt x="16210" y="78634"/>
                    <a:pt x="32336" y="84548"/>
                  </a:cubicBezTo>
                  <a:cubicBezTo>
                    <a:pt x="35628" y="85748"/>
                    <a:pt x="39199" y="86194"/>
                    <a:pt x="42631" y="86976"/>
                  </a:cubicBezTo>
                  <a:lnTo>
                    <a:pt x="50275" y="86976"/>
                  </a:lnTo>
                  <a:cubicBezTo>
                    <a:pt x="51084" y="86836"/>
                    <a:pt x="51865" y="86669"/>
                    <a:pt x="52646" y="86557"/>
                  </a:cubicBezTo>
                  <a:cubicBezTo>
                    <a:pt x="76500" y="82958"/>
                    <a:pt x="92682" y="61225"/>
                    <a:pt x="89417" y="37259"/>
                  </a:cubicBezTo>
                  <a:cubicBezTo>
                    <a:pt x="86455" y="15671"/>
                    <a:pt x="67470" y="1"/>
                    <a:pt x="46519" y="1"/>
                  </a:cubicBezTo>
                  <a:close/>
                </a:path>
              </a:pathLst>
            </a:custGeom>
            <a:solidFill>
              <a:srgbClr val="8DE2D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07" name="Google Shape;207;p22"/>
          <p:cNvSpPr txBox="1"/>
          <p:nvPr/>
        </p:nvSpPr>
        <p:spPr>
          <a:xfrm>
            <a:off x="740400" y="499907"/>
            <a:ext cx="4949100" cy="280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" sz="1600" u="none" cap="none" strike="noStrike">
                <a:solidFill>
                  <a:srgbClr val="123546"/>
                </a:solidFill>
                <a:latin typeface="Archivo"/>
                <a:ea typeface="Archivo"/>
                <a:cs typeface="Archivo"/>
                <a:sym typeface="Archivo"/>
              </a:rPr>
              <a:t>Comunicación Digital | Resultados por plataforma</a:t>
            </a:r>
            <a:endParaRPr b="0" i="0" sz="1600" u="none" cap="none" strike="noStrike">
              <a:solidFill>
                <a:srgbClr val="123546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123546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208" name="Google Shape;208;p22"/>
          <p:cNvSpPr txBox="1"/>
          <p:nvPr/>
        </p:nvSpPr>
        <p:spPr>
          <a:xfrm>
            <a:off x="6566873" y="3958440"/>
            <a:ext cx="2364000" cy="970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1" lang="es" sz="1100" u="sng" cap="none" strike="noStrik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Benchmarks CTR</a:t>
            </a:r>
            <a:r>
              <a:rPr b="0" i="1" lang="es" sz="1100" u="none" cap="none" strike="noStrik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:</a:t>
            </a:r>
            <a:endParaRPr b="0" i="1" sz="1100" u="none" cap="none" strike="noStrike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2984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chivo"/>
              <a:buChar char="●"/>
            </a:pPr>
            <a:r>
              <a:rPr b="0" i="1" lang="es" sz="1100" u="none" cap="none" strike="noStrik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Programmatic: {{u1_bench_prog}}%</a:t>
            </a:r>
            <a:endParaRPr b="0" i="1" sz="1100" u="none" cap="none" strike="noStrike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2984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chivo"/>
              <a:buChar char="●"/>
            </a:pPr>
            <a:r>
              <a:rPr b="0" i="1" lang="es" sz="1100" u="none" cap="none" strike="noStrik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Meta: {{u1_bench_meta}}%</a:t>
            </a:r>
            <a:endParaRPr b="0" i="1" sz="1100" u="none" cap="none" strike="noStrike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2984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chivo"/>
              <a:buChar char="●"/>
            </a:pPr>
            <a:r>
              <a:rPr b="0" i="1" lang="es" sz="1100" u="none" cap="none" strike="noStrik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Google: {{u1_bench_google}}%</a:t>
            </a:r>
            <a:endParaRPr b="0" i="1" sz="1100" u="none" cap="none" strike="noStrike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grpSp>
        <p:nvGrpSpPr>
          <p:cNvPr id="209" name="Google Shape;209;p22"/>
          <p:cNvGrpSpPr/>
          <p:nvPr/>
        </p:nvGrpSpPr>
        <p:grpSpPr>
          <a:xfrm>
            <a:off x="376129" y="4086298"/>
            <a:ext cx="5919178" cy="494837"/>
            <a:chOff x="476250" y="4524375"/>
            <a:chExt cx="8191500" cy="476400"/>
          </a:xfrm>
        </p:grpSpPr>
        <p:sp>
          <p:nvSpPr>
            <p:cNvPr id="210" name="Google Shape;210;p22"/>
            <p:cNvSpPr/>
            <p:nvPr/>
          </p:nvSpPr>
          <p:spPr>
            <a:xfrm>
              <a:off x="476250" y="4524375"/>
              <a:ext cx="8191500" cy="476400"/>
            </a:xfrm>
            <a:prstGeom prst="roundRect">
              <a:avLst>
                <a:gd fmla="val 50000" name="adj"/>
              </a:avLst>
            </a:prstGeom>
            <a:solidFill>
              <a:srgbClr val="13344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" name="Google Shape;211;p22"/>
            <p:cNvSpPr txBox="1"/>
            <p:nvPr/>
          </p:nvSpPr>
          <p:spPr>
            <a:xfrm>
              <a:off x="666750" y="4524375"/>
              <a:ext cx="78105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1" lang="es" sz="1200" u="none" cap="none" strike="noStrike">
                  <a:solidFill>
                    <a:srgbClr val="8DE2D6"/>
                  </a:solidFill>
                  <a:latin typeface="Archivo"/>
                  <a:ea typeface="Archivo"/>
                  <a:cs typeface="Archivo"/>
                  <a:sym typeface="Archivo"/>
                </a:rPr>
                <a:t>Asistieron </a:t>
              </a:r>
              <a:r>
                <a:rPr b="1" i="1" lang="es" sz="1200" u="none" cap="none" strike="noStrike">
                  <a:solidFill>
                    <a:srgbClr val="FFCC01"/>
                  </a:solidFill>
                  <a:latin typeface="Archivo"/>
                  <a:ea typeface="Archivo"/>
                  <a:cs typeface="Archivo"/>
                  <a:sym typeface="Archivo"/>
                </a:rPr>
                <a:t>{{ecv_asistentes}} vecinos</a:t>
              </a:r>
              <a:r>
                <a:rPr b="0" i="1" lang="es" sz="1200" u="none" cap="none" strike="noStrike">
                  <a:solidFill>
                    <a:srgbClr val="8DE2D6"/>
                  </a:solidFill>
                  <a:latin typeface="Archivo"/>
                  <a:ea typeface="Archivo"/>
                  <a:cs typeface="Archivo"/>
                  <a:sym typeface="Archivo"/>
                </a:rPr>
                <a:t> y los uno a uno duraron </a:t>
              </a:r>
              <a:r>
                <a:rPr b="1" i="1" lang="es" sz="1200" u="none" cap="none" strike="noStrike">
                  <a:solidFill>
                    <a:srgbClr val="FFCC01"/>
                  </a:solidFill>
                  <a:latin typeface="Archivo"/>
                  <a:ea typeface="Archivo"/>
                  <a:cs typeface="Archivo"/>
                  <a:sym typeface="Archivo"/>
                </a:rPr>
                <a:t>{{ecv_minutos}} minutos</a:t>
              </a:r>
              <a:r>
                <a:rPr b="0" i="1" lang="es" sz="1200" u="none" cap="none" strike="noStrike">
                  <a:solidFill>
                    <a:srgbClr val="8DE2D6"/>
                  </a:solidFill>
                  <a:latin typeface="Archivo"/>
                  <a:ea typeface="Archivo"/>
                  <a:cs typeface="Archivo"/>
                  <a:sym typeface="Archivo"/>
                </a:rPr>
                <a:t> en promedio.</a:t>
              </a:r>
              <a:endParaRPr b="0" i="1" sz="1200" u="none" cap="none" strike="noStrike">
                <a:solidFill>
                  <a:srgbClr val="8DE2D6"/>
                </a:solidFill>
                <a:latin typeface="Archivo"/>
                <a:ea typeface="Archivo"/>
                <a:cs typeface="Archivo"/>
                <a:sym typeface="Archivo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16" name="Google Shape;216;p23"/>
          <p:cNvGraphicFramePr/>
          <p:nvPr/>
        </p:nvGraphicFramePr>
        <p:xfrm>
          <a:off x="376120" y="91212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{7650D8E4-4787-4E29-98DA-0F39D9B7AF57}</a:tableStyleId>
              </a:tblPr>
              <a:tblGrid>
                <a:gridCol w="1376450"/>
                <a:gridCol w="1269950"/>
                <a:gridCol w="1145050"/>
                <a:gridCol w="1212775"/>
                <a:gridCol w="1296500"/>
                <a:gridCol w="958825"/>
                <a:gridCol w="1143225"/>
              </a:tblGrid>
              <a:tr h="4939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" sz="1100" u="none" cap="none" strike="noStrike">
                          <a:solidFill>
                            <a:srgbClr val="153245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Plataforma</a:t>
                      </a:r>
                      <a:endParaRPr b="1" sz="1100" u="none" cap="none" strike="noStrike">
                        <a:solidFill>
                          <a:srgbClr val="153245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DE2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" sz="1100" u="none" cap="none" strike="noStrike">
                          <a:solidFill>
                            <a:srgbClr val="153245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Objetivo</a:t>
                      </a:r>
                      <a:endParaRPr b="1" sz="1100" u="none" cap="none" strike="noStrike">
                        <a:solidFill>
                          <a:srgbClr val="153245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DE2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" sz="1100" u="none" cap="none" strike="noStrike">
                          <a:solidFill>
                            <a:srgbClr val="153245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Alcance</a:t>
                      </a:r>
                      <a:endParaRPr b="1" sz="1100" u="none" cap="none" strike="noStrike">
                        <a:solidFill>
                          <a:srgbClr val="153245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DE2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" sz="1100" u="none" cap="none" strike="noStrike">
                          <a:solidFill>
                            <a:srgbClr val="153245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Impresiones</a:t>
                      </a:r>
                      <a:endParaRPr b="1" sz="1100" u="none" cap="none" strike="noStrike">
                        <a:solidFill>
                          <a:srgbClr val="153245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DE2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" sz="1100" u="none" cap="none" strike="noStrike">
                          <a:solidFill>
                            <a:srgbClr val="153245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Frecuencia</a:t>
                      </a:r>
                      <a:endParaRPr b="1" sz="1100" u="none" cap="none" strike="noStrike">
                        <a:solidFill>
                          <a:srgbClr val="153245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DE2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" sz="1100" u="none" cap="none" strike="noStrike">
                          <a:solidFill>
                            <a:srgbClr val="153245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Clics</a:t>
                      </a:r>
                      <a:endParaRPr b="1" sz="1100" u="none" cap="none" strike="noStrike">
                        <a:solidFill>
                          <a:srgbClr val="153245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DE2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" sz="1100" u="none" cap="none" strike="noStrike">
                          <a:solidFill>
                            <a:srgbClr val="153245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CTR</a:t>
                      </a:r>
                      <a:endParaRPr b="1" sz="1100" u="none" cap="none" strike="noStrike">
                        <a:solidFill>
                          <a:srgbClr val="153245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DE2D6"/>
                    </a:solidFill>
                  </a:tcPr>
                </a:tc>
              </a:tr>
              <a:tr h="6095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100" u="none" cap="none" strike="noStrike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Programmatic</a:t>
                      </a:r>
                      <a:endParaRPr sz="1100" u="none" cap="none" strike="noStrike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0" marB="0" marR="36000" marL="36000" anchor="ctr">
                    <a:lnL cap="flat" cmpd="sng" w="9525">
                      <a:solidFill>
                        <a:srgbClr val="FFFFFF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100" u="none" cap="none" strike="noStrike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Alcance</a:t>
                      </a:r>
                      <a:endParaRPr sz="1100" u="none" cap="none" strike="noStrike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</a:tr>
              <a:tr h="6095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100" u="none" cap="none" strike="noStrike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Meta</a:t>
                      </a:r>
                      <a:endParaRPr sz="1100" u="none" cap="none" strike="noStrike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0" marB="0" marR="36000" marL="36000" anchor="ctr">
                    <a:lnL cap="flat" cmpd="sng" w="9525">
                      <a:solidFill>
                        <a:srgbClr val="FFFFFF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100" u="none" cap="none" strike="noStrike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Clics</a:t>
                      </a:r>
                      <a:endParaRPr sz="1100" u="none" cap="none" strike="noStrike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3C47D"/>
                    </a:solidFill>
                  </a:tcPr>
                </a:tc>
              </a:tr>
              <a:tr h="6572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100" u="none" cap="none" strike="noStrike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Google</a:t>
                      </a:r>
                      <a:endParaRPr sz="1100" u="none" cap="none" strike="noStrike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0" marB="0" marR="36000" marL="36000" anchor="ctr">
                    <a:lnL cap="flat" cmpd="sng" w="9525">
                      <a:solidFill>
                        <a:srgbClr val="FFFFFF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100" u="none" cap="none" strike="noStrike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Clics</a:t>
                      </a:r>
                      <a:endParaRPr sz="1100" u="none" cap="none" strike="noStrike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3C47D"/>
                    </a:solidFill>
                  </a:tcPr>
                </a:tc>
              </a:tr>
              <a:tr h="554225"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i="1" lang="es" sz="1100" u="none" cap="none" strike="noStrike">
                          <a:solidFill>
                            <a:srgbClr val="FFFFFF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TOTALES</a:t>
                      </a:r>
                      <a:endParaRPr b="1" i="1" sz="1100" u="none" cap="none" strike="noStrike">
                        <a:solidFill>
                          <a:srgbClr val="FFFFFF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0" marB="0" marR="36000" marL="36000" anchor="ctr">
                    <a:lnL cap="flat" cmpd="sng" w="9525">
                      <a:solidFill>
                        <a:srgbClr val="FFFFFF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3748"/>
                    </a:solidFill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374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374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374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374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3748"/>
                    </a:solidFill>
                  </a:tcPr>
                </a:tc>
              </a:tr>
            </a:tbl>
          </a:graphicData>
        </a:graphic>
      </p:graphicFrame>
      <p:sp>
        <p:nvSpPr>
          <p:cNvPr id="217" name="Google Shape;217;p23"/>
          <p:cNvSpPr txBox="1"/>
          <p:nvPr/>
        </p:nvSpPr>
        <p:spPr>
          <a:xfrm>
            <a:off x="740400" y="195325"/>
            <a:ext cx="4949100" cy="280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s" sz="2000" u="none" cap="none" strike="noStrike">
                <a:solidFill>
                  <a:srgbClr val="123546"/>
                </a:solidFill>
                <a:latin typeface="Archivo ExtraBold"/>
                <a:ea typeface="Archivo ExtraBold"/>
                <a:cs typeface="Archivo ExtraBold"/>
                <a:sym typeface="Archivo ExtraBold"/>
              </a:rPr>
              <a:t>Uno a uno en Comuna {{ecv_comuna}} ({{ecv_fecha}}) </a:t>
            </a:r>
            <a:endParaRPr b="1" i="0" sz="2000" u="none" cap="none" strike="noStrike">
              <a:solidFill>
                <a:srgbClr val="133446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123546"/>
              </a:solidFill>
              <a:latin typeface="Archivo ExtraBold"/>
              <a:ea typeface="Archivo ExtraBold"/>
              <a:cs typeface="Archivo ExtraBold"/>
              <a:sym typeface="Archivo ExtraBold"/>
            </a:endParaRPr>
          </a:p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123546"/>
              </a:solidFill>
              <a:latin typeface="Archivo ExtraBold"/>
              <a:ea typeface="Archivo ExtraBold"/>
              <a:cs typeface="Archivo ExtraBold"/>
              <a:sym typeface="Archivo ExtraBold"/>
            </a:endParaRPr>
          </a:p>
        </p:txBody>
      </p:sp>
      <p:sp>
        <p:nvSpPr>
          <p:cNvPr id="218" name="Google Shape;218;p23"/>
          <p:cNvSpPr/>
          <p:nvPr/>
        </p:nvSpPr>
        <p:spPr>
          <a:xfrm>
            <a:off x="274775" y="176254"/>
            <a:ext cx="366900" cy="366900"/>
          </a:xfrm>
          <a:prstGeom prst="ellipse">
            <a:avLst/>
          </a:prstGeom>
          <a:solidFill>
            <a:srgbClr val="1235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19" name="Google Shape;219;p23"/>
          <p:cNvGrpSpPr/>
          <p:nvPr/>
        </p:nvGrpSpPr>
        <p:grpSpPr>
          <a:xfrm>
            <a:off x="376133" y="253929"/>
            <a:ext cx="190480" cy="211556"/>
            <a:chOff x="2169088" y="811743"/>
            <a:chExt cx="3848087" cy="4273857"/>
          </a:xfrm>
        </p:grpSpPr>
        <p:sp>
          <p:nvSpPr>
            <p:cNvPr id="220" name="Google Shape;220;p23"/>
            <p:cNvSpPr/>
            <p:nvPr/>
          </p:nvSpPr>
          <p:spPr>
            <a:xfrm>
              <a:off x="2169088" y="811743"/>
              <a:ext cx="3345825" cy="4082275"/>
            </a:xfrm>
            <a:custGeom>
              <a:rect b="b" l="l" r="r" t="t"/>
              <a:pathLst>
                <a:path extrusionOk="0" h="163291" w="133833">
                  <a:moveTo>
                    <a:pt x="91175" y="34428"/>
                  </a:moveTo>
                  <a:cubicBezTo>
                    <a:pt x="96225" y="34428"/>
                    <a:pt x="101274" y="34428"/>
                    <a:pt x="106324" y="34456"/>
                  </a:cubicBezTo>
                  <a:cubicBezTo>
                    <a:pt x="109672" y="34456"/>
                    <a:pt x="111960" y="36520"/>
                    <a:pt x="111988" y="39506"/>
                  </a:cubicBezTo>
                  <a:cubicBezTo>
                    <a:pt x="112043" y="42602"/>
                    <a:pt x="109784" y="44862"/>
                    <a:pt x="106380" y="44890"/>
                  </a:cubicBezTo>
                  <a:cubicBezTo>
                    <a:pt x="101330" y="44904"/>
                    <a:pt x="96273" y="44911"/>
                    <a:pt x="91217" y="44911"/>
                  </a:cubicBezTo>
                  <a:cubicBezTo>
                    <a:pt x="86160" y="44911"/>
                    <a:pt x="81103" y="44904"/>
                    <a:pt x="76054" y="44890"/>
                  </a:cubicBezTo>
                  <a:cubicBezTo>
                    <a:pt x="72622" y="44862"/>
                    <a:pt x="70362" y="42658"/>
                    <a:pt x="70390" y="39561"/>
                  </a:cubicBezTo>
                  <a:cubicBezTo>
                    <a:pt x="70418" y="36492"/>
                    <a:pt x="72706" y="34456"/>
                    <a:pt x="76165" y="34456"/>
                  </a:cubicBezTo>
                  <a:cubicBezTo>
                    <a:pt x="81159" y="34428"/>
                    <a:pt x="86181" y="34428"/>
                    <a:pt x="91175" y="34428"/>
                  </a:cubicBezTo>
                  <a:close/>
                  <a:moveTo>
                    <a:pt x="42463" y="34428"/>
                  </a:moveTo>
                  <a:cubicBezTo>
                    <a:pt x="47457" y="34428"/>
                    <a:pt x="52451" y="34428"/>
                    <a:pt x="57445" y="34456"/>
                  </a:cubicBezTo>
                  <a:cubicBezTo>
                    <a:pt x="60849" y="34456"/>
                    <a:pt x="63108" y="36437"/>
                    <a:pt x="63192" y="39422"/>
                  </a:cubicBezTo>
                  <a:cubicBezTo>
                    <a:pt x="63276" y="42547"/>
                    <a:pt x="61044" y="44862"/>
                    <a:pt x="57668" y="44862"/>
                  </a:cubicBezTo>
                  <a:cubicBezTo>
                    <a:pt x="52590" y="44904"/>
                    <a:pt x="47506" y="44918"/>
                    <a:pt x="42421" y="44918"/>
                  </a:cubicBezTo>
                  <a:cubicBezTo>
                    <a:pt x="37337" y="44918"/>
                    <a:pt x="32252" y="44904"/>
                    <a:pt x="27174" y="44890"/>
                  </a:cubicBezTo>
                  <a:cubicBezTo>
                    <a:pt x="24217" y="44862"/>
                    <a:pt x="22069" y="43077"/>
                    <a:pt x="21650" y="40510"/>
                  </a:cubicBezTo>
                  <a:cubicBezTo>
                    <a:pt x="21232" y="37999"/>
                    <a:pt x="22627" y="35544"/>
                    <a:pt x="25082" y="34735"/>
                  </a:cubicBezTo>
                  <a:cubicBezTo>
                    <a:pt x="25835" y="34512"/>
                    <a:pt x="26672" y="34456"/>
                    <a:pt x="27481" y="34456"/>
                  </a:cubicBezTo>
                  <a:cubicBezTo>
                    <a:pt x="32475" y="34428"/>
                    <a:pt x="37469" y="34428"/>
                    <a:pt x="42463" y="34428"/>
                  </a:cubicBezTo>
                  <a:close/>
                  <a:moveTo>
                    <a:pt x="42425" y="55366"/>
                  </a:moveTo>
                  <a:cubicBezTo>
                    <a:pt x="47715" y="55366"/>
                    <a:pt x="53009" y="55380"/>
                    <a:pt x="58310" y="55408"/>
                  </a:cubicBezTo>
                  <a:cubicBezTo>
                    <a:pt x="60876" y="55408"/>
                    <a:pt x="62941" y="57473"/>
                    <a:pt x="63164" y="59984"/>
                  </a:cubicBezTo>
                  <a:cubicBezTo>
                    <a:pt x="63415" y="62662"/>
                    <a:pt x="61825" y="64977"/>
                    <a:pt x="59258" y="65591"/>
                  </a:cubicBezTo>
                  <a:cubicBezTo>
                    <a:pt x="58477" y="65759"/>
                    <a:pt x="57640" y="65814"/>
                    <a:pt x="56831" y="65814"/>
                  </a:cubicBezTo>
                  <a:cubicBezTo>
                    <a:pt x="55222" y="65824"/>
                    <a:pt x="53613" y="65827"/>
                    <a:pt x="52005" y="65827"/>
                  </a:cubicBezTo>
                  <a:cubicBezTo>
                    <a:pt x="48787" y="65827"/>
                    <a:pt x="45569" y="65814"/>
                    <a:pt x="42351" y="65814"/>
                  </a:cubicBezTo>
                  <a:cubicBezTo>
                    <a:pt x="39152" y="65814"/>
                    <a:pt x="35941" y="65827"/>
                    <a:pt x="32725" y="65827"/>
                  </a:cubicBezTo>
                  <a:cubicBezTo>
                    <a:pt x="31117" y="65827"/>
                    <a:pt x="29509" y="65824"/>
                    <a:pt x="27900" y="65814"/>
                  </a:cubicBezTo>
                  <a:cubicBezTo>
                    <a:pt x="27146" y="65814"/>
                    <a:pt x="26365" y="65759"/>
                    <a:pt x="25640" y="65619"/>
                  </a:cubicBezTo>
                  <a:cubicBezTo>
                    <a:pt x="23045" y="65033"/>
                    <a:pt x="21399" y="62773"/>
                    <a:pt x="21595" y="60095"/>
                  </a:cubicBezTo>
                  <a:cubicBezTo>
                    <a:pt x="21790" y="57528"/>
                    <a:pt x="23882" y="55408"/>
                    <a:pt x="26561" y="55408"/>
                  </a:cubicBezTo>
                  <a:cubicBezTo>
                    <a:pt x="31847" y="55380"/>
                    <a:pt x="37134" y="55366"/>
                    <a:pt x="42425" y="55366"/>
                  </a:cubicBezTo>
                  <a:close/>
                  <a:moveTo>
                    <a:pt x="106268" y="55352"/>
                  </a:moveTo>
                  <a:cubicBezTo>
                    <a:pt x="109644" y="55380"/>
                    <a:pt x="111904" y="57389"/>
                    <a:pt x="111988" y="60374"/>
                  </a:cubicBezTo>
                  <a:cubicBezTo>
                    <a:pt x="112071" y="63471"/>
                    <a:pt x="109811" y="65787"/>
                    <a:pt x="106436" y="65787"/>
                  </a:cubicBezTo>
                  <a:cubicBezTo>
                    <a:pt x="101358" y="65814"/>
                    <a:pt x="96273" y="65828"/>
                    <a:pt x="91189" y="65828"/>
                  </a:cubicBezTo>
                  <a:cubicBezTo>
                    <a:pt x="86104" y="65828"/>
                    <a:pt x="81020" y="65814"/>
                    <a:pt x="75942" y="65787"/>
                  </a:cubicBezTo>
                  <a:cubicBezTo>
                    <a:pt x="72566" y="65787"/>
                    <a:pt x="70306" y="63471"/>
                    <a:pt x="70390" y="60374"/>
                  </a:cubicBezTo>
                  <a:cubicBezTo>
                    <a:pt x="70474" y="57389"/>
                    <a:pt x="72734" y="55380"/>
                    <a:pt x="76109" y="55380"/>
                  </a:cubicBezTo>
                  <a:cubicBezTo>
                    <a:pt x="81159" y="55352"/>
                    <a:pt x="86237" y="55352"/>
                    <a:pt x="91286" y="55352"/>
                  </a:cubicBezTo>
                  <a:close/>
                  <a:moveTo>
                    <a:pt x="42379" y="76277"/>
                  </a:moveTo>
                  <a:cubicBezTo>
                    <a:pt x="47457" y="76277"/>
                    <a:pt x="52507" y="76277"/>
                    <a:pt x="57556" y="76304"/>
                  </a:cubicBezTo>
                  <a:cubicBezTo>
                    <a:pt x="60904" y="76304"/>
                    <a:pt x="63164" y="78369"/>
                    <a:pt x="63192" y="81382"/>
                  </a:cubicBezTo>
                  <a:cubicBezTo>
                    <a:pt x="63248" y="84479"/>
                    <a:pt x="60960" y="86711"/>
                    <a:pt x="57584" y="86739"/>
                  </a:cubicBezTo>
                  <a:cubicBezTo>
                    <a:pt x="52521" y="86753"/>
                    <a:pt x="47464" y="86760"/>
                    <a:pt x="42407" y="86760"/>
                  </a:cubicBezTo>
                  <a:cubicBezTo>
                    <a:pt x="37351" y="86760"/>
                    <a:pt x="32294" y="86753"/>
                    <a:pt x="27230" y="86739"/>
                  </a:cubicBezTo>
                  <a:cubicBezTo>
                    <a:pt x="24273" y="86739"/>
                    <a:pt x="22097" y="84981"/>
                    <a:pt x="21650" y="82442"/>
                  </a:cubicBezTo>
                  <a:cubicBezTo>
                    <a:pt x="21204" y="79931"/>
                    <a:pt x="22571" y="77448"/>
                    <a:pt x="24998" y="76639"/>
                  </a:cubicBezTo>
                  <a:cubicBezTo>
                    <a:pt x="25752" y="76360"/>
                    <a:pt x="26588" y="76304"/>
                    <a:pt x="27398" y="76304"/>
                  </a:cubicBezTo>
                  <a:cubicBezTo>
                    <a:pt x="32392" y="76277"/>
                    <a:pt x="37385" y="76277"/>
                    <a:pt x="42379" y="76277"/>
                  </a:cubicBezTo>
                  <a:close/>
                  <a:moveTo>
                    <a:pt x="83140" y="76277"/>
                  </a:moveTo>
                  <a:cubicBezTo>
                    <a:pt x="83696" y="76283"/>
                    <a:pt x="84251" y="76285"/>
                    <a:pt x="84805" y="76285"/>
                  </a:cubicBezTo>
                  <a:cubicBezTo>
                    <a:pt x="85792" y="76285"/>
                    <a:pt x="86776" y="76278"/>
                    <a:pt x="87758" y="76278"/>
                  </a:cubicBezTo>
                  <a:cubicBezTo>
                    <a:pt x="88656" y="76278"/>
                    <a:pt x="89553" y="76284"/>
                    <a:pt x="90449" y="76304"/>
                  </a:cubicBezTo>
                  <a:cubicBezTo>
                    <a:pt x="93518" y="76332"/>
                    <a:pt x="95750" y="78425"/>
                    <a:pt x="95862" y="81298"/>
                  </a:cubicBezTo>
                  <a:cubicBezTo>
                    <a:pt x="95974" y="84088"/>
                    <a:pt x="93825" y="86599"/>
                    <a:pt x="90812" y="86683"/>
                  </a:cubicBezTo>
                  <a:cubicBezTo>
                    <a:pt x="88259" y="86753"/>
                    <a:pt x="85707" y="86788"/>
                    <a:pt x="83154" y="86788"/>
                  </a:cubicBezTo>
                  <a:cubicBezTo>
                    <a:pt x="80601" y="86788"/>
                    <a:pt x="78048" y="86753"/>
                    <a:pt x="75496" y="86683"/>
                  </a:cubicBezTo>
                  <a:cubicBezTo>
                    <a:pt x="72371" y="86599"/>
                    <a:pt x="70278" y="84200"/>
                    <a:pt x="70390" y="81215"/>
                  </a:cubicBezTo>
                  <a:cubicBezTo>
                    <a:pt x="70530" y="78369"/>
                    <a:pt x="72734" y="76332"/>
                    <a:pt x="75830" y="76304"/>
                  </a:cubicBezTo>
                  <a:cubicBezTo>
                    <a:pt x="78285" y="76277"/>
                    <a:pt x="80713" y="76277"/>
                    <a:pt x="83140" y="76277"/>
                  </a:cubicBezTo>
                  <a:close/>
                  <a:moveTo>
                    <a:pt x="42491" y="97201"/>
                  </a:moveTo>
                  <a:cubicBezTo>
                    <a:pt x="47485" y="97201"/>
                    <a:pt x="52479" y="97201"/>
                    <a:pt x="57473" y="97229"/>
                  </a:cubicBezTo>
                  <a:cubicBezTo>
                    <a:pt x="60932" y="97229"/>
                    <a:pt x="63192" y="99321"/>
                    <a:pt x="63192" y="102418"/>
                  </a:cubicBezTo>
                  <a:cubicBezTo>
                    <a:pt x="63192" y="105487"/>
                    <a:pt x="60904" y="107663"/>
                    <a:pt x="57473" y="107663"/>
                  </a:cubicBezTo>
                  <a:cubicBezTo>
                    <a:pt x="52451" y="107677"/>
                    <a:pt x="47422" y="107684"/>
                    <a:pt x="42393" y="107684"/>
                  </a:cubicBezTo>
                  <a:cubicBezTo>
                    <a:pt x="37365" y="107684"/>
                    <a:pt x="32336" y="107677"/>
                    <a:pt x="27314" y="107663"/>
                  </a:cubicBezTo>
                  <a:cubicBezTo>
                    <a:pt x="23882" y="107635"/>
                    <a:pt x="21595" y="105459"/>
                    <a:pt x="21595" y="102418"/>
                  </a:cubicBezTo>
                  <a:cubicBezTo>
                    <a:pt x="21595" y="99321"/>
                    <a:pt x="23882" y="97229"/>
                    <a:pt x="27314" y="97229"/>
                  </a:cubicBezTo>
                  <a:cubicBezTo>
                    <a:pt x="32364" y="97201"/>
                    <a:pt x="37413" y="97201"/>
                    <a:pt x="42491" y="97201"/>
                  </a:cubicBezTo>
                  <a:close/>
                  <a:moveTo>
                    <a:pt x="32503" y="118476"/>
                  </a:moveTo>
                  <a:cubicBezTo>
                    <a:pt x="35795" y="118476"/>
                    <a:pt x="39087" y="118488"/>
                    <a:pt x="42379" y="118488"/>
                  </a:cubicBezTo>
                  <a:lnTo>
                    <a:pt x="57389" y="118488"/>
                  </a:lnTo>
                  <a:cubicBezTo>
                    <a:pt x="60876" y="118488"/>
                    <a:pt x="63164" y="120525"/>
                    <a:pt x="63192" y="123593"/>
                  </a:cubicBezTo>
                  <a:cubicBezTo>
                    <a:pt x="63248" y="126746"/>
                    <a:pt x="60932" y="128922"/>
                    <a:pt x="57389" y="128950"/>
                  </a:cubicBezTo>
                  <a:cubicBezTo>
                    <a:pt x="52367" y="128950"/>
                    <a:pt x="47338" y="128957"/>
                    <a:pt x="42310" y="128957"/>
                  </a:cubicBezTo>
                  <a:cubicBezTo>
                    <a:pt x="37281" y="128957"/>
                    <a:pt x="32252" y="128950"/>
                    <a:pt x="27230" y="128922"/>
                  </a:cubicBezTo>
                  <a:cubicBezTo>
                    <a:pt x="24273" y="128922"/>
                    <a:pt x="22097" y="127192"/>
                    <a:pt x="21650" y="124654"/>
                  </a:cubicBezTo>
                  <a:cubicBezTo>
                    <a:pt x="21204" y="122115"/>
                    <a:pt x="22571" y="119660"/>
                    <a:pt x="24998" y="118823"/>
                  </a:cubicBezTo>
                  <a:cubicBezTo>
                    <a:pt x="25807" y="118572"/>
                    <a:pt x="26700" y="118516"/>
                    <a:pt x="27565" y="118488"/>
                  </a:cubicBezTo>
                  <a:cubicBezTo>
                    <a:pt x="29211" y="118479"/>
                    <a:pt x="30857" y="118476"/>
                    <a:pt x="32503" y="118476"/>
                  </a:cubicBezTo>
                  <a:close/>
                  <a:moveTo>
                    <a:pt x="18498" y="0"/>
                  </a:moveTo>
                  <a:cubicBezTo>
                    <a:pt x="14871" y="837"/>
                    <a:pt x="11356" y="1953"/>
                    <a:pt x="8370" y="4325"/>
                  </a:cubicBezTo>
                  <a:cubicBezTo>
                    <a:pt x="3042" y="8538"/>
                    <a:pt x="56" y="14034"/>
                    <a:pt x="56" y="20841"/>
                  </a:cubicBezTo>
                  <a:cubicBezTo>
                    <a:pt x="1" y="61378"/>
                    <a:pt x="1" y="101944"/>
                    <a:pt x="29" y="142509"/>
                  </a:cubicBezTo>
                  <a:cubicBezTo>
                    <a:pt x="56" y="153669"/>
                    <a:pt x="9235" y="163154"/>
                    <a:pt x="20339" y="163210"/>
                  </a:cubicBezTo>
                  <a:cubicBezTo>
                    <a:pt x="29558" y="163274"/>
                    <a:pt x="38778" y="163291"/>
                    <a:pt x="47997" y="163291"/>
                  </a:cubicBezTo>
                  <a:cubicBezTo>
                    <a:pt x="59060" y="163291"/>
                    <a:pt x="70124" y="163266"/>
                    <a:pt x="81187" y="163266"/>
                  </a:cubicBezTo>
                  <a:cubicBezTo>
                    <a:pt x="81354" y="163266"/>
                    <a:pt x="81522" y="163210"/>
                    <a:pt x="81829" y="163182"/>
                  </a:cubicBezTo>
                  <a:cubicBezTo>
                    <a:pt x="71450" y="144155"/>
                    <a:pt x="70809" y="125016"/>
                    <a:pt x="82498" y="106575"/>
                  </a:cubicBezTo>
                  <a:cubicBezTo>
                    <a:pt x="93348" y="89433"/>
                    <a:pt x="109245" y="81520"/>
                    <a:pt x="128941" y="81520"/>
                  </a:cubicBezTo>
                  <a:cubicBezTo>
                    <a:pt x="130465" y="81520"/>
                    <a:pt x="132012" y="81567"/>
                    <a:pt x="133581" y="81661"/>
                  </a:cubicBezTo>
                  <a:lnTo>
                    <a:pt x="133581" y="79597"/>
                  </a:lnTo>
                  <a:cubicBezTo>
                    <a:pt x="133581" y="60597"/>
                    <a:pt x="133386" y="41598"/>
                    <a:pt x="133665" y="22599"/>
                  </a:cubicBezTo>
                  <a:cubicBezTo>
                    <a:pt x="133833" y="9933"/>
                    <a:pt x="124933" y="1423"/>
                    <a:pt x="115559" y="224"/>
                  </a:cubicBezTo>
                  <a:cubicBezTo>
                    <a:pt x="115419" y="224"/>
                    <a:pt x="115252" y="84"/>
                    <a:pt x="115112" y="0"/>
                  </a:cubicBezTo>
                  <a:close/>
                </a:path>
              </a:pathLst>
            </a:custGeom>
            <a:solidFill>
              <a:srgbClr val="8DE2D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" name="Google Shape;221;p23"/>
            <p:cNvSpPr/>
            <p:nvPr/>
          </p:nvSpPr>
          <p:spPr>
            <a:xfrm>
              <a:off x="3700125" y="2911200"/>
              <a:ext cx="2317050" cy="2174400"/>
            </a:xfrm>
            <a:custGeom>
              <a:rect b="b" l="l" r="r" t="t"/>
              <a:pathLst>
                <a:path extrusionOk="0" h="86976" w="92682">
                  <a:moveTo>
                    <a:pt x="61246" y="27942"/>
                  </a:moveTo>
                  <a:cubicBezTo>
                    <a:pt x="62954" y="27942"/>
                    <a:pt x="64509" y="28984"/>
                    <a:pt x="65396" y="30508"/>
                  </a:cubicBezTo>
                  <a:cubicBezTo>
                    <a:pt x="66484" y="32349"/>
                    <a:pt x="66345" y="34693"/>
                    <a:pt x="64894" y="36534"/>
                  </a:cubicBezTo>
                  <a:cubicBezTo>
                    <a:pt x="61909" y="40328"/>
                    <a:pt x="58868" y="44067"/>
                    <a:pt x="55855" y="47833"/>
                  </a:cubicBezTo>
                  <a:cubicBezTo>
                    <a:pt x="53456" y="50818"/>
                    <a:pt x="51084" y="53832"/>
                    <a:pt x="48657" y="56789"/>
                  </a:cubicBezTo>
                  <a:cubicBezTo>
                    <a:pt x="47399" y="58321"/>
                    <a:pt x="45954" y="59098"/>
                    <a:pt x="44425" y="59098"/>
                  </a:cubicBezTo>
                  <a:cubicBezTo>
                    <a:pt x="43310" y="59098"/>
                    <a:pt x="42150" y="58685"/>
                    <a:pt x="40985" y="57849"/>
                  </a:cubicBezTo>
                  <a:cubicBezTo>
                    <a:pt x="36995" y="55031"/>
                    <a:pt x="33061" y="52158"/>
                    <a:pt x="29128" y="49284"/>
                  </a:cubicBezTo>
                  <a:cubicBezTo>
                    <a:pt x="26561" y="47359"/>
                    <a:pt x="26003" y="44151"/>
                    <a:pt x="27760" y="41751"/>
                  </a:cubicBezTo>
                  <a:cubicBezTo>
                    <a:pt x="28774" y="40394"/>
                    <a:pt x="30277" y="39679"/>
                    <a:pt x="31864" y="39679"/>
                  </a:cubicBezTo>
                  <a:cubicBezTo>
                    <a:pt x="32984" y="39679"/>
                    <a:pt x="34147" y="40036"/>
                    <a:pt x="35210" y="40775"/>
                  </a:cubicBezTo>
                  <a:cubicBezTo>
                    <a:pt x="37916" y="42672"/>
                    <a:pt x="40566" y="44653"/>
                    <a:pt x="43384" y="46661"/>
                  </a:cubicBezTo>
                  <a:cubicBezTo>
                    <a:pt x="47848" y="41110"/>
                    <a:pt x="52116" y="35669"/>
                    <a:pt x="56552" y="30368"/>
                  </a:cubicBezTo>
                  <a:cubicBezTo>
                    <a:pt x="57417" y="29336"/>
                    <a:pt x="58784" y="28471"/>
                    <a:pt x="60068" y="28109"/>
                  </a:cubicBezTo>
                  <a:cubicBezTo>
                    <a:pt x="60464" y="27995"/>
                    <a:pt x="60859" y="27942"/>
                    <a:pt x="61246" y="27942"/>
                  </a:cubicBezTo>
                  <a:close/>
                  <a:moveTo>
                    <a:pt x="46519" y="1"/>
                  </a:moveTo>
                  <a:cubicBezTo>
                    <a:pt x="43400" y="1"/>
                    <a:pt x="40238" y="348"/>
                    <a:pt x="37079" y="1074"/>
                  </a:cubicBezTo>
                  <a:cubicBezTo>
                    <a:pt x="14508" y="6264"/>
                    <a:pt x="1" y="27104"/>
                    <a:pt x="3600" y="50149"/>
                  </a:cubicBezTo>
                  <a:cubicBezTo>
                    <a:pt x="6250" y="67111"/>
                    <a:pt x="16210" y="78634"/>
                    <a:pt x="32336" y="84548"/>
                  </a:cubicBezTo>
                  <a:cubicBezTo>
                    <a:pt x="35628" y="85748"/>
                    <a:pt x="39199" y="86194"/>
                    <a:pt x="42631" y="86976"/>
                  </a:cubicBezTo>
                  <a:lnTo>
                    <a:pt x="50275" y="86976"/>
                  </a:lnTo>
                  <a:cubicBezTo>
                    <a:pt x="51084" y="86836"/>
                    <a:pt x="51865" y="86669"/>
                    <a:pt x="52646" y="86557"/>
                  </a:cubicBezTo>
                  <a:cubicBezTo>
                    <a:pt x="76500" y="82958"/>
                    <a:pt x="92682" y="61225"/>
                    <a:pt x="89417" y="37259"/>
                  </a:cubicBezTo>
                  <a:cubicBezTo>
                    <a:pt x="86455" y="15671"/>
                    <a:pt x="67470" y="1"/>
                    <a:pt x="46519" y="1"/>
                  </a:cubicBezTo>
                  <a:close/>
                </a:path>
              </a:pathLst>
            </a:custGeom>
            <a:solidFill>
              <a:srgbClr val="8DE2D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22" name="Google Shape;222;p23"/>
          <p:cNvSpPr txBox="1"/>
          <p:nvPr/>
        </p:nvSpPr>
        <p:spPr>
          <a:xfrm>
            <a:off x="740400" y="499907"/>
            <a:ext cx="4949100" cy="280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" sz="1600" u="none" cap="none" strike="noStrike">
                <a:solidFill>
                  <a:srgbClr val="123546"/>
                </a:solidFill>
                <a:latin typeface="Archivo"/>
                <a:ea typeface="Archivo"/>
                <a:cs typeface="Archivo"/>
                <a:sym typeface="Archivo"/>
              </a:rPr>
              <a:t>Comunicación Digital | Resultados por plataforma</a:t>
            </a:r>
            <a:endParaRPr b="0" i="0" sz="1600" u="none" cap="none" strike="noStrike">
              <a:solidFill>
                <a:srgbClr val="123546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123546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223" name="Google Shape;223;p23"/>
          <p:cNvSpPr txBox="1"/>
          <p:nvPr/>
        </p:nvSpPr>
        <p:spPr>
          <a:xfrm>
            <a:off x="6566873" y="3958440"/>
            <a:ext cx="2364000" cy="970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1" lang="es" sz="1100" u="sng" cap="none" strike="noStrik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Benchmarks CTR</a:t>
            </a:r>
            <a:r>
              <a:rPr b="0" i="1" lang="es" sz="1100" u="none" cap="none" strike="noStrik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:</a:t>
            </a:r>
            <a:endParaRPr b="0" i="1" sz="1100" u="none" cap="none" strike="noStrike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2984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chivo"/>
              <a:buChar char="●"/>
            </a:pPr>
            <a:r>
              <a:rPr b="0" i="1" lang="es" sz="1100" u="none" cap="none" strike="noStrik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Programmatic: {{u1_bench_prog}}%</a:t>
            </a:r>
            <a:endParaRPr b="0" i="1" sz="1100" u="none" cap="none" strike="noStrike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2984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chivo"/>
              <a:buChar char="●"/>
            </a:pPr>
            <a:r>
              <a:rPr b="0" i="1" lang="es" sz="1100" u="none" cap="none" strike="noStrik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Meta: {{u1_bench_meta}}%</a:t>
            </a:r>
            <a:endParaRPr b="0" i="1" sz="1100" u="none" cap="none" strike="noStrike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2984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chivo"/>
              <a:buChar char="●"/>
            </a:pPr>
            <a:r>
              <a:rPr b="0" i="1" lang="es" sz="1100" u="none" cap="none" strike="noStrik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Google: {{u1_bench_google}}%</a:t>
            </a:r>
            <a:endParaRPr b="0" i="1" sz="1100" u="none" cap="none" strike="noStrike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grpSp>
        <p:nvGrpSpPr>
          <p:cNvPr id="224" name="Google Shape;224;p23"/>
          <p:cNvGrpSpPr/>
          <p:nvPr/>
        </p:nvGrpSpPr>
        <p:grpSpPr>
          <a:xfrm>
            <a:off x="376129" y="4086295"/>
            <a:ext cx="5919178" cy="494837"/>
            <a:chOff x="476250" y="4524375"/>
            <a:chExt cx="8191500" cy="476400"/>
          </a:xfrm>
        </p:grpSpPr>
        <p:sp>
          <p:nvSpPr>
            <p:cNvPr id="225" name="Google Shape;225;p23"/>
            <p:cNvSpPr/>
            <p:nvPr/>
          </p:nvSpPr>
          <p:spPr>
            <a:xfrm>
              <a:off x="476250" y="4524375"/>
              <a:ext cx="8191500" cy="476400"/>
            </a:xfrm>
            <a:prstGeom prst="roundRect">
              <a:avLst>
                <a:gd fmla="val 50000" name="adj"/>
              </a:avLst>
            </a:prstGeom>
            <a:solidFill>
              <a:srgbClr val="13344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6" name="Google Shape;226;p23"/>
            <p:cNvSpPr txBox="1"/>
            <p:nvPr/>
          </p:nvSpPr>
          <p:spPr>
            <a:xfrm>
              <a:off x="666750" y="4524375"/>
              <a:ext cx="78105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1" lang="es" sz="1200" u="none" cap="none" strike="noStrike">
                  <a:solidFill>
                    <a:srgbClr val="8DE2D6"/>
                  </a:solidFill>
                  <a:latin typeface="Archivo"/>
                  <a:ea typeface="Archivo"/>
                  <a:cs typeface="Archivo"/>
                  <a:sym typeface="Archivo"/>
                </a:rPr>
                <a:t>Asistieron </a:t>
              </a:r>
              <a:r>
                <a:rPr b="1" i="1" lang="es" sz="1200" u="none" cap="none" strike="noStrike">
                  <a:solidFill>
                    <a:srgbClr val="FFCC01"/>
                  </a:solidFill>
                  <a:latin typeface="Archivo"/>
                  <a:ea typeface="Archivo"/>
                  <a:cs typeface="Archivo"/>
                  <a:sym typeface="Archivo"/>
                </a:rPr>
                <a:t>{{ecv_asistentes}} vecinos</a:t>
              </a:r>
              <a:r>
                <a:rPr b="0" i="1" lang="es" sz="1200" u="none" cap="none" strike="noStrike">
                  <a:solidFill>
                    <a:srgbClr val="8DE2D6"/>
                  </a:solidFill>
                  <a:latin typeface="Archivo"/>
                  <a:ea typeface="Archivo"/>
                  <a:cs typeface="Archivo"/>
                  <a:sym typeface="Archivo"/>
                </a:rPr>
                <a:t> y los uno a uno duraron </a:t>
              </a:r>
              <a:r>
                <a:rPr b="1" i="1" lang="es" sz="1200" u="none" cap="none" strike="noStrike">
                  <a:solidFill>
                    <a:srgbClr val="FFCC01"/>
                  </a:solidFill>
                  <a:latin typeface="Archivo"/>
                  <a:ea typeface="Archivo"/>
                  <a:cs typeface="Archivo"/>
                  <a:sym typeface="Archivo"/>
                </a:rPr>
                <a:t>{{ecv_minutos}} minutos</a:t>
              </a:r>
              <a:r>
                <a:rPr b="0" i="1" lang="es" sz="1200" u="none" cap="none" strike="noStrike">
                  <a:solidFill>
                    <a:srgbClr val="8DE2D6"/>
                  </a:solidFill>
                  <a:latin typeface="Archivo"/>
                  <a:ea typeface="Archivo"/>
                  <a:cs typeface="Archivo"/>
                  <a:sym typeface="Archivo"/>
                </a:rPr>
                <a:t> en promedio.</a:t>
              </a:r>
              <a:endParaRPr b="0" i="1" sz="1200" u="none" cap="none" strike="noStrike">
                <a:solidFill>
                  <a:srgbClr val="8DE2D6"/>
                </a:solidFill>
                <a:latin typeface="Archivo"/>
                <a:ea typeface="Archivo"/>
                <a:cs typeface="Archivo"/>
                <a:sym typeface="Archivo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53244"/>
        </a:solidFill>
      </p:bgPr>
    </p:bg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24"/>
          <p:cNvSpPr/>
          <p:nvPr/>
        </p:nvSpPr>
        <p:spPr>
          <a:xfrm>
            <a:off x="0" y="23486"/>
            <a:ext cx="9144000" cy="5143500"/>
          </a:xfrm>
          <a:prstGeom prst="round1Rect">
            <a:avLst>
              <a:gd fmla="val 0" name="adj"/>
            </a:avLst>
          </a:prstGeom>
          <a:solidFill>
            <a:srgbClr val="FFCB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24"/>
          <p:cNvSpPr/>
          <p:nvPr/>
        </p:nvSpPr>
        <p:spPr>
          <a:xfrm>
            <a:off x="0" y="23486"/>
            <a:ext cx="8866800" cy="5143500"/>
          </a:xfrm>
          <a:prstGeom prst="round1Rect">
            <a:avLst>
              <a:gd fmla="val 5332" name="adj"/>
            </a:avLst>
          </a:prstGeom>
          <a:solidFill>
            <a:srgbClr val="8DE2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24"/>
          <p:cNvSpPr/>
          <p:nvPr/>
        </p:nvSpPr>
        <p:spPr>
          <a:xfrm>
            <a:off x="0" y="23486"/>
            <a:ext cx="8531700" cy="5143500"/>
          </a:xfrm>
          <a:prstGeom prst="round1Rect">
            <a:avLst>
              <a:gd fmla="val 7105" name="adj"/>
            </a:avLst>
          </a:prstGeom>
          <a:solidFill>
            <a:srgbClr val="1532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34" name="Google Shape;234;p24"/>
          <p:cNvCxnSpPr/>
          <p:nvPr/>
        </p:nvCxnSpPr>
        <p:spPr>
          <a:xfrm>
            <a:off x="173394" y="4711019"/>
            <a:ext cx="8164200" cy="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235" name="Google Shape;235;p24"/>
          <p:cNvPicPr preferRelativeResize="0"/>
          <p:nvPr/>
        </p:nvPicPr>
        <p:blipFill rotWithShape="1">
          <a:blip r:embed="rId3">
            <a:alphaModFix/>
          </a:blip>
          <a:srcRect b="32287" l="24148" r="24143" t="32283"/>
          <a:stretch/>
        </p:blipFill>
        <p:spPr>
          <a:xfrm>
            <a:off x="117775" y="4764867"/>
            <a:ext cx="442276" cy="30304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36" name="Google Shape;236;p24"/>
          <p:cNvGrpSpPr/>
          <p:nvPr/>
        </p:nvGrpSpPr>
        <p:grpSpPr>
          <a:xfrm rot="5400000">
            <a:off x="69875" y="-381850"/>
            <a:ext cx="419400" cy="91500"/>
            <a:chOff x="439425" y="-528325"/>
            <a:chExt cx="419400" cy="91500"/>
          </a:xfrm>
        </p:grpSpPr>
        <p:sp>
          <p:nvSpPr>
            <p:cNvPr id="237" name="Google Shape;237;p24"/>
            <p:cNvSpPr/>
            <p:nvPr/>
          </p:nvSpPr>
          <p:spPr>
            <a:xfrm>
              <a:off x="439425" y="-528325"/>
              <a:ext cx="91500" cy="91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8" name="Google Shape;238;p24"/>
            <p:cNvSpPr/>
            <p:nvPr/>
          </p:nvSpPr>
          <p:spPr>
            <a:xfrm>
              <a:off x="603375" y="-528325"/>
              <a:ext cx="91500" cy="91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" name="Google Shape;239;p24"/>
            <p:cNvSpPr/>
            <p:nvPr/>
          </p:nvSpPr>
          <p:spPr>
            <a:xfrm>
              <a:off x="767325" y="-528325"/>
              <a:ext cx="91500" cy="91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40" name="Google Shape;240;p24"/>
          <p:cNvSpPr txBox="1"/>
          <p:nvPr/>
        </p:nvSpPr>
        <p:spPr>
          <a:xfrm>
            <a:off x="278350" y="2517136"/>
            <a:ext cx="7628700" cy="10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Arial"/>
              <a:buNone/>
            </a:pPr>
            <a:r>
              <a:rPr b="0" i="0" lang="es" sz="5500" u="none" cap="none" strike="noStrike">
                <a:solidFill>
                  <a:srgbClr val="FFFFFF"/>
                </a:solidFill>
                <a:latin typeface="Archivo"/>
                <a:ea typeface="Archivo"/>
                <a:cs typeface="Archivo"/>
                <a:sym typeface="Archivo"/>
              </a:rPr>
              <a:t>Encuentro temático</a:t>
            </a:r>
            <a:endParaRPr b="0" i="0" sz="5500" u="none" cap="none" strike="noStrike">
              <a:solidFill>
                <a:srgbClr val="FFFFFF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241" name="Google Shape;241;p24"/>
          <p:cNvSpPr txBox="1"/>
          <p:nvPr/>
        </p:nvSpPr>
        <p:spPr>
          <a:xfrm>
            <a:off x="278350" y="3429600"/>
            <a:ext cx="7825500" cy="8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s" sz="3600" u="none" cap="none" strike="noStrike">
                <a:solidFill>
                  <a:srgbClr val="8DE2D6"/>
                </a:solidFill>
                <a:latin typeface="Archivo Black"/>
                <a:ea typeface="Archivo Black"/>
                <a:cs typeface="Archivo Black"/>
                <a:sym typeface="Archivo Black"/>
              </a:rPr>
              <a:t>{{et_nombre}} ({{et_fecha}})</a:t>
            </a:r>
            <a:endParaRPr b="0" i="0" sz="3600" u="none" cap="none" strike="noStrike">
              <a:solidFill>
                <a:srgbClr val="8DE2D6"/>
              </a:solidFill>
              <a:latin typeface="Archivo Black"/>
              <a:ea typeface="Archivo Black"/>
              <a:cs typeface="Archivo Black"/>
              <a:sym typeface="Archivo Blac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1" sz="1400" u="none" cap="none" strike="noStrike">
              <a:solidFill>
                <a:srgbClr val="EA9999"/>
              </a:solidFill>
              <a:latin typeface="Archivo Black"/>
              <a:ea typeface="Archivo Black"/>
              <a:cs typeface="Archivo Black"/>
              <a:sym typeface="Archivo Black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25"/>
          <p:cNvSpPr txBox="1"/>
          <p:nvPr/>
        </p:nvSpPr>
        <p:spPr>
          <a:xfrm>
            <a:off x="740400" y="195325"/>
            <a:ext cx="4328400" cy="280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" sz="2000" u="none" cap="none" strike="noStrike">
                <a:solidFill>
                  <a:srgbClr val="123546"/>
                </a:solidFill>
                <a:latin typeface="Archivo ExtraBold"/>
                <a:ea typeface="Archivo ExtraBold"/>
                <a:cs typeface="Archivo ExtraBold"/>
                <a:sym typeface="Archivo ExtraBold"/>
              </a:rPr>
              <a:t>{{et_nombre}} ({{et_fecha}})</a:t>
            </a:r>
            <a:endParaRPr b="0" i="0" sz="2000" u="none" cap="none" strike="noStrike">
              <a:solidFill>
                <a:srgbClr val="123546"/>
              </a:solidFill>
              <a:latin typeface="Archivo ExtraBold"/>
              <a:ea typeface="Archivo ExtraBold"/>
              <a:cs typeface="Archivo ExtraBold"/>
              <a:sym typeface="Archivo ExtraBold"/>
            </a:endParaRPr>
          </a:p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123546"/>
              </a:solidFill>
              <a:latin typeface="Archivo ExtraBold"/>
              <a:ea typeface="Archivo ExtraBold"/>
              <a:cs typeface="Archivo ExtraBold"/>
              <a:sym typeface="Archivo ExtraBold"/>
            </a:endParaRPr>
          </a:p>
        </p:txBody>
      </p:sp>
      <p:sp>
        <p:nvSpPr>
          <p:cNvPr id="247" name="Google Shape;247;p25"/>
          <p:cNvSpPr/>
          <p:nvPr/>
        </p:nvSpPr>
        <p:spPr>
          <a:xfrm>
            <a:off x="274775" y="176254"/>
            <a:ext cx="366900" cy="366900"/>
          </a:xfrm>
          <a:prstGeom prst="ellipse">
            <a:avLst/>
          </a:prstGeom>
          <a:solidFill>
            <a:srgbClr val="1235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48" name="Google Shape;248;p25"/>
          <p:cNvGrpSpPr/>
          <p:nvPr/>
        </p:nvGrpSpPr>
        <p:grpSpPr>
          <a:xfrm>
            <a:off x="376133" y="253929"/>
            <a:ext cx="190480" cy="211556"/>
            <a:chOff x="2169088" y="811743"/>
            <a:chExt cx="3848087" cy="4273857"/>
          </a:xfrm>
        </p:grpSpPr>
        <p:sp>
          <p:nvSpPr>
            <p:cNvPr id="249" name="Google Shape;249;p25"/>
            <p:cNvSpPr/>
            <p:nvPr/>
          </p:nvSpPr>
          <p:spPr>
            <a:xfrm>
              <a:off x="2169088" y="811743"/>
              <a:ext cx="3345825" cy="4082275"/>
            </a:xfrm>
            <a:custGeom>
              <a:rect b="b" l="l" r="r" t="t"/>
              <a:pathLst>
                <a:path extrusionOk="0" h="163291" w="133833">
                  <a:moveTo>
                    <a:pt x="91175" y="34428"/>
                  </a:moveTo>
                  <a:cubicBezTo>
                    <a:pt x="96225" y="34428"/>
                    <a:pt x="101274" y="34428"/>
                    <a:pt x="106324" y="34456"/>
                  </a:cubicBezTo>
                  <a:cubicBezTo>
                    <a:pt x="109672" y="34456"/>
                    <a:pt x="111960" y="36520"/>
                    <a:pt x="111988" y="39506"/>
                  </a:cubicBezTo>
                  <a:cubicBezTo>
                    <a:pt x="112043" y="42602"/>
                    <a:pt x="109784" y="44862"/>
                    <a:pt x="106380" y="44890"/>
                  </a:cubicBezTo>
                  <a:cubicBezTo>
                    <a:pt x="101330" y="44904"/>
                    <a:pt x="96273" y="44911"/>
                    <a:pt x="91217" y="44911"/>
                  </a:cubicBezTo>
                  <a:cubicBezTo>
                    <a:pt x="86160" y="44911"/>
                    <a:pt x="81103" y="44904"/>
                    <a:pt x="76054" y="44890"/>
                  </a:cubicBezTo>
                  <a:cubicBezTo>
                    <a:pt x="72622" y="44862"/>
                    <a:pt x="70362" y="42658"/>
                    <a:pt x="70390" y="39561"/>
                  </a:cubicBezTo>
                  <a:cubicBezTo>
                    <a:pt x="70418" y="36492"/>
                    <a:pt x="72706" y="34456"/>
                    <a:pt x="76165" y="34456"/>
                  </a:cubicBezTo>
                  <a:cubicBezTo>
                    <a:pt x="81159" y="34428"/>
                    <a:pt x="86181" y="34428"/>
                    <a:pt x="91175" y="34428"/>
                  </a:cubicBezTo>
                  <a:close/>
                  <a:moveTo>
                    <a:pt x="42463" y="34428"/>
                  </a:moveTo>
                  <a:cubicBezTo>
                    <a:pt x="47457" y="34428"/>
                    <a:pt x="52451" y="34428"/>
                    <a:pt x="57445" y="34456"/>
                  </a:cubicBezTo>
                  <a:cubicBezTo>
                    <a:pt x="60849" y="34456"/>
                    <a:pt x="63108" y="36437"/>
                    <a:pt x="63192" y="39422"/>
                  </a:cubicBezTo>
                  <a:cubicBezTo>
                    <a:pt x="63276" y="42547"/>
                    <a:pt x="61044" y="44862"/>
                    <a:pt x="57668" y="44862"/>
                  </a:cubicBezTo>
                  <a:cubicBezTo>
                    <a:pt x="52590" y="44904"/>
                    <a:pt x="47506" y="44918"/>
                    <a:pt x="42421" y="44918"/>
                  </a:cubicBezTo>
                  <a:cubicBezTo>
                    <a:pt x="37337" y="44918"/>
                    <a:pt x="32252" y="44904"/>
                    <a:pt x="27174" y="44890"/>
                  </a:cubicBezTo>
                  <a:cubicBezTo>
                    <a:pt x="24217" y="44862"/>
                    <a:pt x="22069" y="43077"/>
                    <a:pt x="21650" y="40510"/>
                  </a:cubicBezTo>
                  <a:cubicBezTo>
                    <a:pt x="21232" y="37999"/>
                    <a:pt x="22627" y="35544"/>
                    <a:pt x="25082" y="34735"/>
                  </a:cubicBezTo>
                  <a:cubicBezTo>
                    <a:pt x="25835" y="34512"/>
                    <a:pt x="26672" y="34456"/>
                    <a:pt x="27481" y="34456"/>
                  </a:cubicBezTo>
                  <a:cubicBezTo>
                    <a:pt x="32475" y="34428"/>
                    <a:pt x="37469" y="34428"/>
                    <a:pt x="42463" y="34428"/>
                  </a:cubicBezTo>
                  <a:close/>
                  <a:moveTo>
                    <a:pt x="42425" y="55366"/>
                  </a:moveTo>
                  <a:cubicBezTo>
                    <a:pt x="47715" y="55366"/>
                    <a:pt x="53009" y="55380"/>
                    <a:pt x="58310" y="55408"/>
                  </a:cubicBezTo>
                  <a:cubicBezTo>
                    <a:pt x="60876" y="55408"/>
                    <a:pt x="62941" y="57473"/>
                    <a:pt x="63164" y="59984"/>
                  </a:cubicBezTo>
                  <a:cubicBezTo>
                    <a:pt x="63415" y="62662"/>
                    <a:pt x="61825" y="64977"/>
                    <a:pt x="59258" y="65591"/>
                  </a:cubicBezTo>
                  <a:cubicBezTo>
                    <a:pt x="58477" y="65759"/>
                    <a:pt x="57640" y="65814"/>
                    <a:pt x="56831" y="65814"/>
                  </a:cubicBezTo>
                  <a:cubicBezTo>
                    <a:pt x="55222" y="65824"/>
                    <a:pt x="53613" y="65827"/>
                    <a:pt x="52005" y="65827"/>
                  </a:cubicBezTo>
                  <a:cubicBezTo>
                    <a:pt x="48787" y="65827"/>
                    <a:pt x="45569" y="65814"/>
                    <a:pt x="42351" y="65814"/>
                  </a:cubicBezTo>
                  <a:cubicBezTo>
                    <a:pt x="39152" y="65814"/>
                    <a:pt x="35941" y="65827"/>
                    <a:pt x="32725" y="65827"/>
                  </a:cubicBezTo>
                  <a:cubicBezTo>
                    <a:pt x="31117" y="65827"/>
                    <a:pt x="29509" y="65824"/>
                    <a:pt x="27900" y="65814"/>
                  </a:cubicBezTo>
                  <a:cubicBezTo>
                    <a:pt x="27146" y="65814"/>
                    <a:pt x="26365" y="65759"/>
                    <a:pt x="25640" y="65619"/>
                  </a:cubicBezTo>
                  <a:cubicBezTo>
                    <a:pt x="23045" y="65033"/>
                    <a:pt x="21399" y="62773"/>
                    <a:pt x="21595" y="60095"/>
                  </a:cubicBezTo>
                  <a:cubicBezTo>
                    <a:pt x="21790" y="57528"/>
                    <a:pt x="23882" y="55408"/>
                    <a:pt x="26561" y="55408"/>
                  </a:cubicBezTo>
                  <a:cubicBezTo>
                    <a:pt x="31847" y="55380"/>
                    <a:pt x="37134" y="55366"/>
                    <a:pt x="42425" y="55366"/>
                  </a:cubicBezTo>
                  <a:close/>
                  <a:moveTo>
                    <a:pt x="106268" y="55352"/>
                  </a:moveTo>
                  <a:cubicBezTo>
                    <a:pt x="109644" y="55380"/>
                    <a:pt x="111904" y="57389"/>
                    <a:pt x="111988" y="60374"/>
                  </a:cubicBezTo>
                  <a:cubicBezTo>
                    <a:pt x="112071" y="63471"/>
                    <a:pt x="109811" y="65787"/>
                    <a:pt x="106436" y="65787"/>
                  </a:cubicBezTo>
                  <a:cubicBezTo>
                    <a:pt x="101358" y="65814"/>
                    <a:pt x="96273" y="65828"/>
                    <a:pt x="91189" y="65828"/>
                  </a:cubicBezTo>
                  <a:cubicBezTo>
                    <a:pt x="86104" y="65828"/>
                    <a:pt x="81020" y="65814"/>
                    <a:pt x="75942" y="65787"/>
                  </a:cubicBezTo>
                  <a:cubicBezTo>
                    <a:pt x="72566" y="65787"/>
                    <a:pt x="70306" y="63471"/>
                    <a:pt x="70390" y="60374"/>
                  </a:cubicBezTo>
                  <a:cubicBezTo>
                    <a:pt x="70474" y="57389"/>
                    <a:pt x="72734" y="55380"/>
                    <a:pt x="76109" y="55380"/>
                  </a:cubicBezTo>
                  <a:cubicBezTo>
                    <a:pt x="81159" y="55352"/>
                    <a:pt x="86237" y="55352"/>
                    <a:pt x="91286" y="55352"/>
                  </a:cubicBezTo>
                  <a:close/>
                  <a:moveTo>
                    <a:pt x="42379" y="76277"/>
                  </a:moveTo>
                  <a:cubicBezTo>
                    <a:pt x="47457" y="76277"/>
                    <a:pt x="52507" y="76277"/>
                    <a:pt x="57556" y="76304"/>
                  </a:cubicBezTo>
                  <a:cubicBezTo>
                    <a:pt x="60904" y="76304"/>
                    <a:pt x="63164" y="78369"/>
                    <a:pt x="63192" y="81382"/>
                  </a:cubicBezTo>
                  <a:cubicBezTo>
                    <a:pt x="63248" y="84479"/>
                    <a:pt x="60960" y="86711"/>
                    <a:pt x="57584" y="86739"/>
                  </a:cubicBezTo>
                  <a:cubicBezTo>
                    <a:pt x="52521" y="86753"/>
                    <a:pt x="47464" y="86760"/>
                    <a:pt x="42407" y="86760"/>
                  </a:cubicBezTo>
                  <a:cubicBezTo>
                    <a:pt x="37351" y="86760"/>
                    <a:pt x="32294" y="86753"/>
                    <a:pt x="27230" y="86739"/>
                  </a:cubicBezTo>
                  <a:cubicBezTo>
                    <a:pt x="24273" y="86739"/>
                    <a:pt x="22097" y="84981"/>
                    <a:pt x="21650" y="82442"/>
                  </a:cubicBezTo>
                  <a:cubicBezTo>
                    <a:pt x="21204" y="79931"/>
                    <a:pt x="22571" y="77448"/>
                    <a:pt x="24998" y="76639"/>
                  </a:cubicBezTo>
                  <a:cubicBezTo>
                    <a:pt x="25752" y="76360"/>
                    <a:pt x="26588" y="76304"/>
                    <a:pt x="27398" y="76304"/>
                  </a:cubicBezTo>
                  <a:cubicBezTo>
                    <a:pt x="32392" y="76277"/>
                    <a:pt x="37385" y="76277"/>
                    <a:pt x="42379" y="76277"/>
                  </a:cubicBezTo>
                  <a:close/>
                  <a:moveTo>
                    <a:pt x="83140" y="76277"/>
                  </a:moveTo>
                  <a:cubicBezTo>
                    <a:pt x="83696" y="76283"/>
                    <a:pt x="84251" y="76285"/>
                    <a:pt x="84805" y="76285"/>
                  </a:cubicBezTo>
                  <a:cubicBezTo>
                    <a:pt x="85792" y="76285"/>
                    <a:pt x="86776" y="76278"/>
                    <a:pt x="87758" y="76278"/>
                  </a:cubicBezTo>
                  <a:cubicBezTo>
                    <a:pt x="88656" y="76278"/>
                    <a:pt x="89553" y="76284"/>
                    <a:pt x="90449" y="76304"/>
                  </a:cubicBezTo>
                  <a:cubicBezTo>
                    <a:pt x="93518" y="76332"/>
                    <a:pt x="95750" y="78425"/>
                    <a:pt x="95862" y="81298"/>
                  </a:cubicBezTo>
                  <a:cubicBezTo>
                    <a:pt x="95974" y="84088"/>
                    <a:pt x="93825" y="86599"/>
                    <a:pt x="90812" y="86683"/>
                  </a:cubicBezTo>
                  <a:cubicBezTo>
                    <a:pt x="88259" y="86753"/>
                    <a:pt x="85707" y="86788"/>
                    <a:pt x="83154" y="86788"/>
                  </a:cubicBezTo>
                  <a:cubicBezTo>
                    <a:pt x="80601" y="86788"/>
                    <a:pt x="78048" y="86753"/>
                    <a:pt x="75496" y="86683"/>
                  </a:cubicBezTo>
                  <a:cubicBezTo>
                    <a:pt x="72371" y="86599"/>
                    <a:pt x="70278" y="84200"/>
                    <a:pt x="70390" y="81215"/>
                  </a:cubicBezTo>
                  <a:cubicBezTo>
                    <a:pt x="70530" y="78369"/>
                    <a:pt x="72734" y="76332"/>
                    <a:pt x="75830" y="76304"/>
                  </a:cubicBezTo>
                  <a:cubicBezTo>
                    <a:pt x="78285" y="76277"/>
                    <a:pt x="80713" y="76277"/>
                    <a:pt x="83140" y="76277"/>
                  </a:cubicBezTo>
                  <a:close/>
                  <a:moveTo>
                    <a:pt x="42491" y="97201"/>
                  </a:moveTo>
                  <a:cubicBezTo>
                    <a:pt x="47485" y="97201"/>
                    <a:pt x="52479" y="97201"/>
                    <a:pt x="57473" y="97229"/>
                  </a:cubicBezTo>
                  <a:cubicBezTo>
                    <a:pt x="60932" y="97229"/>
                    <a:pt x="63192" y="99321"/>
                    <a:pt x="63192" y="102418"/>
                  </a:cubicBezTo>
                  <a:cubicBezTo>
                    <a:pt x="63192" y="105487"/>
                    <a:pt x="60904" y="107663"/>
                    <a:pt x="57473" y="107663"/>
                  </a:cubicBezTo>
                  <a:cubicBezTo>
                    <a:pt x="52451" y="107677"/>
                    <a:pt x="47422" y="107684"/>
                    <a:pt x="42393" y="107684"/>
                  </a:cubicBezTo>
                  <a:cubicBezTo>
                    <a:pt x="37365" y="107684"/>
                    <a:pt x="32336" y="107677"/>
                    <a:pt x="27314" y="107663"/>
                  </a:cubicBezTo>
                  <a:cubicBezTo>
                    <a:pt x="23882" y="107635"/>
                    <a:pt x="21595" y="105459"/>
                    <a:pt x="21595" y="102418"/>
                  </a:cubicBezTo>
                  <a:cubicBezTo>
                    <a:pt x="21595" y="99321"/>
                    <a:pt x="23882" y="97229"/>
                    <a:pt x="27314" y="97229"/>
                  </a:cubicBezTo>
                  <a:cubicBezTo>
                    <a:pt x="32364" y="97201"/>
                    <a:pt x="37413" y="97201"/>
                    <a:pt x="42491" y="97201"/>
                  </a:cubicBezTo>
                  <a:close/>
                  <a:moveTo>
                    <a:pt x="32503" y="118476"/>
                  </a:moveTo>
                  <a:cubicBezTo>
                    <a:pt x="35795" y="118476"/>
                    <a:pt x="39087" y="118488"/>
                    <a:pt x="42379" y="118488"/>
                  </a:cubicBezTo>
                  <a:lnTo>
                    <a:pt x="57389" y="118488"/>
                  </a:lnTo>
                  <a:cubicBezTo>
                    <a:pt x="60876" y="118488"/>
                    <a:pt x="63164" y="120525"/>
                    <a:pt x="63192" y="123593"/>
                  </a:cubicBezTo>
                  <a:cubicBezTo>
                    <a:pt x="63248" y="126746"/>
                    <a:pt x="60932" y="128922"/>
                    <a:pt x="57389" y="128950"/>
                  </a:cubicBezTo>
                  <a:cubicBezTo>
                    <a:pt x="52367" y="128950"/>
                    <a:pt x="47338" y="128957"/>
                    <a:pt x="42310" y="128957"/>
                  </a:cubicBezTo>
                  <a:cubicBezTo>
                    <a:pt x="37281" y="128957"/>
                    <a:pt x="32252" y="128950"/>
                    <a:pt x="27230" y="128922"/>
                  </a:cubicBezTo>
                  <a:cubicBezTo>
                    <a:pt x="24273" y="128922"/>
                    <a:pt x="22097" y="127192"/>
                    <a:pt x="21650" y="124654"/>
                  </a:cubicBezTo>
                  <a:cubicBezTo>
                    <a:pt x="21204" y="122115"/>
                    <a:pt x="22571" y="119660"/>
                    <a:pt x="24998" y="118823"/>
                  </a:cubicBezTo>
                  <a:cubicBezTo>
                    <a:pt x="25807" y="118572"/>
                    <a:pt x="26700" y="118516"/>
                    <a:pt x="27565" y="118488"/>
                  </a:cubicBezTo>
                  <a:cubicBezTo>
                    <a:pt x="29211" y="118479"/>
                    <a:pt x="30857" y="118476"/>
                    <a:pt x="32503" y="118476"/>
                  </a:cubicBezTo>
                  <a:close/>
                  <a:moveTo>
                    <a:pt x="18498" y="0"/>
                  </a:moveTo>
                  <a:cubicBezTo>
                    <a:pt x="14871" y="837"/>
                    <a:pt x="11356" y="1953"/>
                    <a:pt x="8370" y="4325"/>
                  </a:cubicBezTo>
                  <a:cubicBezTo>
                    <a:pt x="3042" y="8538"/>
                    <a:pt x="56" y="14034"/>
                    <a:pt x="56" y="20841"/>
                  </a:cubicBezTo>
                  <a:cubicBezTo>
                    <a:pt x="1" y="61378"/>
                    <a:pt x="1" y="101944"/>
                    <a:pt x="29" y="142509"/>
                  </a:cubicBezTo>
                  <a:cubicBezTo>
                    <a:pt x="56" y="153669"/>
                    <a:pt x="9235" y="163154"/>
                    <a:pt x="20339" y="163210"/>
                  </a:cubicBezTo>
                  <a:cubicBezTo>
                    <a:pt x="29558" y="163274"/>
                    <a:pt x="38778" y="163291"/>
                    <a:pt x="47997" y="163291"/>
                  </a:cubicBezTo>
                  <a:cubicBezTo>
                    <a:pt x="59060" y="163291"/>
                    <a:pt x="70124" y="163266"/>
                    <a:pt x="81187" y="163266"/>
                  </a:cubicBezTo>
                  <a:cubicBezTo>
                    <a:pt x="81354" y="163266"/>
                    <a:pt x="81522" y="163210"/>
                    <a:pt x="81829" y="163182"/>
                  </a:cubicBezTo>
                  <a:cubicBezTo>
                    <a:pt x="71450" y="144155"/>
                    <a:pt x="70809" y="125016"/>
                    <a:pt x="82498" y="106575"/>
                  </a:cubicBezTo>
                  <a:cubicBezTo>
                    <a:pt x="93348" y="89433"/>
                    <a:pt x="109245" y="81520"/>
                    <a:pt x="128941" y="81520"/>
                  </a:cubicBezTo>
                  <a:cubicBezTo>
                    <a:pt x="130465" y="81520"/>
                    <a:pt x="132012" y="81567"/>
                    <a:pt x="133581" y="81661"/>
                  </a:cubicBezTo>
                  <a:lnTo>
                    <a:pt x="133581" y="79597"/>
                  </a:lnTo>
                  <a:cubicBezTo>
                    <a:pt x="133581" y="60597"/>
                    <a:pt x="133386" y="41598"/>
                    <a:pt x="133665" y="22599"/>
                  </a:cubicBezTo>
                  <a:cubicBezTo>
                    <a:pt x="133833" y="9933"/>
                    <a:pt x="124933" y="1423"/>
                    <a:pt x="115559" y="224"/>
                  </a:cubicBezTo>
                  <a:cubicBezTo>
                    <a:pt x="115419" y="224"/>
                    <a:pt x="115252" y="84"/>
                    <a:pt x="115112" y="0"/>
                  </a:cubicBezTo>
                  <a:close/>
                </a:path>
              </a:pathLst>
            </a:custGeom>
            <a:solidFill>
              <a:srgbClr val="8DE2D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0" name="Google Shape;250;p25"/>
            <p:cNvSpPr/>
            <p:nvPr/>
          </p:nvSpPr>
          <p:spPr>
            <a:xfrm>
              <a:off x="3700125" y="2911200"/>
              <a:ext cx="2317050" cy="2174400"/>
            </a:xfrm>
            <a:custGeom>
              <a:rect b="b" l="l" r="r" t="t"/>
              <a:pathLst>
                <a:path extrusionOk="0" h="86976" w="92682">
                  <a:moveTo>
                    <a:pt x="61246" y="27942"/>
                  </a:moveTo>
                  <a:cubicBezTo>
                    <a:pt x="62954" y="27942"/>
                    <a:pt x="64509" y="28984"/>
                    <a:pt x="65396" y="30508"/>
                  </a:cubicBezTo>
                  <a:cubicBezTo>
                    <a:pt x="66484" y="32349"/>
                    <a:pt x="66345" y="34693"/>
                    <a:pt x="64894" y="36534"/>
                  </a:cubicBezTo>
                  <a:cubicBezTo>
                    <a:pt x="61909" y="40328"/>
                    <a:pt x="58868" y="44067"/>
                    <a:pt x="55855" y="47833"/>
                  </a:cubicBezTo>
                  <a:cubicBezTo>
                    <a:pt x="53456" y="50818"/>
                    <a:pt x="51084" y="53832"/>
                    <a:pt x="48657" y="56789"/>
                  </a:cubicBezTo>
                  <a:cubicBezTo>
                    <a:pt x="47399" y="58321"/>
                    <a:pt x="45954" y="59098"/>
                    <a:pt x="44425" y="59098"/>
                  </a:cubicBezTo>
                  <a:cubicBezTo>
                    <a:pt x="43310" y="59098"/>
                    <a:pt x="42150" y="58685"/>
                    <a:pt x="40985" y="57849"/>
                  </a:cubicBezTo>
                  <a:cubicBezTo>
                    <a:pt x="36995" y="55031"/>
                    <a:pt x="33061" y="52158"/>
                    <a:pt x="29128" y="49284"/>
                  </a:cubicBezTo>
                  <a:cubicBezTo>
                    <a:pt x="26561" y="47359"/>
                    <a:pt x="26003" y="44151"/>
                    <a:pt x="27760" y="41751"/>
                  </a:cubicBezTo>
                  <a:cubicBezTo>
                    <a:pt x="28774" y="40394"/>
                    <a:pt x="30277" y="39679"/>
                    <a:pt x="31864" y="39679"/>
                  </a:cubicBezTo>
                  <a:cubicBezTo>
                    <a:pt x="32984" y="39679"/>
                    <a:pt x="34147" y="40036"/>
                    <a:pt x="35210" y="40775"/>
                  </a:cubicBezTo>
                  <a:cubicBezTo>
                    <a:pt x="37916" y="42672"/>
                    <a:pt x="40566" y="44653"/>
                    <a:pt x="43384" y="46661"/>
                  </a:cubicBezTo>
                  <a:cubicBezTo>
                    <a:pt x="47848" y="41110"/>
                    <a:pt x="52116" y="35669"/>
                    <a:pt x="56552" y="30368"/>
                  </a:cubicBezTo>
                  <a:cubicBezTo>
                    <a:pt x="57417" y="29336"/>
                    <a:pt x="58784" y="28471"/>
                    <a:pt x="60068" y="28109"/>
                  </a:cubicBezTo>
                  <a:cubicBezTo>
                    <a:pt x="60464" y="27995"/>
                    <a:pt x="60859" y="27942"/>
                    <a:pt x="61246" y="27942"/>
                  </a:cubicBezTo>
                  <a:close/>
                  <a:moveTo>
                    <a:pt x="46519" y="1"/>
                  </a:moveTo>
                  <a:cubicBezTo>
                    <a:pt x="43400" y="1"/>
                    <a:pt x="40238" y="348"/>
                    <a:pt x="37079" y="1074"/>
                  </a:cubicBezTo>
                  <a:cubicBezTo>
                    <a:pt x="14508" y="6264"/>
                    <a:pt x="1" y="27104"/>
                    <a:pt x="3600" y="50149"/>
                  </a:cubicBezTo>
                  <a:cubicBezTo>
                    <a:pt x="6250" y="67111"/>
                    <a:pt x="16210" y="78634"/>
                    <a:pt x="32336" y="84548"/>
                  </a:cubicBezTo>
                  <a:cubicBezTo>
                    <a:pt x="35628" y="85748"/>
                    <a:pt x="39199" y="86194"/>
                    <a:pt x="42631" y="86976"/>
                  </a:cubicBezTo>
                  <a:lnTo>
                    <a:pt x="50275" y="86976"/>
                  </a:lnTo>
                  <a:cubicBezTo>
                    <a:pt x="51084" y="86836"/>
                    <a:pt x="51865" y="86669"/>
                    <a:pt x="52646" y="86557"/>
                  </a:cubicBezTo>
                  <a:cubicBezTo>
                    <a:pt x="76500" y="82958"/>
                    <a:pt x="92682" y="61225"/>
                    <a:pt x="89417" y="37259"/>
                  </a:cubicBezTo>
                  <a:cubicBezTo>
                    <a:pt x="86455" y="15671"/>
                    <a:pt x="67470" y="1"/>
                    <a:pt x="46519" y="1"/>
                  </a:cubicBezTo>
                  <a:close/>
                </a:path>
              </a:pathLst>
            </a:custGeom>
            <a:solidFill>
              <a:srgbClr val="8DE2D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51" name="Google Shape;251;p25"/>
          <p:cNvSpPr txBox="1"/>
          <p:nvPr/>
        </p:nvSpPr>
        <p:spPr>
          <a:xfrm>
            <a:off x="740400" y="499900"/>
            <a:ext cx="3214200" cy="280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" sz="1600" u="none" cap="none" strike="noStrike">
                <a:solidFill>
                  <a:srgbClr val="123546"/>
                </a:solidFill>
                <a:latin typeface="Archivo"/>
                <a:ea typeface="Archivo"/>
                <a:cs typeface="Archivo"/>
                <a:sym typeface="Archivo"/>
              </a:rPr>
              <a:t>Estrategia de comunicación</a:t>
            </a:r>
            <a:endParaRPr b="0" i="0" sz="1600" u="none" cap="none" strike="noStrike">
              <a:solidFill>
                <a:srgbClr val="123546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123546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252" name="Google Shape;252;p25"/>
          <p:cNvSpPr/>
          <p:nvPr/>
        </p:nvSpPr>
        <p:spPr>
          <a:xfrm>
            <a:off x="425425" y="873825"/>
            <a:ext cx="4396500" cy="4026000"/>
          </a:xfrm>
          <a:prstGeom prst="roundRect">
            <a:avLst>
              <a:gd fmla="val 6282" name="adj"/>
            </a:avLst>
          </a:prstGeom>
          <a:solidFill>
            <a:srgbClr val="F0F5FB"/>
          </a:solidFill>
          <a:ln>
            <a:noFill/>
          </a:ln>
        </p:spPr>
        <p:txBody>
          <a:bodyPr anchorCtr="0" anchor="t" bIns="0" lIns="32400" spcFirstLastPara="1" rIns="32400" wrap="square" tIns="309325">
            <a:noAutofit/>
          </a:bodyPr>
          <a:lstStyle/>
          <a:p>
            <a:pPr indent="-50400" lvl="0" marL="86399" marR="219709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s" sz="1000" u="sng" cap="none" strike="noStrike">
                <a:solidFill>
                  <a:srgbClr val="113748"/>
                </a:solidFill>
                <a:latin typeface="Archivo"/>
                <a:ea typeface="Archivo"/>
                <a:cs typeface="Archivo"/>
                <a:sym typeface="Archivo"/>
              </a:rPr>
              <a:t>MAIL</a:t>
            </a:r>
            <a:endParaRPr b="1" i="0" sz="1000" u="sng" cap="none" strike="noStrike">
              <a:solidFill>
                <a:srgbClr val="113748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292100" lvl="0" marL="457200" marR="219709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13748"/>
              </a:buClr>
              <a:buSzPts val="1000"/>
              <a:buFont typeface="Archivo"/>
              <a:buChar char="●"/>
            </a:pPr>
            <a:r>
              <a:rPr b="0" i="0" lang="es" sz="1000" u="none" cap="none" strike="noStrike">
                <a:solidFill>
                  <a:srgbClr val="113748"/>
                </a:solidFill>
                <a:latin typeface="Archivo"/>
                <a:ea typeface="Archivo"/>
                <a:cs typeface="Archivo"/>
                <a:sym typeface="Archivo"/>
              </a:rPr>
              <a:t>{{et_mail}}</a:t>
            </a:r>
            <a:endParaRPr b="0" i="0" sz="1000" u="none" cap="none" strike="noStrike">
              <a:solidFill>
                <a:srgbClr val="113748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50400" lvl="0" marL="86399" marR="219709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1" i="0" sz="1000" u="sng" cap="none" strike="noStrike">
              <a:solidFill>
                <a:srgbClr val="113748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50400" lvl="0" marL="86399" marR="219709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s" sz="1000" u="sng" cap="none" strike="noStrike">
                <a:solidFill>
                  <a:srgbClr val="113748"/>
                </a:solidFill>
                <a:latin typeface="Archivo"/>
                <a:ea typeface="Archivo"/>
                <a:cs typeface="Archivo"/>
                <a:sym typeface="Archivo"/>
              </a:rPr>
              <a:t>IVR</a:t>
            </a:r>
            <a:endParaRPr b="0" i="0" sz="1000" u="none" cap="none" strike="noStrike">
              <a:solidFill>
                <a:srgbClr val="113748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292100" lvl="0" marL="457200" marR="219709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13748"/>
              </a:buClr>
              <a:buSzPts val="1000"/>
              <a:buFont typeface="Archivo"/>
              <a:buChar char="●"/>
            </a:pPr>
            <a:r>
              <a:rPr b="0" i="0" lang="es" sz="1000" u="none" cap="none" strike="noStrike">
                <a:solidFill>
                  <a:srgbClr val="113748"/>
                </a:solidFill>
                <a:latin typeface="Archivo"/>
                <a:ea typeface="Archivo"/>
                <a:cs typeface="Archivo"/>
                <a:sym typeface="Archivo"/>
              </a:rPr>
              <a:t>{{et_ivr}}</a:t>
            </a:r>
            <a:endParaRPr b="0" i="0" sz="1000" u="none" cap="none" strike="noStrike">
              <a:solidFill>
                <a:srgbClr val="113748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50400" lvl="0" marL="86399" marR="219709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113748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50400" lvl="0" marL="86399" marR="219709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s" sz="1000" u="sng" cap="none" strike="noStrike">
                <a:solidFill>
                  <a:srgbClr val="113748"/>
                </a:solidFill>
                <a:latin typeface="Archivo"/>
                <a:ea typeface="Archivo"/>
                <a:cs typeface="Archivo"/>
                <a:sym typeface="Archivo"/>
              </a:rPr>
              <a:t>CALL CENTER</a:t>
            </a:r>
            <a:endParaRPr b="0" i="0" sz="1000" u="none" cap="none" strike="noStrike">
              <a:solidFill>
                <a:srgbClr val="113748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292100" lvl="0" marL="457200" marR="219709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13748"/>
              </a:buClr>
              <a:buSzPts val="1000"/>
              <a:buFont typeface="Archivo"/>
              <a:buChar char="●"/>
            </a:pPr>
            <a:r>
              <a:rPr b="0" i="0" lang="es" sz="1000" u="none" cap="none" strike="noStrike">
                <a:solidFill>
                  <a:srgbClr val="113748"/>
                </a:solidFill>
                <a:latin typeface="Archivo"/>
                <a:ea typeface="Archivo"/>
                <a:cs typeface="Archivo"/>
                <a:sym typeface="Archivo"/>
              </a:rPr>
              <a:t>{{et_cc}}</a:t>
            </a:r>
            <a:endParaRPr b="0" i="0" sz="1000" u="none" cap="none" strike="noStrike">
              <a:solidFill>
                <a:srgbClr val="113748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457200" marR="142697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113748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123647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253" name="Google Shape;253;p25"/>
          <p:cNvSpPr/>
          <p:nvPr/>
        </p:nvSpPr>
        <p:spPr>
          <a:xfrm>
            <a:off x="425425" y="864200"/>
            <a:ext cx="4396500" cy="305400"/>
          </a:xfrm>
          <a:prstGeom prst="roundRect">
            <a:avLst>
              <a:gd fmla="val 26355" name="adj"/>
            </a:avLst>
          </a:prstGeom>
          <a:solidFill>
            <a:srgbClr val="8DE2D6"/>
          </a:solidFill>
          <a:ln>
            <a:noFill/>
          </a:ln>
        </p:spPr>
        <p:txBody>
          <a:bodyPr anchorCtr="0" anchor="ctr" bIns="0" lIns="78550" spcFirstLastPara="1" rIns="7855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31"/>
              <a:buFont typeface="Arial"/>
              <a:buNone/>
            </a:pPr>
            <a:r>
              <a:rPr b="1" i="0" lang="es" sz="1131" u="none" cap="none" strike="noStrike">
                <a:solidFill>
                  <a:srgbClr val="133446"/>
                </a:solidFill>
                <a:latin typeface="Archivo"/>
                <a:ea typeface="Archivo"/>
                <a:cs typeface="Archivo"/>
                <a:sym typeface="Archivo"/>
              </a:rPr>
              <a:t>Directa</a:t>
            </a:r>
            <a:endParaRPr b="1" i="0" sz="1131" u="none" cap="none" strike="noStrike">
              <a:solidFill>
                <a:srgbClr val="133446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254" name="Google Shape;254;p25"/>
          <p:cNvSpPr/>
          <p:nvPr/>
        </p:nvSpPr>
        <p:spPr>
          <a:xfrm>
            <a:off x="4946800" y="859550"/>
            <a:ext cx="3974700" cy="4040400"/>
          </a:xfrm>
          <a:prstGeom prst="roundRect">
            <a:avLst>
              <a:gd fmla="val 6282" name="adj"/>
            </a:avLst>
          </a:prstGeom>
          <a:solidFill>
            <a:srgbClr val="F0F5FB"/>
          </a:solidFill>
          <a:ln>
            <a:noFill/>
          </a:ln>
        </p:spPr>
        <p:txBody>
          <a:bodyPr anchorCtr="0" anchor="t" bIns="0" lIns="139200" spcFirstLastPara="1" rIns="139200" wrap="square" tIns="417600">
            <a:noAutofit/>
          </a:bodyPr>
          <a:lstStyle/>
          <a:p>
            <a:pPr indent="-269999" lvl="0" marL="269999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13748"/>
              </a:buClr>
              <a:buSzPts val="1100"/>
              <a:buFont typeface="Archivo"/>
              <a:buChar char="●"/>
            </a:pPr>
            <a:r>
              <a:rPr b="0" i="0" lang="es" sz="1000" u="none" cap="none" strike="noStrike">
                <a:solidFill>
                  <a:srgbClr val="113748"/>
                </a:solidFill>
                <a:latin typeface="Archivo"/>
                <a:ea typeface="Archivo"/>
                <a:cs typeface="Archivo"/>
                <a:sym typeface="Archivo"/>
              </a:rPr>
              <a:t>{{et_directa}}</a:t>
            </a:r>
            <a:endParaRPr b="0" i="0" sz="1000" u="none" cap="none" strike="noStrike">
              <a:solidFill>
                <a:srgbClr val="454545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269999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113748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1" lang="es" sz="1000" u="sng" cap="none" strike="noStrike">
                <a:solidFill>
                  <a:srgbClr val="113748"/>
                </a:solidFill>
                <a:latin typeface="Archivo"/>
                <a:ea typeface="Archivo"/>
                <a:cs typeface="Archivo"/>
                <a:sym typeface="Archivo"/>
              </a:rPr>
              <a:t>Convocatoria</a:t>
            </a:r>
            <a:endParaRPr b="1" i="1" sz="1000" u="sng" cap="none" strike="noStrike">
              <a:solidFill>
                <a:srgbClr val="113748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269999" lvl="0" marL="269999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13748"/>
              </a:buClr>
              <a:buSzPts val="1225"/>
              <a:buFont typeface="Archivo"/>
              <a:buChar char="●"/>
            </a:pPr>
            <a:r>
              <a:rPr b="0" i="0" lang="es" sz="1000" u="none" cap="none" strike="noStrike">
                <a:solidFill>
                  <a:srgbClr val="113748"/>
                </a:solidFill>
                <a:latin typeface="Archivo"/>
                <a:ea typeface="Archivo"/>
                <a:cs typeface="Archivo"/>
                <a:sym typeface="Archivo"/>
              </a:rPr>
              <a:t>{{et_convocatoria}}</a:t>
            </a:r>
            <a:endParaRPr b="0" i="0" sz="1000" u="none" cap="none" strike="noStrike">
              <a:solidFill>
                <a:srgbClr val="113748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430938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113748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1" lang="es" sz="1000" u="sng" cap="none" strike="noStrike">
                <a:solidFill>
                  <a:srgbClr val="113748"/>
                </a:solidFill>
                <a:latin typeface="Archivo"/>
                <a:ea typeface="Archivo"/>
                <a:cs typeface="Archivo"/>
                <a:sym typeface="Archivo"/>
              </a:rPr>
              <a:t>Post</a:t>
            </a:r>
            <a:r>
              <a:rPr b="1" i="1" lang="es" sz="1000" u="none" cap="none" strike="noStrike">
                <a:solidFill>
                  <a:srgbClr val="113748"/>
                </a:solidFill>
                <a:latin typeface="Archivo"/>
                <a:ea typeface="Archivo"/>
                <a:cs typeface="Archivo"/>
                <a:sym typeface="Archivo"/>
              </a:rPr>
              <a:t> (</a:t>
            </a:r>
            <a:r>
              <a:rPr b="1" i="1" lang="es" sz="1000" u="sng" cap="none" strike="noStrike">
                <a:solidFill>
                  <a:srgbClr val="113748"/>
                </a:solidFill>
                <a:latin typeface="Archivo"/>
                <a:ea typeface="Archivo"/>
                <a:cs typeface="Archivo"/>
                <a:sym typeface="Archivo"/>
              </a:rPr>
              <a:t>{{et_post_periodo}}</a:t>
            </a:r>
            <a:r>
              <a:rPr b="1" i="1" lang="es" sz="1000" u="none" cap="none" strike="noStrike">
                <a:solidFill>
                  <a:srgbClr val="113748"/>
                </a:solidFill>
                <a:latin typeface="Archivo"/>
                <a:ea typeface="Archivo"/>
                <a:cs typeface="Archivo"/>
                <a:sym typeface="Archivo"/>
              </a:rPr>
              <a:t>)</a:t>
            </a:r>
            <a:endParaRPr b="1" i="1" sz="1000" u="none" cap="none" strike="noStrike">
              <a:solidFill>
                <a:srgbClr val="113748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269999" lvl="0" marL="269999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13748"/>
              </a:buClr>
              <a:buSzPts val="1225"/>
              <a:buFont typeface="Archivo"/>
              <a:buChar char="●"/>
            </a:pPr>
            <a:r>
              <a:rPr b="0" i="0" lang="es" sz="1000" u="none" cap="none" strike="noStrike">
                <a:solidFill>
                  <a:srgbClr val="113748"/>
                </a:solidFill>
                <a:latin typeface="Archivo"/>
                <a:ea typeface="Archivo"/>
                <a:cs typeface="Archivo"/>
                <a:sym typeface="Archivo"/>
              </a:rPr>
              <a:t>{{et_digital}}</a:t>
            </a:r>
            <a:endParaRPr b="0" i="0" sz="1325" u="none" cap="none" strike="noStrike">
              <a:solidFill>
                <a:srgbClr val="113748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255" name="Google Shape;255;p25"/>
          <p:cNvSpPr/>
          <p:nvPr/>
        </p:nvSpPr>
        <p:spPr>
          <a:xfrm>
            <a:off x="4946750" y="862309"/>
            <a:ext cx="3974700" cy="305400"/>
          </a:xfrm>
          <a:prstGeom prst="roundRect">
            <a:avLst>
              <a:gd fmla="val 26355" name="adj"/>
            </a:avLst>
          </a:prstGeom>
          <a:solidFill>
            <a:srgbClr val="8DE2D6"/>
          </a:solidFill>
          <a:ln>
            <a:noFill/>
          </a:ln>
        </p:spPr>
        <p:txBody>
          <a:bodyPr anchorCtr="0" anchor="ctr" bIns="0" lIns="78550" spcFirstLastPara="1" rIns="7855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31"/>
              <a:buFont typeface="Arial"/>
              <a:buNone/>
            </a:pPr>
            <a:r>
              <a:rPr b="1" i="0" lang="es" sz="1131" u="none" cap="none" strike="noStrike">
                <a:solidFill>
                  <a:srgbClr val="133446"/>
                </a:solidFill>
                <a:latin typeface="Archivo"/>
                <a:ea typeface="Archivo"/>
                <a:cs typeface="Archivo"/>
                <a:sym typeface="Archivo"/>
              </a:rPr>
              <a:t>Digital</a:t>
            </a:r>
            <a:endParaRPr b="1" i="0" sz="1131" u="none" cap="none" strike="noStrike">
              <a:solidFill>
                <a:srgbClr val="133446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6"/>
          <p:cNvSpPr txBox="1"/>
          <p:nvPr/>
        </p:nvSpPr>
        <p:spPr>
          <a:xfrm>
            <a:off x="740400" y="195325"/>
            <a:ext cx="4888500" cy="280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s" sz="2000" u="none" cap="none" strike="noStrike">
                <a:solidFill>
                  <a:srgbClr val="123546"/>
                </a:solidFill>
                <a:latin typeface="Archivo ExtraBold"/>
                <a:ea typeface="Archivo ExtraBold"/>
                <a:cs typeface="Archivo ExtraBold"/>
                <a:sym typeface="Archivo ExtraBold"/>
              </a:rPr>
              <a:t>{{et_nombre}} ({{et_fecha}})</a:t>
            </a:r>
            <a:endParaRPr b="0" i="0" sz="2000" u="none" cap="none" strike="noStrike">
              <a:solidFill>
                <a:srgbClr val="123546"/>
              </a:solidFill>
              <a:latin typeface="Archivo ExtraBold"/>
              <a:ea typeface="Archivo ExtraBold"/>
              <a:cs typeface="Archivo ExtraBold"/>
              <a:sym typeface="Archivo ExtraBold"/>
            </a:endParaRPr>
          </a:p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" sz="1600" u="none" cap="none" strike="noStrike">
                <a:solidFill>
                  <a:srgbClr val="123546"/>
                </a:solidFill>
                <a:latin typeface="Archivo"/>
                <a:ea typeface="Archivo"/>
                <a:cs typeface="Archivo"/>
                <a:sym typeface="Archivo"/>
              </a:rPr>
              <a:t>Iceberg</a:t>
            </a:r>
            <a:endParaRPr b="0" i="0" sz="1600" u="none" cap="none" strike="noStrike">
              <a:solidFill>
                <a:srgbClr val="123546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123546"/>
              </a:solidFill>
              <a:latin typeface="Archivo ExtraBold"/>
              <a:ea typeface="Archivo ExtraBold"/>
              <a:cs typeface="Archivo ExtraBold"/>
              <a:sym typeface="Archivo ExtraBold"/>
            </a:endParaRPr>
          </a:p>
        </p:txBody>
      </p:sp>
      <p:sp>
        <p:nvSpPr>
          <p:cNvPr id="261" name="Google Shape;261;p26"/>
          <p:cNvSpPr/>
          <p:nvPr/>
        </p:nvSpPr>
        <p:spPr>
          <a:xfrm>
            <a:off x="274775" y="176254"/>
            <a:ext cx="366900" cy="366900"/>
          </a:xfrm>
          <a:prstGeom prst="ellipse">
            <a:avLst/>
          </a:prstGeom>
          <a:solidFill>
            <a:srgbClr val="1235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62" name="Google Shape;262;p26"/>
          <p:cNvGrpSpPr/>
          <p:nvPr/>
        </p:nvGrpSpPr>
        <p:grpSpPr>
          <a:xfrm>
            <a:off x="376133" y="253929"/>
            <a:ext cx="190480" cy="211556"/>
            <a:chOff x="2169088" y="811743"/>
            <a:chExt cx="3848087" cy="4273857"/>
          </a:xfrm>
        </p:grpSpPr>
        <p:sp>
          <p:nvSpPr>
            <p:cNvPr id="263" name="Google Shape;263;p26"/>
            <p:cNvSpPr/>
            <p:nvPr/>
          </p:nvSpPr>
          <p:spPr>
            <a:xfrm>
              <a:off x="2169088" y="811743"/>
              <a:ext cx="3345825" cy="4082275"/>
            </a:xfrm>
            <a:custGeom>
              <a:rect b="b" l="l" r="r" t="t"/>
              <a:pathLst>
                <a:path extrusionOk="0" h="163291" w="133833">
                  <a:moveTo>
                    <a:pt x="91175" y="34428"/>
                  </a:moveTo>
                  <a:cubicBezTo>
                    <a:pt x="96225" y="34428"/>
                    <a:pt x="101274" y="34428"/>
                    <a:pt x="106324" y="34456"/>
                  </a:cubicBezTo>
                  <a:cubicBezTo>
                    <a:pt x="109672" y="34456"/>
                    <a:pt x="111960" y="36520"/>
                    <a:pt x="111988" y="39506"/>
                  </a:cubicBezTo>
                  <a:cubicBezTo>
                    <a:pt x="112043" y="42602"/>
                    <a:pt x="109784" y="44862"/>
                    <a:pt x="106380" y="44890"/>
                  </a:cubicBezTo>
                  <a:cubicBezTo>
                    <a:pt x="101330" y="44904"/>
                    <a:pt x="96273" y="44911"/>
                    <a:pt x="91217" y="44911"/>
                  </a:cubicBezTo>
                  <a:cubicBezTo>
                    <a:pt x="86160" y="44911"/>
                    <a:pt x="81103" y="44904"/>
                    <a:pt x="76054" y="44890"/>
                  </a:cubicBezTo>
                  <a:cubicBezTo>
                    <a:pt x="72622" y="44862"/>
                    <a:pt x="70362" y="42658"/>
                    <a:pt x="70390" y="39561"/>
                  </a:cubicBezTo>
                  <a:cubicBezTo>
                    <a:pt x="70418" y="36492"/>
                    <a:pt x="72706" y="34456"/>
                    <a:pt x="76165" y="34456"/>
                  </a:cubicBezTo>
                  <a:cubicBezTo>
                    <a:pt x="81159" y="34428"/>
                    <a:pt x="86181" y="34428"/>
                    <a:pt x="91175" y="34428"/>
                  </a:cubicBezTo>
                  <a:close/>
                  <a:moveTo>
                    <a:pt x="42463" y="34428"/>
                  </a:moveTo>
                  <a:cubicBezTo>
                    <a:pt x="47457" y="34428"/>
                    <a:pt x="52451" y="34428"/>
                    <a:pt x="57445" y="34456"/>
                  </a:cubicBezTo>
                  <a:cubicBezTo>
                    <a:pt x="60849" y="34456"/>
                    <a:pt x="63108" y="36437"/>
                    <a:pt x="63192" y="39422"/>
                  </a:cubicBezTo>
                  <a:cubicBezTo>
                    <a:pt x="63276" y="42547"/>
                    <a:pt x="61044" y="44862"/>
                    <a:pt x="57668" y="44862"/>
                  </a:cubicBezTo>
                  <a:cubicBezTo>
                    <a:pt x="52590" y="44904"/>
                    <a:pt x="47506" y="44918"/>
                    <a:pt x="42421" y="44918"/>
                  </a:cubicBezTo>
                  <a:cubicBezTo>
                    <a:pt x="37337" y="44918"/>
                    <a:pt x="32252" y="44904"/>
                    <a:pt x="27174" y="44890"/>
                  </a:cubicBezTo>
                  <a:cubicBezTo>
                    <a:pt x="24217" y="44862"/>
                    <a:pt x="22069" y="43077"/>
                    <a:pt x="21650" y="40510"/>
                  </a:cubicBezTo>
                  <a:cubicBezTo>
                    <a:pt x="21232" y="37999"/>
                    <a:pt x="22627" y="35544"/>
                    <a:pt x="25082" y="34735"/>
                  </a:cubicBezTo>
                  <a:cubicBezTo>
                    <a:pt x="25835" y="34512"/>
                    <a:pt x="26672" y="34456"/>
                    <a:pt x="27481" y="34456"/>
                  </a:cubicBezTo>
                  <a:cubicBezTo>
                    <a:pt x="32475" y="34428"/>
                    <a:pt x="37469" y="34428"/>
                    <a:pt x="42463" y="34428"/>
                  </a:cubicBezTo>
                  <a:close/>
                  <a:moveTo>
                    <a:pt x="42425" y="55366"/>
                  </a:moveTo>
                  <a:cubicBezTo>
                    <a:pt x="47715" y="55366"/>
                    <a:pt x="53009" y="55380"/>
                    <a:pt x="58310" y="55408"/>
                  </a:cubicBezTo>
                  <a:cubicBezTo>
                    <a:pt x="60876" y="55408"/>
                    <a:pt x="62941" y="57473"/>
                    <a:pt x="63164" y="59984"/>
                  </a:cubicBezTo>
                  <a:cubicBezTo>
                    <a:pt x="63415" y="62662"/>
                    <a:pt x="61825" y="64977"/>
                    <a:pt x="59258" y="65591"/>
                  </a:cubicBezTo>
                  <a:cubicBezTo>
                    <a:pt x="58477" y="65759"/>
                    <a:pt x="57640" y="65814"/>
                    <a:pt x="56831" y="65814"/>
                  </a:cubicBezTo>
                  <a:cubicBezTo>
                    <a:pt x="55222" y="65824"/>
                    <a:pt x="53613" y="65827"/>
                    <a:pt x="52005" y="65827"/>
                  </a:cubicBezTo>
                  <a:cubicBezTo>
                    <a:pt x="48787" y="65827"/>
                    <a:pt x="45569" y="65814"/>
                    <a:pt x="42351" y="65814"/>
                  </a:cubicBezTo>
                  <a:cubicBezTo>
                    <a:pt x="39152" y="65814"/>
                    <a:pt x="35941" y="65827"/>
                    <a:pt x="32725" y="65827"/>
                  </a:cubicBezTo>
                  <a:cubicBezTo>
                    <a:pt x="31117" y="65827"/>
                    <a:pt x="29509" y="65824"/>
                    <a:pt x="27900" y="65814"/>
                  </a:cubicBezTo>
                  <a:cubicBezTo>
                    <a:pt x="27146" y="65814"/>
                    <a:pt x="26365" y="65759"/>
                    <a:pt x="25640" y="65619"/>
                  </a:cubicBezTo>
                  <a:cubicBezTo>
                    <a:pt x="23045" y="65033"/>
                    <a:pt x="21399" y="62773"/>
                    <a:pt x="21595" y="60095"/>
                  </a:cubicBezTo>
                  <a:cubicBezTo>
                    <a:pt x="21790" y="57528"/>
                    <a:pt x="23882" y="55408"/>
                    <a:pt x="26561" y="55408"/>
                  </a:cubicBezTo>
                  <a:cubicBezTo>
                    <a:pt x="31847" y="55380"/>
                    <a:pt x="37134" y="55366"/>
                    <a:pt x="42425" y="55366"/>
                  </a:cubicBezTo>
                  <a:close/>
                  <a:moveTo>
                    <a:pt x="106268" y="55352"/>
                  </a:moveTo>
                  <a:cubicBezTo>
                    <a:pt x="109644" y="55380"/>
                    <a:pt x="111904" y="57389"/>
                    <a:pt x="111988" y="60374"/>
                  </a:cubicBezTo>
                  <a:cubicBezTo>
                    <a:pt x="112071" y="63471"/>
                    <a:pt x="109811" y="65787"/>
                    <a:pt x="106436" y="65787"/>
                  </a:cubicBezTo>
                  <a:cubicBezTo>
                    <a:pt x="101358" y="65814"/>
                    <a:pt x="96273" y="65828"/>
                    <a:pt x="91189" y="65828"/>
                  </a:cubicBezTo>
                  <a:cubicBezTo>
                    <a:pt x="86104" y="65828"/>
                    <a:pt x="81020" y="65814"/>
                    <a:pt x="75942" y="65787"/>
                  </a:cubicBezTo>
                  <a:cubicBezTo>
                    <a:pt x="72566" y="65787"/>
                    <a:pt x="70306" y="63471"/>
                    <a:pt x="70390" y="60374"/>
                  </a:cubicBezTo>
                  <a:cubicBezTo>
                    <a:pt x="70474" y="57389"/>
                    <a:pt x="72734" y="55380"/>
                    <a:pt x="76109" y="55380"/>
                  </a:cubicBezTo>
                  <a:cubicBezTo>
                    <a:pt x="81159" y="55352"/>
                    <a:pt x="86237" y="55352"/>
                    <a:pt x="91286" y="55352"/>
                  </a:cubicBezTo>
                  <a:close/>
                  <a:moveTo>
                    <a:pt x="42379" y="76277"/>
                  </a:moveTo>
                  <a:cubicBezTo>
                    <a:pt x="47457" y="76277"/>
                    <a:pt x="52507" y="76277"/>
                    <a:pt x="57556" y="76304"/>
                  </a:cubicBezTo>
                  <a:cubicBezTo>
                    <a:pt x="60904" y="76304"/>
                    <a:pt x="63164" y="78369"/>
                    <a:pt x="63192" y="81382"/>
                  </a:cubicBezTo>
                  <a:cubicBezTo>
                    <a:pt x="63248" y="84479"/>
                    <a:pt x="60960" y="86711"/>
                    <a:pt x="57584" y="86739"/>
                  </a:cubicBezTo>
                  <a:cubicBezTo>
                    <a:pt x="52521" y="86753"/>
                    <a:pt x="47464" y="86760"/>
                    <a:pt x="42407" y="86760"/>
                  </a:cubicBezTo>
                  <a:cubicBezTo>
                    <a:pt x="37351" y="86760"/>
                    <a:pt x="32294" y="86753"/>
                    <a:pt x="27230" y="86739"/>
                  </a:cubicBezTo>
                  <a:cubicBezTo>
                    <a:pt x="24273" y="86739"/>
                    <a:pt x="22097" y="84981"/>
                    <a:pt x="21650" y="82442"/>
                  </a:cubicBezTo>
                  <a:cubicBezTo>
                    <a:pt x="21204" y="79931"/>
                    <a:pt x="22571" y="77448"/>
                    <a:pt x="24998" y="76639"/>
                  </a:cubicBezTo>
                  <a:cubicBezTo>
                    <a:pt x="25752" y="76360"/>
                    <a:pt x="26588" y="76304"/>
                    <a:pt x="27398" y="76304"/>
                  </a:cubicBezTo>
                  <a:cubicBezTo>
                    <a:pt x="32392" y="76277"/>
                    <a:pt x="37385" y="76277"/>
                    <a:pt x="42379" y="76277"/>
                  </a:cubicBezTo>
                  <a:close/>
                  <a:moveTo>
                    <a:pt x="83140" y="76277"/>
                  </a:moveTo>
                  <a:cubicBezTo>
                    <a:pt x="83696" y="76283"/>
                    <a:pt x="84251" y="76285"/>
                    <a:pt x="84805" y="76285"/>
                  </a:cubicBezTo>
                  <a:cubicBezTo>
                    <a:pt x="85792" y="76285"/>
                    <a:pt x="86776" y="76278"/>
                    <a:pt x="87758" y="76278"/>
                  </a:cubicBezTo>
                  <a:cubicBezTo>
                    <a:pt x="88656" y="76278"/>
                    <a:pt x="89553" y="76284"/>
                    <a:pt x="90449" y="76304"/>
                  </a:cubicBezTo>
                  <a:cubicBezTo>
                    <a:pt x="93518" y="76332"/>
                    <a:pt x="95750" y="78425"/>
                    <a:pt x="95862" y="81298"/>
                  </a:cubicBezTo>
                  <a:cubicBezTo>
                    <a:pt x="95974" y="84088"/>
                    <a:pt x="93825" y="86599"/>
                    <a:pt x="90812" y="86683"/>
                  </a:cubicBezTo>
                  <a:cubicBezTo>
                    <a:pt x="88259" y="86753"/>
                    <a:pt x="85707" y="86788"/>
                    <a:pt x="83154" y="86788"/>
                  </a:cubicBezTo>
                  <a:cubicBezTo>
                    <a:pt x="80601" y="86788"/>
                    <a:pt x="78048" y="86753"/>
                    <a:pt x="75496" y="86683"/>
                  </a:cubicBezTo>
                  <a:cubicBezTo>
                    <a:pt x="72371" y="86599"/>
                    <a:pt x="70278" y="84200"/>
                    <a:pt x="70390" y="81215"/>
                  </a:cubicBezTo>
                  <a:cubicBezTo>
                    <a:pt x="70530" y="78369"/>
                    <a:pt x="72734" y="76332"/>
                    <a:pt x="75830" y="76304"/>
                  </a:cubicBezTo>
                  <a:cubicBezTo>
                    <a:pt x="78285" y="76277"/>
                    <a:pt x="80713" y="76277"/>
                    <a:pt x="83140" y="76277"/>
                  </a:cubicBezTo>
                  <a:close/>
                  <a:moveTo>
                    <a:pt x="42491" y="97201"/>
                  </a:moveTo>
                  <a:cubicBezTo>
                    <a:pt x="47485" y="97201"/>
                    <a:pt x="52479" y="97201"/>
                    <a:pt x="57473" y="97229"/>
                  </a:cubicBezTo>
                  <a:cubicBezTo>
                    <a:pt x="60932" y="97229"/>
                    <a:pt x="63192" y="99321"/>
                    <a:pt x="63192" y="102418"/>
                  </a:cubicBezTo>
                  <a:cubicBezTo>
                    <a:pt x="63192" y="105487"/>
                    <a:pt x="60904" y="107663"/>
                    <a:pt x="57473" y="107663"/>
                  </a:cubicBezTo>
                  <a:cubicBezTo>
                    <a:pt x="52451" y="107677"/>
                    <a:pt x="47422" y="107684"/>
                    <a:pt x="42393" y="107684"/>
                  </a:cubicBezTo>
                  <a:cubicBezTo>
                    <a:pt x="37365" y="107684"/>
                    <a:pt x="32336" y="107677"/>
                    <a:pt x="27314" y="107663"/>
                  </a:cubicBezTo>
                  <a:cubicBezTo>
                    <a:pt x="23882" y="107635"/>
                    <a:pt x="21595" y="105459"/>
                    <a:pt x="21595" y="102418"/>
                  </a:cubicBezTo>
                  <a:cubicBezTo>
                    <a:pt x="21595" y="99321"/>
                    <a:pt x="23882" y="97229"/>
                    <a:pt x="27314" y="97229"/>
                  </a:cubicBezTo>
                  <a:cubicBezTo>
                    <a:pt x="32364" y="97201"/>
                    <a:pt x="37413" y="97201"/>
                    <a:pt x="42491" y="97201"/>
                  </a:cubicBezTo>
                  <a:close/>
                  <a:moveTo>
                    <a:pt x="32503" y="118476"/>
                  </a:moveTo>
                  <a:cubicBezTo>
                    <a:pt x="35795" y="118476"/>
                    <a:pt x="39087" y="118488"/>
                    <a:pt x="42379" y="118488"/>
                  </a:cubicBezTo>
                  <a:lnTo>
                    <a:pt x="57389" y="118488"/>
                  </a:lnTo>
                  <a:cubicBezTo>
                    <a:pt x="60876" y="118488"/>
                    <a:pt x="63164" y="120525"/>
                    <a:pt x="63192" y="123593"/>
                  </a:cubicBezTo>
                  <a:cubicBezTo>
                    <a:pt x="63248" y="126746"/>
                    <a:pt x="60932" y="128922"/>
                    <a:pt x="57389" y="128950"/>
                  </a:cubicBezTo>
                  <a:cubicBezTo>
                    <a:pt x="52367" y="128950"/>
                    <a:pt x="47338" y="128957"/>
                    <a:pt x="42310" y="128957"/>
                  </a:cubicBezTo>
                  <a:cubicBezTo>
                    <a:pt x="37281" y="128957"/>
                    <a:pt x="32252" y="128950"/>
                    <a:pt x="27230" y="128922"/>
                  </a:cubicBezTo>
                  <a:cubicBezTo>
                    <a:pt x="24273" y="128922"/>
                    <a:pt x="22097" y="127192"/>
                    <a:pt x="21650" y="124654"/>
                  </a:cubicBezTo>
                  <a:cubicBezTo>
                    <a:pt x="21204" y="122115"/>
                    <a:pt x="22571" y="119660"/>
                    <a:pt x="24998" y="118823"/>
                  </a:cubicBezTo>
                  <a:cubicBezTo>
                    <a:pt x="25807" y="118572"/>
                    <a:pt x="26700" y="118516"/>
                    <a:pt x="27565" y="118488"/>
                  </a:cubicBezTo>
                  <a:cubicBezTo>
                    <a:pt x="29211" y="118479"/>
                    <a:pt x="30857" y="118476"/>
                    <a:pt x="32503" y="118476"/>
                  </a:cubicBezTo>
                  <a:close/>
                  <a:moveTo>
                    <a:pt x="18498" y="0"/>
                  </a:moveTo>
                  <a:cubicBezTo>
                    <a:pt x="14871" y="837"/>
                    <a:pt x="11356" y="1953"/>
                    <a:pt x="8370" y="4325"/>
                  </a:cubicBezTo>
                  <a:cubicBezTo>
                    <a:pt x="3042" y="8538"/>
                    <a:pt x="56" y="14034"/>
                    <a:pt x="56" y="20841"/>
                  </a:cubicBezTo>
                  <a:cubicBezTo>
                    <a:pt x="1" y="61378"/>
                    <a:pt x="1" y="101944"/>
                    <a:pt x="29" y="142509"/>
                  </a:cubicBezTo>
                  <a:cubicBezTo>
                    <a:pt x="56" y="153669"/>
                    <a:pt x="9235" y="163154"/>
                    <a:pt x="20339" y="163210"/>
                  </a:cubicBezTo>
                  <a:cubicBezTo>
                    <a:pt x="29558" y="163274"/>
                    <a:pt x="38778" y="163291"/>
                    <a:pt x="47997" y="163291"/>
                  </a:cubicBezTo>
                  <a:cubicBezTo>
                    <a:pt x="59060" y="163291"/>
                    <a:pt x="70124" y="163266"/>
                    <a:pt x="81187" y="163266"/>
                  </a:cubicBezTo>
                  <a:cubicBezTo>
                    <a:pt x="81354" y="163266"/>
                    <a:pt x="81522" y="163210"/>
                    <a:pt x="81829" y="163182"/>
                  </a:cubicBezTo>
                  <a:cubicBezTo>
                    <a:pt x="71450" y="144155"/>
                    <a:pt x="70809" y="125016"/>
                    <a:pt x="82498" y="106575"/>
                  </a:cubicBezTo>
                  <a:cubicBezTo>
                    <a:pt x="93348" y="89433"/>
                    <a:pt x="109245" y="81520"/>
                    <a:pt x="128941" y="81520"/>
                  </a:cubicBezTo>
                  <a:cubicBezTo>
                    <a:pt x="130465" y="81520"/>
                    <a:pt x="132012" y="81567"/>
                    <a:pt x="133581" y="81661"/>
                  </a:cubicBezTo>
                  <a:lnTo>
                    <a:pt x="133581" y="79597"/>
                  </a:lnTo>
                  <a:cubicBezTo>
                    <a:pt x="133581" y="60597"/>
                    <a:pt x="133386" y="41598"/>
                    <a:pt x="133665" y="22599"/>
                  </a:cubicBezTo>
                  <a:cubicBezTo>
                    <a:pt x="133833" y="9933"/>
                    <a:pt x="124933" y="1423"/>
                    <a:pt x="115559" y="224"/>
                  </a:cubicBezTo>
                  <a:cubicBezTo>
                    <a:pt x="115419" y="224"/>
                    <a:pt x="115252" y="84"/>
                    <a:pt x="115112" y="0"/>
                  </a:cubicBezTo>
                  <a:close/>
                </a:path>
              </a:pathLst>
            </a:custGeom>
            <a:solidFill>
              <a:srgbClr val="8DE2D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4" name="Google Shape;264;p26"/>
            <p:cNvSpPr/>
            <p:nvPr/>
          </p:nvSpPr>
          <p:spPr>
            <a:xfrm>
              <a:off x="3700125" y="2911200"/>
              <a:ext cx="2317050" cy="2174400"/>
            </a:xfrm>
            <a:custGeom>
              <a:rect b="b" l="l" r="r" t="t"/>
              <a:pathLst>
                <a:path extrusionOk="0" h="86976" w="92682">
                  <a:moveTo>
                    <a:pt x="61246" y="27942"/>
                  </a:moveTo>
                  <a:cubicBezTo>
                    <a:pt x="62954" y="27942"/>
                    <a:pt x="64509" y="28984"/>
                    <a:pt x="65396" y="30508"/>
                  </a:cubicBezTo>
                  <a:cubicBezTo>
                    <a:pt x="66484" y="32349"/>
                    <a:pt x="66345" y="34693"/>
                    <a:pt x="64894" y="36534"/>
                  </a:cubicBezTo>
                  <a:cubicBezTo>
                    <a:pt x="61909" y="40328"/>
                    <a:pt x="58868" y="44067"/>
                    <a:pt x="55855" y="47833"/>
                  </a:cubicBezTo>
                  <a:cubicBezTo>
                    <a:pt x="53456" y="50818"/>
                    <a:pt x="51084" y="53832"/>
                    <a:pt x="48657" y="56789"/>
                  </a:cubicBezTo>
                  <a:cubicBezTo>
                    <a:pt x="47399" y="58321"/>
                    <a:pt x="45954" y="59098"/>
                    <a:pt x="44425" y="59098"/>
                  </a:cubicBezTo>
                  <a:cubicBezTo>
                    <a:pt x="43310" y="59098"/>
                    <a:pt x="42150" y="58685"/>
                    <a:pt x="40985" y="57849"/>
                  </a:cubicBezTo>
                  <a:cubicBezTo>
                    <a:pt x="36995" y="55031"/>
                    <a:pt x="33061" y="52158"/>
                    <a:pt x="29128" y="49284"/>
                  </a:cubicBezTo>
                  <a:cubicBezTo>
                    <a:pt x="26561" y="47359"/>
                    <a:pt x="26003" y="44151"/>
                    <a:pt x="27760" y="41751"/>
                  </a:cubicBezTo>
                  <a:cubicBezTo>
                    <a:pt x="28774" y="40394"/>
                    <a:pt x="30277" y="39679"/>
                    <a:pt x="31864" y="39679"/>
                  </a:cubicBezTo>
                  <a:cubicBezTo>
                    <a:pt x="32984" y="39679"/>
                    <a:pt x="34147" y="40036"/>
                    <a:pt x="35210" y="40775"/>
                  </a:cubicBezTo>
                  <a:cubicBezTo>
                    <a:pt x="37916" y="42672"/>
                    <a:pt x="40566" y="44653"/>
                    <a:pt x="43384" y="46661"/>
                  </a:cubicBezTo>
                  <a:cubicBezTo>
                    <a:pt x="47848" y="41110"/>
                    <a:pt x="52116" y="35669"/>
                    <a:pt x="56552" y="30368"/>
                  </a:cubicBezTo>
                  <a:cubicBezTo>
                    <a:pt x="57417" y="29336"/>
                    <a:pt x="58784" y="28471"/>
                    <a:pt x="60068" y="28109"/>
                  </a:cubicBezTo>
                  <a:cubicBezTo>
                    <a:pt x="60464" y="27995"/>
                    <a:pt x="60859" y="27942"/>
                    <a:pt x="61246" y="27942"/>
                  </a:cubicBezTo>
                  <a:close/>
                  <a:moveTo>
                    <a:pt x="46519" y="1"/>
                  </a:moveTo>
                  <a:cubicBezTo>
                    <a:pt x="43400" y="1"/>
                    <a:pt x="40238" y="348"/>
                    <a:pt x="37079" y="1074"/>
                  </a:cubicBezTo>
                  <a:cubicBezTo>
                    <a:pt x="14508" y="6264"/>
                    <a:pt x="1" y="27104"/>
                    <a:pt x="3600" y="50149"/>
                  </a:cubicBezTo>
                  <a:cubicBezTo>
                    <a:pt x="6250" y="67111"/>
                    <a:pt x="16210" y="78634"/>
                    <a:pt x="32336" y="84548"/>
                  </a:cubicBezTo>
                  <a:cubicBezTo>
                    <a:pt x="35628" y="85748"/>
                    <a:pt x="39199" y="86194"/>
                    <a:pt x="42631" y="86976"/>
                  </a:cubicBezTo>
                  <a:lnTo>
                    <a:pt x="50275" y="86976"/>
                  </a:lnTo>
                  <a:cubicBezTo>
                    <a:pt x="51084" y="86836"/>
                    <a:pt x="51865" y="86669"/>
                    <a:pt x="52646" y="86557"/>
                  </a:cubicBezTo>
                  <a:cubicBezTo>
                    <a:pt x="76500" y="82958"/>
                    <a:pt x="92682" y="61225"/>
                    <a:pt x="89417" y="37259"/>
                  </a:cubicBezTo>
                  <a:cubicBezTo>
                    <a:pt x="86455" y="15671"/>
                    <a:pt x="67470" y="1"/>
                    <a:pt x="46519" y="1"/>
                  </a:cubicBezTo>
                  <a:close/>
                </a:path>
              </a:pathLst>
            </a:custGeom>
            <a:solidFill>
              <a:srgbClr val="8DE2D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65" name="Google Shape;265;p26"/>
          <p:cNvGrpSpPr/>
          <p:nvPr/>
        </p:nvGrpSpPr>
        <p:grpSpPr>
          <a:xfrm>
            <a:off x="453636" y="870964"/>
            <a:ext cx="1933424" cy="3436679"/>
            <a:chOff x="500000" y="241213"/>
            <a:chExt cx="2676761" cy="4757966"/>
          </a:xfrm>
        </p:grpSpPr>
        <p:sp>
          <p:nvSpPr>
            <p:cNvPr id="266" name="Google Shape;266;p26"/>
            <p:cNvSpPr/>
            <p:nvPr/>
          </p:nvSpPr>
          <p:spPr>
            <a:xfrm>
              <a:off x="500000" y="2199076"/>
              <a:ext cx="2676761" cy="2800103"/>
            </a:xfrm>
            <a:custGeom>
              <a:rect b="b" l="l" r="r" t="t"/>
              <a:pathLst>
                <a:path extrusionOk="0" h="85382" w="81621">
                  <a:moveTo>
                    <a:pt x="1" y="0"/>
                  </a:moveTo>
                  <a:lnTo>
                    <a:pt x="4090" y="9978"/>
                  </a:lnTo>
                  <a:lnTo>
                    <a:pt x="3599" y="21754"/>
                  </a:lnTo>
                  <a:lnTo>
                    <a:pt x="3599" y="31405"/>
                  </a:lnTo>
                  <a:lnTo>
                    <a:pt x="15540" y="46453"/>
                  </a:lnTo>
                  <a:lnTo>
                    <a:pt x="26826" y="63136"/>
                  </a:lnTo>
                  <a:lnTo>
                    <a:pt x="32551" y="77530"/>
                  </a:lnTo>
                  <a:lnTo>
                    <a:pt x="43837" y="79820"/>
                  </a:lnTo>
                  <a:lnTo>
                    <a:pt x="46944" y="85381"/>
                  </a:lnTo>
                  <a:lnTo>
                    <a:pt x="63955" y="49397"/>
                  </a:lnTo>
                  <a:lnTo>
                    <a:pt x="67554" y="48579"/>
                  </a:lnTo>
                  <a:lnTo>
                    <a:pt x="81620" y="9978"/>
                  </a:lnTo>
                  <a:lnTo>
                    <a:pt x="77531" y="0"/>
                  </a:lnTo>
                  <a:close/>
                </a:path>
              </a:pathLst>
            </a:custGeom>
            <a:solidFill>
              <a:srgbClr val="01397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7" name="Google Shape;267;p26"/>
            <p:cNvSpPr/>
            <p:nvPr/>
          </p:nvSpPr>
          <p:spPr>
            <a:xfrm>
              <a:off x="2221846" y="2199076"/>
              <a:ext cx="954859" cy="327229"/>
            </a:xfrm>
            <a:custGeom>
              <a:rect b="b" l="l" r="r" t="t"/>
              <a:pathLst>
                <a:path extrusionOk="0" h="9978" w="29116">
                  <a:moveTo>
                    <a:pt x="1" y="0"/>
                  </a:moveTo>
                  <a:lnTo>
                    <a:pt x="9651" y="9814"/>
                  </a:lnTo>
                  <a:lnTo>
                    <a:pt x="29115" y="9978"/>
                  </a:lnTo>
                  <a:lnTo>
                    <a:pt x="25026" y="0"/>
                  </a:lnTo>
                  <a:close/>
                </a:path>
              </a:pathLst>
            </a:custGeom>
            <a:solidFill>
              <a:srgbClr val="0A588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8" name="Google Shape;268;p26"/>
            <p:cNvSpPr/>
            <p:nvPr/>
          </p:nvSpPr>
          <p:spPr>
            <a:xfrm>
              <a:off x="618025" y="2199076"/>
              <a:ext cx="262885" cy="713455"/>
            </a:xfrm>
            <a:custGeom>
              <a:rect b="b" l="l" r="r" t="t"/>
              <a:pathLst>
                <a:path extrusionOk="0" h="21755" w="8016">
                  <a:moveTo>
                    <a:pt x="8015" y="0"/>
                  </a:moveTo>
                  <a:lnTo>
                    <a:pt x="491" y="9978"/>
                  </a:lnTo>
                  <a:lnTo>
                    <a:pt x="0" y="21754"/>
                  </a:lnTo>
                  <a:lnTo>
                    <a:pt x="0" y="21754"/>
                  </a:lnTo>
                  <a:lnTo>
                    <a:pt x="8015" y="0"/>
                  </a:lnTo>
                  <a:close/>
                </a:path>
              </a:pathLst>
            </a:custGeom>
            <a:solidFill>
              <a:srgbClr val="156F9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9" name="Google Shape;269;p26"/>
            <p:cNvSpPr/>
            <p:nvPr/>
          </p:nvSpPr>
          <p:spPr>
            <a:xfrm>
              <a:off x="2538341" y="2520916"/>
              <a:ext cx="638355" cy="1271331"/>
            </a:xfrm>
            <a:custGeom>
              <a:rect b="b" l="l" r="r" t="t"/>
              <a:pathLst>
                <a:path extrusionOk="0" h="38766" w="19465">
                  <a:moveTo>
                    <a:pt x="0" y="0"/>
                  </a:moveTo>
                  <a:lnTo>
                    <a:pt x="5398" y="38765"/>
                  </a:lnTo>
                  <a:lnTo>
                    <a:pt x="19464" y="16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56F9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0" name="Google Shape;270;p26"/>
            <p:cNvSpPr/>
            <p:nvPr/>
          </p:nvSpPr>
          <p:spPr>
            <a:xfrm>
              <a:off x="2538341" y="2520916"/>
              <a:ext cx="177027" cy="1298124"/>
            </a:xfrm>
            <a:custGeom>
              <a:rect b="b" l="l" r="r" t="t"/>
              <a:pathLst>
                <a:path extrusionOk="0" h="39583" w="5398">
                  <a:moveTo>
                    <a:pt x="0" y="0"/>
                  </a:moveTo>
                  <a:lnTo>
                    <a:pt x="1799" y="39583"/>
                  </a:lnTo>
                  <a:lnTo>
                    <a:pt x="5398" y="3876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1397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1" name="Google Shape;271;p26"/>
            <p:cNvSpPr/>
            <p:nvPr/>
          </p:nvSpPr>
          <p:spPr>
            <a:xfrm>
              <a:off x="2039479" y="2520916"/>
              <a:ext cx="557909" cy="2478253"/>
            </a:xfrm>
            <a:custGeom>
              <a:rect b="b" l="l" r="r" t="t"/>
              <a:pathLst>
                <a:path extrusionOk="0" h="75568" w="17012">
                  <a:moveTo>
                    <a:pt x="15212" y="0"/>
                  </a:moveTo>
                  <a:lnTo>
                    <a:pt x="7688" y="24044"/>
                  </a:lnTo>
                  <a:lnTo>
                    <a:pt x="7688" y="44490"/>
                  </a:lnTo>
                  <a:lnTo>
                    <a:pt x="0" y="75567"/>
                  </a:lnTo>
                  <a:lnTo>
                    <a:pt x="17011" y="39583"/>
                  </a:lnTo>
                  <a:lnTo>
                    <a:pt x="15212" y="0"/>
                  </a:lnTo>
                  <a:close/>
                </a:path>
              </a:pathLst>
            </a:custGeom>
            <a:solidFill>
              <a:srgbClr val="0A588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2" name="Google Shape;272;p26"/>
            <p:cNvSpPr/>
            <p:nvPr/>
          </p:nvSpPr>
          <p:spPr>
            <a:xfrm>
              <a:off x="1937556" y="3979885"/>
              <a:ext cx="354088" cy="1019236"/>
            </a:xfrm>
            <a:custGeom>
              <a:rect b="b" l="l" r="r" t="t"/>
              <a:pathLst>
                <a:path extrusionOk="0" h="31079" w="10797">
                  <a:moveTo>
                    <a:pt x="1" y="1"/>
                  </a:moveTo>
                  <a:lnTo>
                    <a:pt x="1" y="25517"/>
                  </a:lnTo>
                  <a:lnTo>
                    <a:pt x="3108" y="31078"/>
                  </a:lnTo>
                  <a:lnTo>
                    <a:pt x="10796" y="1"/>
                  </a:lnTo>
                  <a:close/>
                </a:path>
              </a:pathLst>
            </a:custGeom>
            <a:solidFill>
              <a:srgbClr val="3898B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3" name="Google Shape;273;p26"/>
            <p:cNvSpPr/>
            <p:nvPr/>
          </p:nvSpPr>
          <p:spPr>
            <a:xfrm>
              <a:off x="1835632" y="3309413"/>
              <a:ext cx="456014" cy="670527"/>
            </a:xfrm>
            <a:custGeom>
              <a:rect b="b" l="l" r="r" t="t"/>
              <a:pathLst>
                <a:path extrusionOk="0" h="20446" w="13905">
                  <a:moveTo>
                    <a:pt x="1" y="0"/>
                  </a:moveTo>
                  <a:lnTo>
                    <a:pt x="3109" y="20446"/>
                  </a:lnTo>
                  <a:lnTo>
                    <a:pt x="13904" y="20446"/>
                  </a:lnTo>
                  <a:lnTo>
                    <a:pt x="13904" y="0"/>
                  </a:lnTo>
                  <a:close/>
                </a:path>
              </a:pathLst>
            </a:custGeom>
            <a:solidFill>
              <a:srgbClr val="156F9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4" name="Google Shape;274;p26"/>
            <p:cNvSpPr/>
            <p:nvPr/>
          </p:nvSpPr>
          <p:spPr>
            <a:xfrm>
              <a:off x="1835632" y="2520916"/>
              <a:ext cx="702764" cy="788556"/>
            </a:xfrm>
            <a:custGeom>
              <a:rect b="b" l="l" r="r" t="t"/>
              <a:pathLst>
                <a:path extrusionOk="0" h="24045" w="21429">
                  <a:moveTo>
                    <a:pt x="12923" y="0"/>
                  </a:moveTo>
                  <a:lnTo>
                    <a:pt x="1" y="24044"/>
                  </a:lnTo>
                  <a:lnTo>
                    <a:pt x="13904" y="24044"/>
                  </a:lnTo>
                  <a:lnTo>
                    <a:pt x="21428" y="0"/>
                  </a:lnTo>
                  <a:close/>
                </a:path>
              </a:pathLst>
            </a:custGeom>
            <a:solidFill>
              <a:srgbClr val="3898B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5" name="Google Shape;275;p26"/>
            <p:cNvSpPr/>
            <p:nvPr/>
          </p:nvSpPr>
          <p:spPr>
            <a:xfrm>
              <a:off x="1835632" y="2199076"/>
              <a:ext cx="702764" cy="321883"/>
            </a:xfrm>
            <a:custGeom>
              <a:rect b="b" l="l" r="r" t="t"/>
              <a:pathLst>
                <a:path extrusionOk="0" h="9815" w="21429">
                  <a:moveTo>
                    <a:pt x="1" y="0"/>
                  </a:moveTo>
                  <a:lnTo>
                    <a:pt x="12923" y="9814"/>
                  </a:lnTo>
                  <a:lnTo>
                    <a:pt x="21428" y="9814"/>
                  </a:lnTo>
                  <a:lnTo>
                    <a:pt x="11778" y="0"/>
                  </a:lnTo>
                  <a:close/>
                </a:path>
              </a:pathLst>
            </a:custGeom>
            <a:solidFill>
              <a:srgbClr val="01397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6" name="Google Shape;276;p26"/>
            <p:cNvSpPr/>
            <p:nvPr/>
          </p:nvSpPr>
          <p:spPr>
            <a:xfrm>
              <a:off x="880869" y="2199076"/>
              <a:ext cx="954826" cy="396951"/>
            </a:xfrm>
            <a:custGeom>
              <a:rect b="b" l="l" r="r" t="t"/>
              <a:pathLst>
                <a:path extrusionOk="0" h="12104" w="29115">
                  <a:moveTo>
                    <a:pt x="0" y="0"/>
                  </a:moveTo>
                  <a:lnTo>
                    <a:pt x="11941" y="12104"/>
                  </a:lnTo>
                  <a:lnTo>
                    <a:pt x="29115" y="12104"/>
                  </a:lnTo>
                  <a:lnTo>
                    <a:pt x="29115" y="0"/>
                  </a:lnTo>
                  <a:close/>
                </a:path>
              </a:pathLst>
            </a:custGeom>
            <a:solidFill>
              <a:srgbClr val="3898B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7" name="Google Shape;277;p26"/>
            <p:cNvSpPr/>
            <p:nvPr/>
          </p:nvSpPr>
          <p:spPr>
            <a:xfrm>
              <a:off x="618025" y="2199076"/>
              <a:ext cx="654457" cy="713455"/>
            </a:xfrm>
            <a:custGeom>
              <a:rect b="b" l="l" r="r" t="t"/>
              <a:pathLst>
                <a:path extrusionOk="0" h="21755" w="19956">
                  <a:moveTo>
                    <a:pt x="8015" y="0"/>
                  </a:moveTo>
                  <a:lnTo>
                    <a:pt x="0" y="21754"/>
                  </a:lnTo>
                  <a:lnTo>
                    <a:pt x="19956" y="12104"/>
                  </a:lnTo>
                  <a:lnTo>
                    <a:pt x="8015" y="0"/>
                  </a:lnTo>
                  <a:close/>
                </a:path>
              </a:pathLst>
            </a:custGeom>
            <a:solidFill>
              <a:srgbClr val="0A588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8" name="Google Shape;278;p26"/>
            <p:cNvSpPr/>
            <p:nvPr/>
          </p:nvSpPr>
          <p:spPr>
            <a:xfrm>
              <a:off x="1272429" y="2595981"/>
              <a:ext cx="563254" cy="713488"/>
            </a:xfrm>
            <a:custGeom>
              <a:rect b="b" l="l" r="r" t="t"/>
              <a:pathLst>
                <a:path extrusionOk="0" h="21756" w="17175">
                  <a:moveTo>
                    <a:pt x="1" y="1"/>
                  </a:moveTo>
                  <a:lnTo>
                    <a:pt x="17175" y="21755"/>
                  </a:lnTo>
                  <a:lnTo>
                    <a:pt x="17175" y="1"/>
                  </a:lnTo>
                  <a:close/>
                </a:path>
              </a:pathLst>
            </a:custGeom>
            <a:solidFill>
              <a:srgbClr val="0A588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9" name="Google Shape;279;p26"/>
            <p:cNvSpPr/>
            <p:nvPr/>
          </p:nvSpPr>
          <p:spPr>
            <a:xfrm>
              <a:off x="1379698" y="3979885"/>
              <a:ext cx="557909" cy="836863"/>
            </a:xfrm>
            <a:custGeom>
              <a:rect b="b" l="l" r="r" t="t"/>
              <a:pathLst>
                <a:path extrusionOk="0" h="25518" w="17012">
                  <a:moveTo>
                    <a:pt x="17012" y="1"/>
                  </a:moveTo>
                  <a:lnTo>
                    <a:pt x="1" y="8833"/>
                  </a:lnTo>
                  <a:lnTo>
                    <a:pt x="17012" y="25517"/>
                  </a:lnTo>
                  <a:lnTo>
                    <a:pt x="17012" y="1"/>
                  </a:lnTo>
                  <a:close/>
                </a:path>
              </a:pathLst>
            </a:custGeom>
            <a:solidFill>
              <a:srgbClr val="0A588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0" name="Google Shape;280;p26"/>
            <p:cNvSpPr/>
            <p:nvPr/>
          </p:nvSpPr>
          <p:spPr>
            <a:xfrm>
              <a:off x="1379698" y="4269554"/>
              <a:ext cx="557909" cy="547185"/>
            </a:xfrm>
            <a:custGeom>
              <a:rect b="b" l="l" r="r" t="t"/>
              <a:pathLst>
                <a:path extrusionOk="0" h="16685" w="17012">
                  <a:moveTo>
                    <a:pt x="1" y="0"/>
                  </a:moveTo>
                  <a:lnTo>
                    <a:pt x="5726" y="14394"/>
                  </a:lnTo>
                  <a:lnTo>
                    <a:pt x="17012" y="1668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156F9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1" name="Google Shape;281;p26"/>
            <p:cNvSpPr/>
            <p:nvPr/>
          </p:nvSpPr>
          <p:spPr>
            <a:xfrm>
              <a:off x="1835632" y="2199076"/>
              <a:ext cx="423810" cy="1110406"/>
            </a:xfrm>
            <a:custGeom>
              <a:rect b="b" l="l" r="r" t="t"/>
              <a:pathLst>
                <a:path extrusionOk="0" h="33859" w="12923">
                  <a:moveTo>
                    <a:pt x="1" y="0"/>
                  </a:moveTo>
                  <a:lnTo>
                    <a:pt x="1" y="33858"/>
                  </a:lnTo>
                  <a:lnTo>
                    <a:pt x="12923" y="98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156F9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2" name="Google Shape;282;p26"/>
            <p:cNvSpPr/>
            <p:nvPr/>
          </p:nvSpPr>
          <p:spPr>
            <a:xfrm>
              <a:off x="1009585" y="3722420"/>
              <a:ext cx="928033" cy="547185"/>
            </a:xfrm>
            <a:custGeom>
              <a:rect b="b" l="l" r="r" t="t"/>
              <a:pathLst>
                <a:path extrusionOk="0" h="16685" w="28298">
                  <a:moveTo>
                    <a:pt x="1" y="1"/>
                  </a:moveTo>
                  <a:lnTo>
                    <a:pt x="11287" y="16684"/>
                  </a:lnTo>
                  <a:lnTo>
                    <a:pt x="28298" y="785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156F9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3" name="Google Shape;283;p26"/>
            <p:cNvSpPr/>
            <p:nvPr/>
          </p:nvSpPr>
          <p:spPr>
            <a:xfrm>
              <a:off x="618025" y="3223591"/>
              <a:ext cx="391605" cy="498878"/>
            </a:xfrm>
            <a:custGeom>
              <a:rect b="b" l="l" r="r" t="t"/>
              <a:pathLst>
                <a:path extrusionOk="0" h="15212" w="11941">
                  <a:moveTo>
                    <a:pt x="11941" y="0"/>
                  </a:moveTo>
                  <a:lnTo>
                    <a:pt x="0" y="164"/>
                  </a:lnTo>
                  <a:lnTo>
                    <a:pt x="11941" y="15212"/>
                  </a:lnTo>
                  <a:lnTo>
                    <a:pt x="11941" y="0"/>
                  </a:lnTo>
                  <a:close/>
                </a:path>
              </a:pathLst>
            </a:custGeom>
            <a:solidFill>
              <a:srgbClr val="0A588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4" name="Google Shape;284;p26"/>
            <p:cNvSpPr/>
            <p:nvPr/>
          </p:nvSpPr>
          <p:spPr>
            <a:xfrm>
              <a:off x="1009585" y="2595981"/>
              <a:ext cx="826106" cy="1126508"/>
            </a:xfrm>
            <a:custGeom>
              <a:rect b="b" l="l" r="r" t="t"/>
              <a:pathLst>
                <a:path extrusionOk="0" h="34350" w="25190">
                  <a:moveTo>
                    <a:pt x="8016" y="1"/>
                  </a:moveTo>
                  <a:lnTo>
                    <a:pt x="1" y="19138"/>
                  </a:lnTo>
                  <a:lnTo>
                    <a:pt x="1" y="34350"/>
                  </a:lnTo>
                  <a:lnTo>
                    <a:pt x="25190" y="21755"/>
                  </a:lnTo>
                  <a:lnTo>
                    <a:pt x="8016" y="1"/>
                  </a:lnTo>
                  <a:close/>
                </a:path>
              </a:pathLst>
            </a:custGeom>
            <a:solidFill>
              <a:srgbClr val="156F9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5" name="Google Shape;285;p26"/>
            <p:cNvSpPr/>
            <p:nvPr/>
          </p:nvSpPr>
          <p:spPr>
            <a:xfrm>
              <a:off x="1567443" y="4741590"/>
              <a:ext cx="472084" cy="257506"/>
            </a:xfrm>
            <a:custGeom>
              <a:rect b="b" l="l" r="r" t="t"/>
              <a:pathLst>
                <a:path extrusionOk="0" h="7852" w="14395">
                  <a:moveTo>
                    <a:pt x="1" y="0"/>
                  </a:moveTo>
                  <a:lnTo>
                    <a:pt x="14394" y="7851"/>
                  </a:lnTo>
                  <a:lnTo>
                    <a:pt x="11287" y="229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0A588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6" name="Google Shape;286;p26"/>
            <p:cNvSpPr/>
            <p:nvPr/>
          </p:nvSpPr>
          <p:spPr>
            <a:xfrm>
              <a:off x="500000" y="241213"/>
              <a:ext cx="2542662" cy="1957960"/>
            </a:xfrm>
            <a:custGeom>
              <a:rect b="b" l="l" r="r" t="t"/>
              <a:pathLst>
                <a:path extrusionOk="0" h="59703" w="77532">
                  <a:moveTo>
                    <a:pt x="40729" y="1"/>
                  </a:moveTo>
                  <a:lnTo>
                    <a:pt x="35004" y="14231"/>
                  </a:lnTo>
                  <a:lnTo>
                    <a:pt x="30261" y="15212"/>
                  </a:lnTo>
                  <a:lnTo>
                    <a:pt x="25190" y="27807"/>
                  </a:lnTo>
                  <a:lnTo>
                    <a:pt x="19629" y="27807"/>
                  </a:lnTo>
                  <a:lnTo>
                    <a:pt x="11614" y="47762"/>
                  </a:lnTo>
                  <a:lnTo>
                    <a:pt x="1" y="59702"/>
                  </a:lnTo>
                  <a:lnTo>
                    <a:pt x="77531" y="59702"/>
                  </a:lnTo>
                  <a:lnTo>
                    <a:pt x="69517" y="39747"/>
                  </a:lnTo>
                  <a:lnTo>
                    <a:pt x="65591" y="39747"/>
                  </a:lnTo>
                  <a:lnTo>
                    <a:pt x="59703" y="24863"/>
                  </a:lnTo>
                  <a:lnTo>
                    <a:pt x="50052" y="22900"/>
                  </a:lnTo>
                  <a:lnTo>
                    <a:pt x="40729" y="1"/>
                  </a:lnTo>
                  <a:close/>
                </a:path>
              </a:pathLst>
            </a:custGeom>
            <a:solidFill>
              <a:srgbClr val="E8EFF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7" name="Google Shape;287;p26"/>
            <p:cNvSpPr/>
            <p:nvPr/>
          </p:nvSpPr>
          <p:spPr>
            <a:xfrm>
              <a:off x="1647919" y="241213"/>
              <a:ext cx="187751" cy="911931"/>
            </a:xfrm>
            <a:custGeom>
              <a:rect b="b" l="l" r="r" t="t"/>
              <a:pathLst>
                <a:path extrusionOk="0" h="27807" w="5725">
                  <a:moveTo>
                    <a:pt x="5725" y="1"/>
                  </a:moveTo>
                  <a:lnTo>
                    <a:pt x="0" y="14231"/>
                  </a:lnTo>
                  <a:lnTo>
                    <a:pt x="0" y="21918"/>
                  </a:lnTo>
                  <a:lnTo>
                    <a:pt x="5725" y="27807"/>
                  </a:lnTo>
                  <a:lnTo>
                    <a:pt x="5725" y="1"/>
                  </a:lnTo>
                  <a:close/>
                </a:path>
              </a:pathLst>
            </a:custGeom>
            <a:solidFill>
              <a:srgbClr val="78C8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8" name="Google Shape;288;p26"/>
            <p:cNvSpPr/>
            <p:nvPr/>
          </p:nvSpPr>
          <p:spPr>
            <a:xfrm>
              <a:off x="1492345" y="707870"/>
              <a:ext cx="155612" cy="252161"/>
            </a:xfrm>
            <a:custGeom>
              <a:rect b="b" l="l" r="r" t="t"/>
              <a:pathLst>
                <a:path extrusionOk="0" h="7689" w="4745">
                  <a:moveTo>
                    <a:pt x="4744" y="1"/>
                  </a:moveTo>
                  <a:lnTo>
                    <a:pt x="1" y="982"/>
                  </a:lnTo>
                  <a:lnTo>
                    <a:pt x="4744" y="7688"/>
                  </a:lnTo>
                  <a:lnTo>
                    <a:pt x="4744" y="1"/>
                  </a:lnTo>
                  <a:close/>
                </a:path>
              </a:pathLst>
            </a:custGeom>
            <a:solidFill>
              <a:srgbClr val="3E97C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9" name="Google Shape;289;p26"/>
            <p:cNvSpPr/>
            <p:nvPr/>
          </p:nvSpPr>
          <p:spPr>
            <a:xfrm>
              <a:off x="1326080" y="740074"/>
              <a:ext cx="321883" cy="413053"/>
            </a:xfrm>
            <a:custGeom>
              <a:rect b="b" l="l" r="r" t="t"/>
              <a:pathLst>
                <a:path extrusionOk="0" h="12595" w="9815">
                  <a:moveTo>
                    <a:pt x="5071" y="0"/>
                  </a:moveTo>
                  <a:lnTo>
                    <a:pt x="0" y="12595"/>
                  </a:lnTo>
                  <a:lnTo>
                    <a:pt x="9814" y="6706"/>
                  </a:lnTo>
                  <a:lnTo>
                    <a:pt x="5071" y="0"/>
                  </a:lnTo>
                  <a:close/>
                </a:path>
              </a:pathLst>
            </a:custGeom>
            <a:solidFill>
              <a:srgbClr val="78C8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0" name="Google Shape;290;p26"/>
            <p:cNvSpPr/>
            <p:nvPr/>
          </p:nvSpPr>
          <p:spPr>
            <a:xfrm>
              <a:off x="1326080" y="959990"/>
              <a:ext cx="509602" cy="193130"/>
            </a:xfrm>
            <a:custGeom>
              <a:rect b="b" l="l" r="r" t="t"/>
              <a:pathLst>
                <a:path extrusionOk="0" h="5889" w="15539">
                  <a:moveTo>
                    <a:pt x="9814" y="0"/>
                  </a:moveTo>
                  <a:lnTo>
                    <a:pt x="0" y="5889"/>
                  </a:lnTo>
                  <a:lnTo>
                    <a:pt x="15539" y="5889"/>
                  </a:lnTo>
                  <a:lnTo>
                    <a:pt x="9814" y="0"/>
                  </a:lnTo>
                  <a:close/>
                </a:path>
              </a:pathLst>
            </a:custGeom>
            <a:solidFill>
              <a:srgbClr val="3E97C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1" name="Google Shape;291;p26"/>
            <p:cNvSpPr/>
            <p:nvPr/>
          </p:nvSpPr>
          <p:spPr>
            <a:xfrm>
              <a:off x="2141403" y="992161"/>
              <a:ext cx="509602" cy="552563"/>
            </a:xfrm>
            <a:custGeom>
              <a:rect b="b" l="l" r="r" t="t"/>
              <a:pathLst>
                <a:path extrusionOk="0" h="16849" w="15539">
                  <a:moveTo>
                    <a:pt x="0" y="1"/>
                  </a:moveTo>
                  <a:lnTo>
                    <a:pt x="8996" y="16848"/>
                  </a:lnTo>
                  <a:lnTo>
                    <a:pt x="15539" y="16848"/>
                  </a:lnTo>
                  <a:lnTo>
                    <a:pt x="9651" y="196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B0EA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2" name="Google Shape;292;p26"/>
            <p:cNvSpPr/>
            <p:nvPr/>
          </p:nvSpPr>
          <p:spPr>
            <a:xfrm>
              <a:off x="1835632" y="992161"/>
              <a:ext cx="600837" cy="552563"/>
            </a:xfrm>
            <a:custGeom>
              <a:rect b="b" l="l" r="r" t="t"/>
              <a:pathLst>
                <a:path extrusionOk="0" h="16849" w="18321">
                  <a:moveTo>
                    <a:pt x="9324" y="1"/>
                  </a:moveTo>
                  <a:lnTo>
                    <a:pt x="1" y="4908"/>
                  </a:lnTo>
                  <a:lnTo>
                    <a:pt x="18320" y="16848"/>
                  </a:lnTo>
                  <a:lnTo>
                    <a:pt x="9324" y="1"/>
                  </a:lnTo>
                  <a:close/>
                </a:path>
              </a:pathLst>
            </a:custGeom>
            <a:solidFill>
              <a:srgbClr val="78C8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3" name="Google Shape;293;p26"/>
            <p:cNvSpPr/>
            <p:nvPr/>
          </p:nvSpPr>
          <p:spPr>
            <a:xfrm>
              <a:off x="1326080" y="1153081"/>
              <a:ext cx="1110406" cy="654457"/>
            </a:xfrm>
            <a:custGeom>
              <a:rect b="b" l="l" r="r" t="t"/>
              <a:pathLst>
                <a:path extrusionOk="0" h="19956" w="33859">
                  <a:moveTo>
                    <a:pt x="0" y="1"/>
                  </a:moveTo>
                  <a:lnTo>
                    <a:pt x="15539" y="19956"/>
                  </a:lnTo>
                  <a:lnTo>
                    <a:pt x="33858" y="11941"/>
                  </a:lnTo>
                  <a:lnTo>
                    <a:pt x="15539" y="1"/>
                  </a:lnTo>
                  <a:close/>
                </a:path>
              </a:pathLst>
            </a:custGeom>
            <a:solidFill>
              <a:srgbClr val="B0EA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4" name="Google Shape;294;p26"/>
            <p:cNvSpPr/>
            <p:nvPr/>
          </p:nvSpPr>
          <p:spPr>
            <a:xfrm>
              <a:off x="880869" y="1153081"/>
              <a:ext cx="445258" cy="654457"/>
            </a:xfrm>
            <a:custGeom>
              <a:rect b="b" l="l" r="r" t="t"/>
              <a:pathLst>
                <a:path extrusionOk="0" h="19956" w="13577">
                  <a:moveTo>
                    <a:pt x="8015" y="1"/>
                  </a:moveTo>
                  <a:lnTo>
                    <a:pt x="0" y="19956"/>
                  </a:lnTo>
                  <a:lnTo>
                    <a:pt x="13576" y="19956"/>
                  </a:lnTo>
                  <a:lnTo>
                    <a:pt x="13576" y="1"/>
                  </a:lnTo>
                  <a:close/>
                </a:path>
              </a:pathLst>
            </a:custGeom>
            <a:solidFill>
              <a:srgbClr val="3E97C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5" name="Google Shape;295;p26"/>
            <p:cNvSpPr/>
            <p:nvPr/>
          </p:nvSpPr>
          <p:spPr>
            <a:xfrm>
              <a:off x="1835632" y="1544673"/>
              <a:ext cx="1206987" cy="654457"/>
            </a:xfrm>
            <a:custGeom>
              <a:rect b="b" l="l" r="r" t="t"/>
              <a:pathLst>
                <a:path extrusionOk="0" h="19956" w="36804">
                  <a:moveTo>
                    <a:pt x="18320" y="0"/>
                  </a:moveTo>
                  <a:lnTo>
                    <a:pt x="1" y="8015"/>
                  </a:lnTo>
                  <a:lnTo>
                    <a:pt x="1" y="19955"/>
                  </a:lnTo>
                  <a:lnTo>
                    <a:pt x="36803" y="19955"/>
                  </a:lnTo>
                  <a:lnTo>
                    <a:pt x="18320" y="0"/>
                  </a:lnTo>
                  <a:close/>
                </a:path>
              </a:pathLst>
            </a:custGeom>
            <a:solidFill>
              <a:srgbClr val="78C8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6" name="Google Shape;296;p26"/>
            <p:cNvSpPr/>
            <p:nvPr/>
          </p:nvSpPr>
          <p:spPr>
            <a:xfrm>
              <a:off x="1326080" y="1153081"/>
              <a:ext cx="509602" cy="654457"/>
            </a:xfrm>
            <a:custGeom>
              <a:rect b="b" l="l" r="r" t="t"/>
              <a:pathLst>
                <a:path extrusionOk="0" h="19956" w="15539">
                  <a:moveTo>
                    <a:pt x="0" y="1"/>
                  </a:moveTo>
                  <a:lnTo>
                    <a:pt x="0" y="19956"/>
                  </a:lnTo>
                  <a:lnTo>
                    <a:pt x="15539" y="19956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78C8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7" name="Google Shape;297;p26"/>
            <p:cNvSpPr/>
            <p:nvPr/>
          </p:nvSpPr>
          <p:spPr>
            <a:xfrm>
              <a:off x="500000" y="1807484"/>
              <a:ext cx="380914" cy="391638"/>
            </a:xfrm>
            <a:custGeom>
              <a:rect b="b" l="l" r="r" t="t"/>
              <a:pathLst>
                <a:path extrusionOk="0" h="11942" w="11615">
                  <a:moveTo>
                    <a:pt x="11614" y="1"/>
                  </a:moveTo>
                  <a:lnTo>
                    <a:pt x="1" y="11941"/>
                  </a:lnTo>
                  <a:lnTo>
                    <a:pt x="11614" y="11941"/>
                  </a:lnTo>
                  <a:lnTo>
                    <a:pt x="11614" y="1"/>
                  </a:lnTo>
                  <a:close/>
                </a:path>
              </a:pathLst>
            </a:custGeom>
            <a:solidFill>
              <a:srgbClr val="3E97C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8" name="Google Shape;298;p26"/>
            <p:cNvSpPr/>
            <p:nvPr/>
          </p:nvSpPr>
          <p:spPr>
            <a:xfrm>
              <a:off x="880869" y="1807484"/>
              <a:ext cx="954826" cy="391638"/>
            </a:xfrm>
            <a:custGeom>
              <a:rect b="b" l="l" r="r" t="t"/>
              <a:pathLst>
                <a:path extrusionOk="0" h="11942" w="29115">
                  <a:moveTo>
                    <a:pt x="13576" y="1"/>
                  </a:moveTo>
                  <a:lnTo>
                    <a:pt x="0" y="11941"/>
                  </a:lnTo>
                  <a:lnTo>
                    <a:pt x="29115" y="11941"/>
                  </a:lnTo>
                  <a:lnTo>
                    <a:pt x="13576" y="1"/>
                  </a:lnTo>
                  <a:close/>
                </a:path>
              </a:pathLst>
            </a:custGeom>
            <a:solidFill>
              <a:srgbClr val="B0EA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9" name="Google Shape;299;p26"/>
            <p:cNvSpPr/>
            <p:nvPr/>
          </p:nvSpPr>
          <p:spPr>
            <a:xfrm>
              <a:off x="880869" y="1807484"/>
              <a:ext cx="445258" cy="391638"/>
            </a:xfrm>
            <a:custGeom>
              <a:rect b="b" l="l" r="r" t="t"/>
              <a:pathLst>
                <a:path extrusionOk="0" h="11942" w="13577">
                  <a:moveTo>
                    <a:pt x="0" y="1"/>
                  </a:moveTo>
                  <a:lnTo>
                    <a:pt x="0" y="11941"/>
                  </a:lnTo>
                  <a:lnTo>
                    <a:pt x="13576" y="1"/>
                  </a:lnTo>
                  <a:close/>
                </a:path>
              </a:pathLst>
            </a:custGeom>
            <a:solidFill>
              <a:srgbClr val="78C8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0" name="Google Shape;300;p26"/>
            <p:cNvSpPr/>
            <p:nvPr/>
          </p:nvSpPr>
          <p:spPr>
            <a:xfrm>
              <a:off x="1835632" y="1807484"/>
              <a:ext cx="386260" cy="391638"/>
            </a:xfrm>
            <a:custGeom>
              <a:rect b="b" l="l" r="r" t="t"/>
              <a:pathLst>
                <a:path extrusionOk="0" h="11942" w="11778">
                  <a:moveTo>
                    <a:pt x="1" y="1"/>
                  </a:moveTo>
                  <a:lnTo>
                    <a:pt x="1" y="11941"/>
                  </a:lnTo>
                  <a:lnTo>
                    <a:pt x="11778" y="1194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3E97C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301" name="Google Shape;301;p26"/>
          <p:cNvCxnSpPr/>
          <p:nvPr/>
        </p:nvCxnSpPr>
        <p:spPr>
          <a:xfrm rot="10800000">
            <a:off x="181799" y="2292454"/>
            <a:ext cx="2477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2" name="Google Shape;302;p26"/>
          <p:cNvSpPr txBox="1"/>
          <p:nvPr/>
        </p:nvSpPr>
        <p:spPr>
          <a:xfrm>
            <a:off x="244975" y="4515950"/>
            <a:ext cx="1713300" cy="5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s" sz="800" u="sng" cap="none" strike="noStrike">
                <a:solidFill>
                  <a:srgbClr val="123546"/>
                </a:solidFill>
                <a:latin typeface="Archivo"/>
                <a:ea typeface="Archivo"/>
                <a:cs typeface="Archivo"/>
                <a:sym typeface="Archivo"/>
              </a:rPr>
              <a:t>Benchmarks:</a:t>
            </a:r>
            <a:endParaRPr b="0" i="0" sz="800" u="none" cap="none" strike="noStrike">
              <a:solidFill>
                <a:srgbClr val="123546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s" sz="800" u="none" cap="none" strike="noStrike">
                <a:solidFill>
                  <a:srgbClr val="123546"/>
                </a:solidFill>
                <a:latin typeface="Archivo"/>
                <a:ea typeface="Archivo"/>
                <a:cs typeface="Archivo"/>
                <a:sym typeface="Archivo"/>
              </a:rPr>
              <a:t>Mail: </a:t>
            </a:r>
            <a:r>
              <a:rPr b="1" i="1" lang="es" sz="800" u="none" cap="none" strike="noStrike">
                <a:solidFill>
                  <a:srgbClr val="123546"/>
                </a:solidFill>
                <a:latin typeface="Archivo"/>
                <a:ea typeface="Archivo"/>
                <a:cs typeface="Archivo"/>
                <a:sym typeface="Archivo"/>
              </a:rPr>
              <a:t>OR : </a:t>
            </a:r>
            <a:r>
              <a:rPr b="0" i="1" lang="es" sz="800" u="none" cap="none" strike="noStrike">
                <a:solidFill>
                  <a:srgbClr val="123546"/>
                </a:solidFill>
                <a:latin typeface="Archivo"/>
                <a:ea typeface="Archivo"/>
                <a:cs typeface="Archivo"/>
                <a:sym typeface="Archivo"/>
              </a:rPr>
              <a:t>22% </a:t>
            </a:r>
            <a:r>
              <a:rPr b="1" i="1" lang="es" sz="800" u="none" cap="none" strike="noStrike">
                <a:solidFill>
                  <a:srgbClr val="123546"/>
                </a:solidFill>
                <a:latin typeface="Archivo"/>
                <a:ea typeface="Archivo"/>
                <a:cs typeface="Archivo"/>
                <a:sym typeface="Archivo"/>
              </a:rPr>
              <a:t>CTOR: </a:t>
            </a:r>
            <a:r>
              <a:rPr b="0" i="1" lang="es" sz="800" u="none" cap="none" strike="noStrike">
                <a:solidFill>
                  <a:srgbClr val="123546"/>
                </a:solidFill>
                <a:latin typeface="Archivo"/>
                <a:ea typeface="Archivo"/>
                <a:cs typeface="Archivo"/>
                <a:sym typeface="Archivo"/>
              </a:rPr>
              <a:t>3%</a:t>
            </a:r>
            <a:endParaRPr b="0" i="1" sz="800" u="none" cap="none" strike="noStrike">
              <a:solidFill>
                <a:srgbClr val="123546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s" sz="800" u="none" cap="none" strike="noStrike">
                <a:solidFill>
                  <a:srgbClr val="123546"/>
                </a:solidFill>
                <a:latin typeface="Archivo"/>
                <a:ea typeface="Archivo"/>
                <a:cs typeface="Archivo"/>
                <a:sym typeface="Archivo"/>
              </a:rPr>
              <a:t>IVR: Escucha +75%:</a:t>
            </a:r>
            <a:r>
              <a:rPr b="0" i="0" lang="es" sz="800" u="none" cap="none" strike="noStrike">
                <a:solidFill>
                  <a:srgbClr val="123546"/>
                </a:solidFill>
                <a:latin typeface="Archivo"/>
                <a:ea typeface="Archivo"/>
                <a:cs typeface="Archivo"/>
                <a:sym typeface="Archivo"/>
              </a:rPr>
              <a:t> 40%</a:t>
            </a:r>
            <a:endParaRPr b="0" i="0" sz="800" u="none" cap="none" strike="noStrike">
              <a:solidFill>
                <a:srgbClr val="123546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s" sz="800" u="none" cap="none" strike="noStrike">
                <a:solidFill>
                  <a:srgbClr val="123546"/>
                </a:solidFill>
                <a:latin typeface="Archivo"/>
                <a:ea typeface="Archivo"/>
                <a:cs typeface="Archivo"/>
                <a:sym typeface="Archivo"/>
              </a:rPr>
              <a:t>Digital: </a:t>
            </a:r>
            <a:r>
              <a:rPr b="1" i="1" lang="es" sz="800" u="none" cap="none" strike="noStrike">
                <a:solidFill>
                  <a:srgbClr val="123546"/>
                </a:solidFill>
                <a:latin typeface="Archivo"/>
                <a:ea typeface="Archivo"/>
                <a:cs typeface="Archivo"/>
                <a:sym typeface="Archivo"/>
              </a:rPr>
              <a:t>CTR: </a:t>
            </a:r>
            <a:r>
              <a:rPr b="0" i="0" lang="es" sz="800" u="none" cap="none" strike="noStrike">
                <a:solidFill>
                  <a:srgbClr val="123546"/>
                </a:solidFill>
                <a:latin typeface="Archivo"/>
                <a:ea typeface="Archivo"/>
                <a:cs typeface="Archivo"/>
                <a:sym typeface="Archivo"/>
              </a:rPr>
              <a:t>1,3%</a:t>
            </a:r>
            <a:endParaRPr b="0" i="0" sz="800" u="none" cap="none" strike="noStrike">
              <a:solidFill>
                <a:srgbClr val="123546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cxnSp>
        <p:nvCxnSpPr>
          <p:cNvPr id="303" name="Google Shape;303;p26"/>
          <p:cNvCxnSpPr/>
          <p:nvPr/>
        </p:nvCxnSpPr>
        <p:spPr>
          <a:xfrm>
            <a:off x="2019506" y="1785678"/>
            <a:ext cx="6469800" cy="0"/>
          </a:xfrm>
          <a:prstGeom prst="straightConnector1">
            <a:avLst/>
          </a:prstGeom>
          <a:noFill/>
          <a:ln cap="flat" cmpd="sng" w="9525">
            <a:solidFill>
              <a:srgbClr val="163244"/>
            </a:solidFill>
            <a:prstDash val="dot"/>
            <a:round/>
            <a:headEnd len="med" w="med" type="oval"/>
            <a:tailEnd len="sm" w="sm" type="none"/>
          </a:ln>
        </p:spPr>
      </p:cxnSp>
      <p:cxnSp>
        <p:nvCxnSpPr>
          <p:cNvPr id="304" name="Google Shape;304;p26"/>
          <p:cNvCxnSpPr/>
          <p:nvPr/>
        </p:nvCxnSpPr>
        <p:spPr>
          <a:xfrm flipH="1" rot="10800000">
            <a:off x="1912872" y="3599362"/>
            <a:ext cx="6513300" cy="4500"/>
          </a:xfrm>
          <a:prstGeom prst="straightConnector1">
            <a:avLst/>
          </a:prstGeom>
          <a:noFill/>
          <a:ln cap="flat" cmpd="sng" w="9525">
            <a:solidFill>
              <a:srgbClr val="163244"/>
            </a:solidFill>
            <a:prstDash val="dot"/>
            <a:round/>
            <a:headEnd len="med" w="med" type="oval"/>
            <a:tailEnd len="sm" w="sm" type="none"/>
          </a:ln>
        </p:spPr>
      </p:cxnSp>
      <p:grpSp>
        <p:nvGrpSpPr>
          <p:cNvPr id="305" name="Google Shape;305;p26"/>
          <p:cNvGrpSpPr/>
          <p:nvPr/>
        </p:nvGrpSpPr>
        <p:grpSpPr>
          <a:xfrm>
            <a:off x="453636" y="870964"/>
            <a:ext cx="1933424" cy="3436679"/>
            <a:chOff x="500000" y="241213"/>
            <a:chExt cx="2676761" cy="4757966"/>
          </a:xfrm>
        </p:grpSpPr>
        <p:sp>
          <p:nvSpPr>
            <p:cNvPr id="306" name="Google Shape;306;p26"/>
            <p:cNvSpPr/>
            <p:nvPr/>
          </p:nvSpPr>
          <p:spPr>
            <a:xfrm>
              <a:off x="500000" y="2199076"/>
              <a:ext cx="2676761" cy="2800103"/>
            </a:xfrm>
            <a:custGeom>
              <a:rect b="b" l="l" r="r" t="t"/>
              <a:pathLst>
                <a:path extrusionOk="0" h="85382" w="81621">
                  <a:moveTo>
                    <a:pt x="1" y="0"/>
                  </a:moveTo>
                  <a:lnTo>
                    <a:pt x="4090" y="9978"/>
                  </a:lnTo>
                  <a:lnTo>
                    <a:pt x="3599" y="21754"/>
                  </a:lnTo>
                  <a:lnTo>
                    <a:pt x="3599" y="31405"/>
                  </a:lnTo>
                  <a:lnTo>
                    <a:pt x="15540" y="46453"/>
                  </a:lnTo>
                  <a:lnTo>
                    <a:pt x="26826" y="63136"/>
                  </a:lnTo>
                  <a:lnTo>
                    <a:pt x="32551" y="77530"/>
                  </a:lnTo>
                  <a:lnTo>
                    <a:pt x="43837" y="79820"/>
                  </a:lnTo>
                  <a:lnTo>
                    <a:pt x="46944" y="85381"/>
                  </a:lnTo>
                  <a:lnTo>
                    <a:pt x="63955" y="49397"/>
                  </a:lnTo>
                  <a:lnTo>
                    <a:pt x="67554" y="48579"/>
                  </a:lnTo>
                  <a:lnTo>
                    <a:pt x="81620" y="9978"/>
                  </a:lnTo>
                  <a:lnTo>
                    <a:pt x="77531" y="0"/>
                  </a:lnTo>
                  <a:close/>
                </a:path>
              </a:pathLst>
            </a:custGeom>
            <a:solidFill>
              <a:srgbClr val="01397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7" name="Google Shape;307;p26"/>
            <p:cNvSpPr/>
            <p:nvPr/>
          </p:nvSpPr>
          <p:spPr>
            <a:xfrm>
              <a:off x="2221846" y="2199076"/>
              <a:ext cx="954859" cy="327229"/>
            </a:xfrm>
            <a:custGeom>
              <a:rect b="b" l="l" r="r" t="t"/>
              <a:pathLst>
                <a:path extrusionOk="0" h="9978" w="29116">
                  <a:moveTo>
                    <a:pt x="1" y="0"/>
                  </a:moveTo>
                  <a:lnTo>
                    <a:pt x="9651" y="9814"/>
                  </a:lnTo>
                  <a:lnTo>
                    <a:pt x="29115" y="9978"/>
                  </a:lnTo>
                  <a:lnTo>
                    <a:pt x="25026" y="0"/>
                  </a:lnTo>
                  <a:close/>
                </a:path>
              </a:pathLst>
            </a:custGeom>
            <a:solidFill>
              <a:srgbClr val="0A588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8" name="Google Shape;308;p26"/>
            <p:cNvSpPr/>
            <p:nvPr/>
          </p:nvSpPr>
          <p:spPr>
            <a:xfrm>
              <a:off x="618025" y="2199076"/>
              <a:ext cx="262885" cy="713455"/>
            </a:xfrm>
            <a:custGeom>
              <a:rect b="b" l="l" r="r" t="t"/>
              <a:pathLst>
                <a:path extrusionOk="0" h="21755" w="8016">
                  <a:moveTo>
                    <a:pt x="8015" y="0"/>
                  </a:moveTo>
                  <a:lnTo>
                    <a:pt x="491" y="9978"/>
                  </a:lnTo>
                  <a:lnTo>
                    <a:pt x="0" y="21754"/>
                  </a:lnTo>
                  <a:lnTo>
                    <a:pt x="0" y="21754"/>
                  </a:lnTo>
                  <a:lnTo>
                    <a:pt x="8015" y="0"/>
                  </a:lnTo>
                  <a:close/>
                </a:path>
              </a:pathLst>
            </a:custGeom>
            <a:solidFill>
              <a:srgbClr val="156F9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9" name="Google Shape;309;p26"/>
            <p:cNvSpPr/>
            <p:nvPr/>
          </p:nvSpPr>
          <p:spPr>
            <a:xfrm>
              <a:off x="2538341" y="2520916"/>
              <a:ext cx="638355" cy="1271331"/>
            </a:xfrm>
            <a:custGeom>
              <a:rect b="b" l="l" r="r" t="t"/>
              <a:pathLst>
                <a:path extrusionOk="0" h="38766" w="19465">
                  <a:moveTo>
                    <a:pt x="0" y="0"/>
                  </a:moveTo>
                  <a:lnTo>
                    <a:pt x="5398" y="38765"/>
                  </a:lnTo>
                  <a:lnTo>
                    <a:pt x="19464" y="16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56F9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0" name="Google Shape;310;p26"/>
            <p:cNvSpPr/>
            <p:nvPr/>
          </p:nvSpPr>
          <p:spPr>
            <a:xfrm>
              <a:off x="2538341" y="2520916"/>
              <a:ext cx="177027" cy="1298124"/>
            </a:xfrm>
            <a:custGeom>
              <a:rect b="b" l="l" r="r" t="t"/>
              <a:pathLst>
                <a:path extrusionOk="0" h="39583" w="5398">
                  <a:moveTo>
                    <a:pt x="0" y="0"/>
                  </a:moveTo>
                  <a:lnTo>
                    <a:pt x="1799" y="39583"/>
                  </a:lnTo>
                  <a:lnTo>
                    <a:pt x="5398" y="3876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1397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1" name="Google Shape;311;p26"/>
            <p:cNvSpPr/>
            <p:nvPr/>
          </p:nvSpPr>
          <p:spPr>
            <a:xfrm>
              <a:off x="2039479" y="2520916"/>
              <a:ext cx="557909" cy="2478253"/>
            </a:xfrm>
            <a:custGeom>
              <a:rect b="b" l="l" r="r" t="t"/>
              <a:pathLst>
                <a:path extrusionOk="0" h="75568" w="17012">
                  <a:moveTo>
                    <a:pt x="15212" y="0"/>
                  </a:moveTo>
                  <a:lnTo>
                    <a:pt x="7688" y="24044"/>
                  </a:lnTo>
                  <a:lnTo>
                    <a:pt x="7688" y="44490"/>
                  </a:lnTo>
                  <a:lnTo>
                    <a:pt x="0" y="75567"/>
                  </a:lnTo>
                  <a:lnTo>
                    <a:pt x="17011" y="39583"/>
                  </a:lnTo>
                  <a:lnTo>
                    <a:pt x="15212" y="0"/>
                  </a:lnTo>
                  <a:close/>
                </a:path>
              </a:pathLst>
            </a:custGeom>
            <a:solidFill>
              <a:srgbClr val="0A588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2" name="Google Shape;312;p26"/>
            <p:cNvSpPr/>
            <p:nvPr/>
          </p:nvSpPr>
          <p:spPr>
            <a:xfrm>
              <a:off x="1937556" y="3979885"/>
              <a:ext cx="354088" cy="1019236"/>
            </a:xfrm>
            <a:custGeom>
              <a:rect b="b" l="l" r="r" t="t"/>
              <a:pathLst>
                <a:path extrusionOk="0" h="31079" w="10797">
                  <a:moveTo>
                    <a:pt x="1" y="1"/>
                  </a:moveTo>
                  <a:lnTo>
                    <a:pt x="1" y="25517"/>
                  </a:lnTo>
                  <a:lnTo>
                    <a:pt x="3108" y="31078"/>
                  </a:lnTo>
                  <a:lnTo>
                    <a:pt x="10796" y="1"/>
                  </a:lnTo>
                  <a:close/>
                </a:path>
              </a:pathLst>
            </a:custGeom>
            <a:solidFill>
              <a:srgbClr val="3898B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3" name="Google Shape;313;p26"/>
            <p:cNvSpPr/>
            <p:nvPr/>
          </p:nvSpPr>
          <p:spPr>
            <a:xfrm>
              <a:off x="1835632" y="3309413"/>
              <a:ext cx="456014" cy="670527"/>
            </a:xfrm>
            <a:custGeom>
              <a:rect b="b" l="l" r="r" t="t"/>
              <a:pathLst>
                <a:path extrusionOk="0" h="20446" w="13905">
                  <a:moveTo>
                    <a:pt x="1" y="0"/>
                  </a:moveTo>
                  <a:lnTo>
                    <a:pt x="3109" y="20446"/>
                  </a:lnTo>
                  <a:lnTo>
                    <a:pt x="13904" y="20446"/>
                  </a:lnTo>
                  <a:lnTo>
                    <a:pt x="13904" y="0"/>
                  </a:lnTo>
                  <a:close/>
                </a:path>
              </a:pathLst>
            </a:custGeom>
            <a:solidFill>
              <a:srgbClr val="156F9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4" name="Google Shape;314;p26"/>
            <p:cNvSpPr/>
            <p:nvPr/>
          </p:nvSpPr>
          <p:spPr>
            <a:xfrm>
              <a:off x="1835632" y="2520916"/>
              <a:ext cx="702764" cy="788556"/>
            </a:xfrm>
            <a:custGeom>
              <a:rect b="b" l="l" r="r" t="t"/>
              <a:pathLst>
                <a:path extrusionOk="0" h="24045" w="21429">
                  <a:moveTo>
                    <a:pt x="12923" y="0"/>
                  </a:moveTo>
                  <a:lnTo>
                    <a:pt x="1" y="24044"/>
                  </a:lnTo>
                  <a:lnTo>
                    <a:pt x="13904" y="24044"/>
                  </a:lnTo>
                  <a:lnTo>
                    <a:pt x="21428" y="0"/>
                  </a:lnTo>
                  <a:close/>
                </a:path>
              </a:pathLst>
            </a:custGeom>
            <a:solidFill>
              <a:srgbClr val="3898B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5" name="Google Shape;315;p26"/>
            <p:cNvSpPr/>
            <p:nvPr/>
          </p:nvSpPr>
          <p:spPr>
            <a:xfrm>
              <a:off x="1835632" y="2199076"/>
              <a:ext cx="702764" cy="321883"/>
            </a:xfrm>
            <a:custGeom>
              <a:rect b="b" l="l" r="r" t="t"/>
              <a:pathLst>
                <a:path extrusionOk="0" h="9815" w="21429">
                  <a:moveTo>
                    <a:pt x="1" y="0"/>
                  </a:moveTo>
                  <a:lnTo>
                    <a:pt x="12923" y="9814"/>
                  </a:lnTo>
                  <a:lnTo>
                    <a:pt x="21428" y="9814"/>
                  </a:lnTo>
                  <a:lnTo>
                    <a:pt x="11778" y="0"/>
                  </a:lnTo>
                  <a:close/>
                </a:path>
              </a:pathLst>
            </a:custGeom>
            <a:solidFill>
              <a:srgbClr val="01397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6" name="Google Shape;316;p26"/>
            <p:cNvSpPr/>
            <p:nvPr/>
          </p:nvSpPr>
          <p:spPr>
            <a:xfrm>
              <a:off x="880869" y="2199076"/>
              <a:ext cx="954826" cy="396951"/>
            </a:xfrm>
            <a:custGeom>
              <a:rect b="b" l="l" r="r" t="t"/>
              <a:pathLst>
                <a:path extrusionOk="0" h="12104" w="29115">
                  <a:moveTo>
                    <a:pt x="0" y="0"/>
                  </a:moveTo>
                  <a:lnTo>
                    <a:pt x="11941" y="12104"/>
                  </a:lnTo>
                  <a:lnTo>
                    <a:pt x="29115" y="12104"/>
                  </a:lnTo>
                  <a:lnTo>
                    <a:pt x="29115" y="0"/>
                  </a:lnTo>
                  <a:close/>
                </a:path>
              </a:pathLst>
            </a:custGeom>
            <a:solidFill>
              <a:srgbClr val="3898B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7" name="Google Shape;317;p26"/>
            <p:cNvSpPr/>
            <p:nvPr/>
          </p:nvSpPr>
          <p:spPr>
            <a:xfrm>
              <a:off x="618025" y="2199076"/>
              <a:ext cx="654457" cy="713455"/>
            </a:xfrm>
            <a:custGeom>
              <a:rect b="b" l="l" r="r" t="t"/>
              <a:pathLst>
                <a:path extrusionOk="0" h="21755" w="19956">
                  <a:moveTo>
                    <a:pt x="8015" y="0"/>
                  </a:moveTo>
                  <a:lnTo>
                    <a:pt x="0" y="21754"/>
                  </a:lnTo>
                  <a:lnTo>
                    <a:pt x="19956" y="12104"/>
                  </a:lnTo>
                  <a:lnTo>
                    <a:pt x="8015" y="0"/>
                  </a:lnTo>
                  <a:close/>
                </a:path>
              </a:pathLst>
            </a:custGeom>
            <a:solidFill>
              <a:srgbClr val="0A588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8" name="Google Shape;318;p26"/>
            <p:cNvSpPr/>
            <p:nvPr/>
          </p:nvSpPr>
          <p:spPr>
            <a:xfrm>
              <a:off x="1272429" y="2595981"/>
              <a:ext cx="563254" cy="713488"/>
            </a:xfrm>
            <a:custGeom>
              <a:rect b="b" l="l" r="r" t="t"/>
              <a:pathLst>
                <a:path extrusionOk="0" h="21756" w="17175">
                  <a:moveTo>
                    <a:pt x="1" y="1"/>
                  </a:moveTo>
                  <a:lnTo>
                    <a:pt x="17175" y="21755"/>
                  </a:lnTo>
                  <a:lnTo>
                    <a:pt x="17175" y="1"/>
                  </a:lnTo>
                  <a:close/>
                </a:path>
              </a:pathLst>
            </a:custGeom>
            <a:solidFill>
              <a:srgbClr val="0A588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9" name="Google Shape;319;p26"/>
            <p:cNvSpPr/>
            <p:nvPr/>
          </p:nvSpPr>
          <p:spPr>
            <a:xfrm>
              <a:off x="1379698" y="3979885"/>
              <a:ext cx="557909" cy="836863"/>
            </a:xfrm>
            <a:custGeom>
              <a:rect b="b" l="l" r="r" t="t"/>
              <a:pathLst>
                <a:path extrusionOk="0" h="25518" w="17012">
                  <a:moveTo>
                    <a:pt x="17012" y="1"/>
                  </a:moveTo>
                  <a:lnTo>
                    <a:pt x="1" y="8833"/>
                  </a:lnTo>
                  <a:lnTo>
                    <a:pt x="17012" y="25517"/>
                  </a:lnTo>
                  <a:lnTo>
                    <a:pt x="17012" y="1"/>
                  </a:lnTo>
                  <a:close/>
                </a:path>
              </a:pathLst>
            </a:custGeom>
            <a:solidFill>
              <a:srgbClr val="0A588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0" name="Google Shape;320;p26"/>
            <p:cNvSpPr/>
            <p:nvPr/>
          </p:nvSpPr>
          <p:spPr>
            <a:xfrm>
              <a:off x="1379698" y="4269554"/>
              <a:ext cx="557909" cy="547185"/>
            </a:xfrm>
            <a:custGeom>
              <a:rect b="b" l="l" r="r" t="t"/>
              <a:pathLst>
                <a:path extrusionOk="0" h="16685" w="17012">
                  <a:moveTo>
                    <a:pt x="1" y="0"/>
                  </a:moveTo>
                  <a:lnTo>
                    <a:pt x="5726" y="14394"/>
                  </a:lnTo>
                  <a:lnTo>
                    <a:pt x="17012" y="1668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156F9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1" name="Google Shape;321;p26"/>
            <p:cNvSpPr/>
            <p:nvPr/>
          </p:nvSpPr>
          <p:spPr>
            <a:xfrm>
              <a:off x="1835632" y="2199076"/>
              <a:ext cx="423810" cy="1110406"/>
            </a:xfrm>
            <a:custGeom>
              <a:rect b="b" l="l" r="r" t="t"/>
              <a:pathLst>
                <a:path extrusionOk="0" h="33859" w="12923">
                  <a:moveTo>
                    <a:pt x="1" y="0"/>
                  </a:moveTo>
                  <a:lnTo>
                    <a:pt x="1" y="33858"/>
                  </a:lnTo>
                  <a:lnTo>
                    <a:pt x="12923" y="98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156F9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2" name="Google Shape;322;p26"/>
            <p:cNvSpPr/>
            <p:nvPr/>
          </p:nvSpPr>
          <p:spPr>
            <a:xfrm>
              <a:off x="1009585" y="3722420"/>
              <a:ext cx="928033" cy="547185"/>
            </a:xfrm>
            <a:custGeom>
              <a:rect b="b" l="l" r="r" t="t"/>
              <a:pathLst>
                <a:path extrusionOk="0" h="16685" w="28298">
                  <a:moveTo>
                    <a:pt x="1" y="1"/>
                  </a:moveTo>
                  <a:lnTo>
                    <a:pt x="11287" y="16684"/>
                  </a:lnTo>
                  <a:lnTo>
                    <a:pt x="28298" y="785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156F9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3" name="Google Shape;323;p26"/>
            <p:cNvSpPr/>
            <p:nvPr/>
          </p:nvSpPr>
          <p:spPr>
            <a:xfrm>
              <a:off x="618025" y="3223591"/>
              <a:ext cx="391605" cy="498878"/>
            </a:xfrm>
            <a:custGeom>
              <a:rect b="b" l="l" r="r" t="t"/>
              <a:pathLst>
                <a:path extrusionOk="0" h="15212" w="11941">
                  <a:moveTo>
                    <a:pt x="11941" y="0"/>
                  </a:moveTo>
                  <a:lnTo>
                    <a:pt x="0" y="164"/>
                  </a:lnTo>
                  <a:lnTo>
                    <a:pt x="11941" y="15212"/>
                  </a:lnTo>
                  <a:lnTo>
                    <a:pt x="11941" y="0"/>
                  </a:lnTo>
                  <a:close/>
                </a:path>
              </a:pathLst>
            </a:custGeom>
            <a:solidFill>
              <a:srgbClr val="0A588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4" name="Google Shape;324;p26"/>
            <p:cNvSpPr/>
            <p:nvPr/>
          </p:nvSpPr>
          <p:spPr>
            <a:xfrm>
              <a:off x="1009585" y="2595981"/>
              <a:ext cx="826106" cy="1126508"/>
            </a:xfrm>
            <a:custGeom>
              <a:rect b="b" l="l" r="r" t="t"/>
              <a:pathLst>
                <a:path extrusionOk="0" h="34350" w="25190">
                  <a:moveTo>
                    <a:pt x="8016" y="1"/>
                  </a:moveTo>
                  <a:lnTo>
                    <a:pt x="1" y="19138"/>
                  </a:lnTo>
                  <a:lnTo>
                    <a:pt x="1" y="34350"/>
                  </a:lnTo>
                  <a:lnTo>
                    <a:pt x="25190" y="21755"/>
                  </a:lnTo>
                  <a:lnTo>
                    <a:pt x="8016" y="1"/>
                  </a:lnTo>
                  <a:close/>
                </a:path>
              </a:pathLst>
            </a:custGeom>
            <a:solidFill>
              <a:srgbClr val="156F9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5" name="Google Shape;325;p26"/>
            <p:cNvSpPr/>
            <p:nvPr/>
          </p:nvSpPr>
          <p:spPr>
            <a:xfrm>
              <a:off x="1567443" y="4741590"/>
              <a:ext cx="472084" cy="257506"/>
            </a:xfrm>
            <a:custGeom>
              <a:rect b="b" l="l" r="r" t="t"/>
              <a:pathLst>
                <a:path extrusionOk="0" h="7852" w="14395">
                  <a:moveTo>
                    <a:pt x="1" y="0"/>
                  </a:moveTo>
                  <a:lnTo>
                    <a:pt x="14394" y="7851"/>
                  </a:lnTo>
                  <a:lnTo>
                    <a:pt x="11287" y="229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0A588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6" name="Google Shape;326;p26"/>
            <p:cNvSpPr/>
            <p:nvPr/>
          </p:nvSpPr>
          <p:spPr>
            <a:xfrm>
              <a:off x="500000" y="241213"/>
              <a:ext cx="2542662" cy="1957960"/>
            </a:xfrm>
            <a:custGeom>
              <a:rect b="b" l="l" r="r" t="t"/>
              <a:pathLst>
                <a:path extrusionOk="0" h="59703" w="77532">
                  <a:moveTo>
                    <a:pt x="40729" y="1"/>
                  </a:moveTo>
                  <a:lnTo>
                    <a:pt x="35004" y="14231"/>
                  </a:lnTo>
                  <a:lnTo>
                    <a:pt x="30261" y="15212"/>
                  </a:lnTo>
                  <a:lnTo>
                    <a:pt x="25190" y="27807"/>
                  </a:lnTo>
                  <a:lnTo>
                    <a:pt x="19629" y="27807"/>
                  </a:lnTo>
                  <a:lnTo>
                    <a:pt x="11614" y="47762"/>
                  </a:lnTo>
                  <a:lnTo>
                    <a:pt x="1" y="59702"/>
                  </a:lnTo>
                  <a:lnTo>
                    <a:pt x="77531" y="59702"/>
                  </a:lnTo>
                  <a:lnTo>
                    <a:pt x="69517" y="39747"/>
                  </a:lnTo>
                  <a:lnTo>
                    <a:pt x="65591" y="39747"/>
                  </a:lnTo>
                  <a:lnTo>
                    <a:pt x="59703" y="24863"/>
                  </a:lnTo>
                  <a:lnTo>
                    <a:pt x="50052" y="22900"/>
                  </a:lnTo>
                  <a:lnTo>
                    <a:pt x="40729" y="1"/>
                  </a:lnTo>
                  <a:close/>
                </a:path>
              </a:pathLst>
            </a:custGeom>
            <a:solidFill>
              <a:srgbClr val="E8EFF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7" name="Google Shape;327;p26"/>
            <p:cNvSpPr/>
            <p:nvPr/>
          </p:nvSpPr>
          <p:spPr>
            <a:xfrm>
              <a:off x="1647919" y="241213"/>
              <a:ext cx="187751" cy="911931"/>
            </a:xfrm>
            <a:custGeom>
              <a:rect b="b" l="l" r="r" t="t"/>
              <a:pathLst>
                <a:path extrusionOk="0" h="27807" w="5725">
                  <a:moveTo>
                    <a:pt x="5725" y="1"/>
                  </a:moveTo>
                  <a:lnTo>
                    <a:pt x="0" y="14231"/>
                  </a:lnTo>
                  <a:lnTo>
                    <a:pt x="0" y="21918"/>
                  </a:lnTo>
                  <a:lnTo>
                    <a:pt x="5725" y="27807"/>
                  </a:lnTo>
                  <a:lnTo>
                    <a:pt x="5725" y="1"/>
                  </a:lnTo>
                  <a:close/>
                </a:path>
              </a:pathLst>
            </a:custGeom>
            <a:solidFill>
              <a:srgbClr val="78C8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8" name="Google Shape;328;p26"/>
            <p:cNvSpPr/>
            <p:nvPr/>
          </p:nvSpPr>
          <p:spPr>
            <a:xfrm>
              <a:off x="1492345" y="707870"/>
              <a:ext cx="155612" cy="252161"/>
            </a:xfrm>
            <a:custGeom>
              <a:rect b="b" l="l" r="r" t="t"/>
              <a:pathLst>
                <a:path extrusionOk="0" h="7689" w="4745">
                  <a:moveTo>
                    <a:pt x="4744" y="1"/>
                  </a:moveTo>
                  <a:lnTo>
                    <a:pt x="1" y="982"/>
                  </a:lnTo>
                  <a:lnTo>
                    <a:pt x="4744" y="7688"/>
                  </a:lnTo>
                  <a:lnTo>
                    <a:pt x="4744" y="1"/>
                  </a:lnTo>
                  <a:close/>
                </a:path>
              </a:pathLst>
            </a:custGeom>
            <a:solidFill>
              <a:srgbClr val="3E97C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9" name="Google Shape;329;p26"/>
            <p:cNvSpPr/>
            <p:nvPr/>
          </p:nvSpPr>
          <p:spPr>
            <a:xfrm>
              <a:off x="1326080" y="740074"/>
              <a:ext cx="321883" cy="413053"/>
            </a:xfrm>
            <a:custGeom>
              <a:rect b="b" l="l" r="r" t="t"/>
              <a:pathLst>
                <a:path extrusionOk="0" h="12595" w="9815">
                  <a:moveTo>
                    <a:pt x="5071" y="0"/>
                  </a:moveTo>
                  <a:lnTo>
                    <a:pt x="0" y="12595"/>
                  </a:lnTo>
                  <a:lnTo>
                    <a:pt x="9814" y="6706"/>
                  </a:lnTo>
                  <a:lnTo>
                    <a:pt x="5071" y="0"/>
                  </a:lnTo>
                  <a:close/>
                </a:path>
              </a:pathLst>
            </a:custGeom>
            <a:solidFill>
              <a:srgbClr val="78C8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0" name="Google Shape;330;p26"/>
            <p:cNvSpPr/>
            <p:nvPr/>
          </p:nvSpPr>
          <p:spPr>
            <a:xfrm>
              <a:off x="1326080" y="959990"/>
              <a:ext cx="509602" cy="193130"/>
            </a:xfrm>
            <a:custGeom>
              <a:rect b="b" l="l" r="r" t="t"/>
              <a:pathLst>
                <a:path extrusionOk="0" h="5889" w="15539">
                  <a:moveTo>
                    <a:pt x="9814" y="0"/>
                  </a:moveTo>
                  <a:lnTo>
                    <a:pt x="0" y="5889"/>
                  </a:lnTo>
                  <a:lnTo>
                    <a:pt x="15539" y="5889"/>
                  </a:lnTo>
                  <a:lnTo>
                    <a:pt x="9814" y="0"/>
                  </a:lnTo>
                  <a:close/>
                </a:path>
              </a:pathLst>
            </a:custGeom>
            <a:solidFill>
              <a:srgbClr val="3E97C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1" name="Google Shape;331;p26"/>
            <p:cNvSpPr/>
            <p:nvPr/>
          </p:nvSpPr>
          <p:spPr>
            <a:xfrm>
              <a:off x="2141403" y="992161"/>
              <a:ext cx="509602" cy="552563"/>
            </a:xfrm>
            <a:custGeom>
              <a:rect b="b" l="l" r="r" t="t"/>
              <a:pathLst>
                <a:path extrusionOk="0" h="16849" w="15539">
                  <a:moveTo>
                    <a:pt x="0" y="1"/>
                  </a:moveTo>
                  <a:lnTo>
                    <a:pt x="8996" y="16848"/>
                  </a:lnTo>
                  <a:lnTo>
                    <a:pt x="15539" y="16848"/>
                  </a:lnTo>
                  <a:lnTo>
                    <a:pt x="9651" y="196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B0EA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2" name="Google Shape;332;p26"/>
            <p:cNvSpPr/>
            <p:nvPr/>
          </p:nvSpPr>
          <p:spPr>
            <a:xfrm>
              <a:off x="1835632" y="992161"/>
              <a:ext cx="600837" cy="552563"/>
            </a:xfrm>
            <a:custGeom>
              <a:rect b="b" l="l" r="r" t="t"/>
              <a:pathLst>
                <a:path extrusionOk="0" h="16849" w="18321">
                  <a:moveTo>
                    <a:pt x="9324" y="1"/>
                  </a:moveTo>
                  <a:lnTo>
                    <a:pt x="1" y="4908"/>
                  </a:lnTo>
                  <a:lnTo>
                    <a:pt x="18320" y="16848"/>
                  </a:lnTo>
                  <a:lnTo>
                    <a:pt x="9324" y="1"/>
                  </a:lnTo>
                  <a:close/>
                </a:path>
              </a:pathLst>
            </a:custGeom>
            <a:solidFill>
              <a:srgbClr val="78C8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3" name="Google Shape;333;p26"/>
            <p:cNvSpPr/>
            <p:nvPr/>
          </p:nvSpPr>
          <p:spPr>
            <a:xfrm>
              <a:off x="1326080" y="1153081"/>
              <a:ext cx="1110406" cy="654457"/>
            </a:xfrm>
            <a:custGeom>
              <a:rect b="b" l="l" r="r" t="t"/>
              <a:pathLst>
                <a:path extrusionOk="0" h="19956" w="33859">
                  <a:moveTo>
                    <a:pt x="0" y="1"/>
                  </a:moveTo>
                  <a:lnTo>
                    <a:pt x="15539" y="19956"/>
                  </a:lnTo>
                  <a:lnTo>
                    <a:pt x="33858" y="11941"/>
                  </a:lnTo>
                  <a:lnTo>
                    <a:pt x="15539" y="1"/>
                  </a:lnTo>
                  <a:close/>
                </a:path>
              </a:pathLst>
            </a:custGeom>
            <a:solidFill>
              <a:srgbClr val="B0EA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4" name="Google Shape;334;p26"/>
            <p:cNvSpPr/>
            <p:nvPr/>
          </p:nvSpPr>
          <p:spPr>
            <a:xfrm>
              <a:off x="880869" y="1153081"/>
              <a:ext cx="445258" cy="654457"/>
            </a:xfrm>
            <a:custGeom>
              <a:rect b="b" l="l" r="r" t="t"/>
              <a:pathLst>
                <a:path extrusionOk="0" h="19956" w="13577">
                  <a:moveTo>
                    <a:pt x="8015" y="1"/>
                  </a:moveTo>
                  <a:lnTo>
                    <a:pt x="0" y="19956"/>
                  </a:lnTo>
                  <a:lnTo>
                    <a:pt x="13576" y="19956"/>
                  </a:lnTo>
                  <a:lnTo>
                    <a:pt x="13576" y="1"/>
                  </a:lnTo>
                  <a:close/>
                </a:path>
              </a:pathLst>
            </a:custGeom>
            <a:solidFill>
              <a:srgbClr val="3E97C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5" name="Google Shape;335;p26"/>
            <p:cNvSpPr/>
            <p:nvPr/>
          </p:nvSpPr>
          <p:spPr>
            <a:xfrm>
              <a:off x="1835632" y="1544673"/>
              <a:ext cx="1206987" cy="654457"/>
            </a:xfrm>
            <a:custGeom>
              <a:rect b="b" l="l" r="r" t="t"/>
              <a:pathLst>
                <a:path extrusionOk="0" h="19956" w="36804">
                  <a:moveTo>
                    <a:pt x="18320" y="0"/>
                  </a:moveTo>
                  <a:lnTo>
                    <a:pt x="1" y="8015"/>
                  </a:lnTo>
                  <a:lnTo>
                    <a:pt x="1" y="19955"/>
                  </a:lnTo>
                  <a:lnTo>
                    <a:pt x="36803" y="19955"/>
                  </a:lnTo>
                  <a:lnTo>
                    <a:pt x="18320" y="0"/>
                  </a:lnTo>
                  <a:close/>
                </a:path>
              </a:pathLst>
            </a:custGeom>
            <a:solidFill>
              <a:srgbClr val="78C8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6" name="Google Shape;336;p26"/>
            <p:cNvSpPr/>
            <p:nvPr/>
          </p:nvSpPr>
          <p:spPr>
            <a:xfrm>
              <a:off x="1326080" y="1153081"/>
              <a:ext cx="509602" cy="654457"/>
            </a:xfrm>
            <a:custGeom>
              <a:rect b="b" l="l" r="r" t="t"/>
              <a:pathLst>
                <a:path extrusionOk="0" h="19956" w="15539">
                  <a:moveTo>
                    <a:pt x="0" y="1"/>
                  </a:moveTo>
                  <a:lnTo>
                    <a:pt x="0" y="19956"/>
                  </a:lnTo>
                  <a:lnTo>
                    <a:pt x="15539" y="19956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78C8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7" name="Google Shape;337;p26"/>
            <p:cNvSpPr/>
            <p:nvPr/>
          </p:nvSpPr>
          <p:spPr>
            <a:xfrm>
              <a:off x="500000" y="1807484"/>
              <a:ext cx="380914" cy="391638"/>
            </a:xfrm>
            <a:custGeom>
              <a:rect b="b" l="l" r="r" t="t"/>
              <a:pathLst>
                <a:path extrusionOk="0" h="11942" w="11615">
                  <a:moveTo>
                    <a:pt x="11614" y="1"/>
                  </a:moveTo>
                  <a:lnTo>
                    <a:pt x="1" y="11941"/>
                  </a:lnTo>
                  <a:lnTo>
                    <a:pt x="11614" y="11941"/>
                  </a:lnTo>
                  <a:lnTo>
                    <a:pt x="11614" y="1"/>
                  </a:lnTo>
                  <a:close/>
                </a:path>
              </a:pathLst>
            </a:custGeom>
            <a:solidFill>
              <a:srgbClr val="3E97C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8" name="Google Shape;338;p26"/>
            <p:cNvSpPr/>
            <p:nvPr/>
          </p:nvSpPr>
          <p:spPr>
            <a:xfrm>
              <a:off x="880869" y="1807484"/>
              <a:ext cx="954826" cy="391638"/>
            </a:xfrm>
            <a:custGeom>
              <a:rect b="b" l="l" r="r" t="t"/>
              <a:pathLst>
                <a:path extrusionOk="0" h="11942" w="29115">
                  <a:moveTo>
                    <a:pt x="13576" y="1"/>
                  </a:moveTo>
                  <a:lnTo>
                    <a:pt x="0" y="11941"/>
                  </a:lnTo>
                  <a:lnTo>
                    <a:pt x="29115" y="11941"/>
                  </a:lnTo>
                  <a:lnTo>
                    <a:pt x="13576" y="1"/>
                  </a:lnTo>
                  <a:close/>
                </a:path>
              </a:pathLst>
            </a:custGeom>
            <a:solidFill>
              <a:srgbClr val="B0EA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9" name="Google Shape;339;p26"/>
            <p:cNvSpPr/>
            <p:nvPr/>
          </p:nvSpPr>
          <p:spPr>
            <a:xfrm>
              <a:off x="880869" y="1807484"/>
              <a:ext cx="445258" cy="391638"/>
            </a:xfrm>
            <a:custGeom>
              <a:rect b="b" l="l" r="r" t="t"/>
              <a:pathLst>
                <a:path extrusionOk="0" h="11942" w="13577">
                  <a:moveTo>
                    <a:pt x="0" y="1"/>
                  </a:moveTo>
                  <a:lnTo>
                    <a:pt x="0" y="11941"/>
                  </a:lnTo>
                  <a:lnTo>
                    <a:pt x="13576" y="1"/>
                  </a:lnTo>
                  <a:close/>
                </a:path>
              </a:pathLst>
            </a:custGeom>
            <a:solidFill>
              <a:srgbClr val="78C8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0" name="Google Shape;340;p26"/>
            <p:cNvSpPr/>
            <p:nvPr/>
          </p:nvSpPr>
          <p:spPr>
            <a:xfrm>
              <a:off x="1835632" y="1807484"/>
              <a:ext cx="386260" cy="391638"/>
            </a:xfrm>
            <a:custGeom>
              <a:rect b="b" l="l" r="r" t="t"/>
              <a:pathLst>
                <a:path extrusionOk="0" h="11942" w="11778">
                  <a:moveTo>
                    <a:pt x="1" y="1"/>
                  </a:moveTo>
                  <a:lnTo>
                    <a:pt x="1" y="11941"/>
                  </a:lnTo>
                  <a:lnTo>
                    <a:pt x="11778" y="1194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3E97C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41" name="Google Shape;341;p26"/>
          <p:cNvSpPr/>
          <p:nvPr/>
        </p:nvSpPr>
        <p:spPr>
          <a:xfrm>
            <a:off x="3356530" y="1670532"/>
            <a:ext cx="5490000" cy="229500"/>
          </a:xfrm>
          <a:prstGeom prst="roundRect">
            <a:avLst>
              <a:gd fmla="val 50000" name="adj"/>
            </a:avLst>
          </a:prstGeom>
          <a:solidFill>
            <a:srgbClr val="113748"/>
          </a:solidFill>
          <a:ln>
            <a:noFill/>
          </a:ln>
        </p:spPr>
        <p:txBody>
          <a:bodyPr anchorCtr="0" anchor="ctr" bIns="0" lIns="75675" spcFirstLastPara="1" rIns="7567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28"/>
              <a:buFont typeface="Arial"/>
              <a:buNone/>
            </a:pPr>
            <a:r>
              <a:rPr b="1" i="0" lang="es" sz="1028" u="none" cap="none" strike="noStrike">
                <a:solidFill>
                  <a:srgbClr val="FFFFFF"/>
                </a:solidFill>
                <a:latin typeface="Archivo"/>
                <a:ea typeface="Archivo"/>
                <a:cs typeface="Archivo"/>
                <a:sym typeface="Archivo"/>
              </a:rPr>
              <a:t>Impacto</a:t>
            </a:r>
            <a:r>
              <a:rPr b="0" i="0" lang="es" sz="1028" u="none" cap="none" strike="noStrike">
                <a:solidFill>
                  <a:srgbClr val="FFFFFF"/>
                </a:solidFill>
                <a:latin typeface="Archivo"/>
                <a:ea typeface="Archivo"/>
                <a:cs typeface="Archivo"/>
                <a:sym typeface="Archivo"/>
              </a:rPr>
              <a:t> (a cuántas personas llegamos efectivamente)</a:t>
            </a:r>
            <a:endParaRPr b="0" i="0" sz="1028" u="none" cap="none" strike="noStrike">
              <a:solidFill>
                <a:srgbClr val="FFFFFF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342" name="Google Shape;342;p26"/>
          <p:cNvSpPr/>
          <p:nvPr/>
        </p:nvSpPr>
        <p:spPr>
          <a:xfrm>
            <a:off x="3358980" y="3482132"/>
            <a:ext cx="5490000" cy="229500"/>
          </a:xfrm>
          <a:prstGeom prst="roundRect">
            <a:avLst>
              <a:gd fmla="val 50000" name="adj"/>
            </a:avLst>
          </a:prstGeom>
          <a:solidFill>
            <a:srgbClr val="113748"/>
          </a:solidFill>
          <a:ln>
            <a:noFill/>
          </a:ln>
        </p:spPr>
        <p:txBody>
          <a:bodyPr anchorCtr="0" anchor="ctr" bIns="0" lIns="75675" spcFirstLastPara="1" rIns="7567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28"/>
              <a:buFont typeface="Arial"/>
              <a:buNone/>
            </a:pPr>
            <a:r>
              <a:rPr b="1" i="0" lang="es" sz="1028" u="none" cap="none" strike="noStrike">
                <a:solidFill>
                  <a:srgbClr val="FFFFFF"/>
                </a:solidFill>
                <a:latin typeface="Archivo"/>
                <a:ea typeface="Archivo"/>
                <a:cs typeface="Archivo"/>
                <a:sym typeface="Archivo"/>
              </a:rPr>
              <a:t>Alcance objetivo </a:t>
            </a:r>
            <a:r>
              <a:rPr b="0" i="0" lang="es" sz="1028" u="none" cap="none" strike="noStrike">
                <a:solidFill>
                  <a:srgbClr val="FFFFFF"/>
                </a:solidFill>
                <a:latin typeface="Archivo"/>
                <a:ea typeface="Archivo"/>
                <a:cs typeface="Archivo"/>
                <a:sym typeface="Archivo"/>
              </a:rPr>
              <a:t>(a cuántas personas podemos llegar)</a:t>
            </a:r>
            <a:endParaRPr b="0" i="0" sz="1028" u="none" cap="none" strike="noStrike">
              <a:solidFill>
                <a:srgbClr val="FFFFFF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cxnSp>
        <p:nvCxnSpPr>
          <p:cNvPr id="343" name="Google Shape;343;p26"/>
          <p:cNvCxnSpPr/>
          <p:nvPr/>
        </p:nvCxnSpPr>
        <p:spPr>
          <a:xfrm rot="10800000">
            <a:off x="181799" y="2292454"/>
            <a:ext cx="24771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44" name="Google Shape;344;p26"/>
          <p:cNvSpPr/>
          <p:nvPr/>
        </p:nvSpPr>
        <p:spPr>
          <a:xfrm>
            <a:off x="3573106" y="856140"/>
            <a:ext cx="3288600" cy="752700"/>
          </a:xfrm>
          <a:prstGeom prst="roundRect">
            <a:avLst>
              <a:gd fmla="val 9634" name="adj"/>
            </a:avLst>
          </a:prstGeom>
          <a:solidFill>
            <a:srgbClr val="F0F5FB"/>
          </a:solidFill>
          <a:ln>
            <a:noFill/>
          </a:ln>
        </p:spPr>
        <p:txBody>
          <a:bodyPr anchorCtr="0" anchor="ctr" bIns="75675" lIns="1594250" spcFirstLastPara="1" rIns="75675" wrap="square" tIns="136800">
            <a:noAutofit/>
          </a:bodyPr>
          <a:lstStyle/>
          <a:p>
            <a:pPr indent="0" lvl="0" marL="378451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8"/>
              <a:buFont typeface="Arial"/>
              <a:buNone/>
            </a:pPr>
            <a:r>
              <a:t/>
            </a:r>
            <a:endParaRPr b="1" i="0" sz="928" u="none" cap="none" strike="noStrike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130432" lvl="0" marL="143036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B0EAFF"/>
              </a:buClr>
              <a:buSzPts val="928"/>
              <a:buFont typeface="Archivo"/>
              <a:buChar char="●"/>
            </a:pPr>
            <a:r>
              <a:rPr b="1" i="0" lang="es" sz="928" u="none" cap="none" strike="noStrik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Mail: {{ecv_insc_mail}} ({{ecv_insc_mail_pct}}%)</a:t>
            </a:r>
            <a:endParaRPr b="0" i="0" sz="928" u="none" cap="none" strike="noStrike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130432" lvl="0" marL="143036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B0EAFF"/>
              </a:buClr>
              <a:buSzPts val="928"/>
              <a:buFont typeface="Archivo"/>
              <a:buChar char="●"/>
            </a:pPr>
            <a:r>
              <a:rPr b="1" i="0" lang="es" sz="928" u="none" cap="none" strike="noStrik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Digital: {{ecv_insc_digital}} ({{ecv_insc_digital_pct}}%)</a:t>
            </a:r>
            <a:endParaRPr b="1" i="0" sz="928" u="none" cap="none" strike="noStrike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130432" lvl="0" marL="143036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B0EAFF"/>
              </a:buClr>
              <a:buSzPts val="928"/>
              <a:buFont typeface="Archivo"/>
              <a:buChar char="●"/>
            </a:pPr>
            <a:r>
              <a:rPr b="1" i="0" lang="es" sz="928" u="none" cap="none" strike="noStrik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Call Center: {{ecv_insc_cc}} ({{ecv_insc_cc_pct}}%)  </a:t>
            </a:r>
            <a:endParaRPr b="1" i="0" sz="928" u="none" cap="none" strike="noStrike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130432" lvl="0" marL="143036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B0EAFF"/>
              </a:buClr>
              <a:buSzPts val="928"/>
              <a:buFont typeface="Archivo"/>
              <a:buChar char="●"/>
            </a:pPr>
            <a:r>
              <a:rPr b="1" i="0" lang="es" sz="928" u="none" cap="none" strike="noStrik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Difusión: {{ecv_insc_dif}} ({{ecv_insc_dif_pct}}%)</a:t>
            </a:r>
            <a:endParaRPr b="1" i="0" sz="928" u="none" cap="none" strike="noStrike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8"/>
              <a:buFont typeface="Arial"/>
              <a:buNone/>
            </a:pPr>
            <a:r>
              <a:t/>
            </a:r>
            <a:endParaRPr b="1" i="0" sz="928" u="none" cap="none" strike="noStrike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345" name="Google Shape;345;p26"/>
          <p:cNvSpPr/>
          <p:nvPr/>
        </p:nvSpPr>
        <p:spPr>
          <a:xfrm>
            <a:off x="3573106" y="856365"/>
            <a:ext cx="1523400" cy="752700"/>
          </a:xfrm>
          <a:prstGeom prst="roundRect">
            <a:avLst>
              <a:gd fmla="val 9890" name="adj"/>
            </a:avLst>
          </a:prstGeom>
          <a:solidFill>
            <a:srgbClr val="8DE2D6"/>
          </a:solidFill>
          <a:ln>
            <a:noFill/>
          </a:ln>
        </p:spPr>
        <p:txBody>
          <a:bodyPr anchorCtr="0" anchor="ctr" bIns="75675" lIns="581075" spcFirstLastPara="1" rIns="75675" wrap="square" tIns="7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37"/>
              <a:buFont typeface="Arial"/>
              <a:buNone/>
            </a:pPr>
            <a:r>
              <a:rPr b="1" i="0" lang="es" sz="1738" u="none" cap="none" strike="noStrik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{{ecv_inscriptos}}</a:t>
            </a:r>
            <a:endParaRPr b="1" i="0" sz="1738" u="none" cap="none" strike="noStrike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9"/>
              <a:buFont typeface="Arial"/>
              <a:buNone/>
            </a:pPr>
            <a:r>
              <a:rPr b="0" i="0" lang="es" sz="1159" u="none" cap="none" strike="noStrik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Inscriptos</a:t>
            </a:r>
            <a:endParaRPr b="0" i="0" sz="1159" u="none" cap="none" strike="noStrike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346" name="Google Shape;346;p26"/>
          <p:cNvSpPr/>
          <p:nvPr/>
        </p:nvSpPr>
        <p:spPr>
          <a:xfrm>
            <a:off x="3665676" y="1120368"/>
            <a:ext cx="303915" cy="304210"/>
          </a:xfrm>
          <a:custGeom>
            <a:rect b="b" l="l" r="r" t="t"/>
            <a:pathLst>
              <a:path extrusionOk="0" h="8948" w="8940">
                <a:moveTo>
                  <a:pt x="6217" y="2764"/>
                </a:moveTo>
                <a:cubicBezTo>
                  <a:pt x="6330" y="2764"/>
                  <a:pt x="6441" y="2809"/>
                  <a:pt x="6531" y="2900"/>
                </a:cubicBezTo>
                <a:cubicBezTo>
                  <a:pt x="6701" y="3078"/>
                  <a:pt x="6701" y="3355"/>
                  <a:pt x="6504" y="3542"/>
                </a:cubicBezTo>
                <a:cubicBezTo>
                  <a:pt x="5675" y="4372"/>
                  <a:pt x="4845" y="5210"/>
                  <a:pt x="4015" y="6040"/>
                </a:cubicBezTo>
                <a:cubicBezTo>
                  <a:pt x="3913" y="6142"/>
                  <a:pt x="3797" y="6194"/>
                  <a:pt x="3681" y="6194"/>
                </a:cubicBezTo>
                <a:cubicBezTo>
                  <a:pt x="3565" y="6194"/>
                  <a:pt x="3449" y="6142"/>
                  <a:pt x="3346" y="6040"/>
                </a:cubicBezTo>
                <a:cubicBezTo>
                  <a:pt x="3034" y="5736"/>
                  <a:pt x="2731" y="5433"/>
                  <a:pt x="2436" y="5130"/>
                </a:cubicBezTo>
                <a:cubicBezTo>
                  <a:pt x="2240" y="4934"/>
                  <a:pt x="2231" y="4657"/>
                  <a:pt x="2410" y="4479"/>
                </a:cubicBezTo>
                <a:cubicBezTo>
                  <a:pt x="2497" y="4392"/>
                  <a:pt x="2607" y="4347"/>
                  <a:pt x="2720" y="4347"/>
                </a:cubicBezTo>
                <a:cubicBezTo>
                  <a:pt x="2839" y="4347"/>
                  <a:pt x="2960" y="4396"/>
                  <a:pt x="3061" y="4496"/>
                </a:cubicBezTo>
                <a:cubicBezTo>
                  <a:pt x="3266" y="4693"/>
                  <a:pt x="3471" y="4898"/>
                  <a:pt x="3676" y="5112"/>
                </a:cubicBezTo>
                <a:cubicBezTo>
                  <a:pt x="3935" y="4853"/>
                  <a:pt x="4185" y="4603"/>
                  <a:pt x="4426" y="4363"/>
                </a:cubicBezTo>
                <a:cubicBezTo>
                  <a:pt x="4907" y="3881"/>
                  <a:pt x="5389" y="3399"/>
                  <a:pt x="5871" y="2917"/>
                </a:cubicBezTo>
                <a:cubicBezTo>
                  <a:pt x="5972" y="2816"/>
                  <a:pt x="6096" y="2764"/>
                  <a:pt x="6217" y="2764"/>
                </a:cubicBezTo>
                <a:close/>
                <a:moveTo>
                  <a:pt x="4470" y="0"/>
                </a:moveTo>
                <a:cubicBezTo>
                  <a:pt x="1999" y="0"/>
                  <a:pt x="1" y="2007"/>
                  <a:pt x="1" y="4479"/>
                </a:cubicBezTo>
                <a:cubicBezTo>
                  <a:pt x="1" y="6941"/>
                  <a:pt x="1999" y="8948"/>
                  <a:pt x="4470" y="8948"/>
                </a:cubicBezTo>
                <a:cubicBezTo>
                  <a:pt x="6941" y="8948"/>
                  <a:pt x="8940" y="6950"/>
                  <a:pt x="8940" y="4479"/>
                </a:cubicBezTo>
                <a:cubicBezTo>
                  <a:pt x="8940" y="2007"/>
                  <a:pt x="6941" y="9"/>
                  <a:pt x="4470" y="0"/>
                </a:cubicBezTo>
                <a:close/>
              </a:path>
            </a:pathLst>
          </a:custGeom>
          <a:solidFill>
            <a:srgbClr val="1532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" name="Google Shape;347;p26"/>
          <p:cNvSpPr/>
          <p:nvPr/>
        </p:nvSpPr>
        <p:spPr>
          <a:xfrm>
            <a:off x="4040612" y="1010424"/>
            <a:ext cx="17700" cy="522900"/>
          </a:xfrm>
          <a:prstGeom prst="roundRect">
            <a:avLst>
              <a:gd fmla="val 50000" name="adj"/>
            </a:avLst>
          </a:prstGeom>
          <a:solidFill>
            <a:srgbClr val="153244"/>
          </a:solidFill>
          <a:ln>
            <a:noFill/>
          </a:ln>
        </p:spPr>
        <p:txBody>
          <a:bodyPr anchorCtr="0" anchor="ctr" bIns="75675" lIns="75675" spcFirstLastPara="1" rIns="75675" wrap="square" tIns="756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9"/>
              <a:buFont typeface="Arial"/>
              <a:buNone/>
            </a:pPr>
            <a:r>
              <a:t/>
            </a:r>
            <a:endParaRPr b="0" i="0" sz="1159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" name="Google Shape;348;p26"/>
          <p:cNvSpPr/>
          <p:nvPr/>
        </p:nvSpPr>
        <p:spPr>
          <a:xfrm>
            <a:off x="6745500" y="856125"/>
            <a:ext cx="1713300" cy="752700"/>
          </a:xfrm>
          <a:prstGeom prst="roundRect">
            <a:avLst>
              <a:gd fmla="val 9890" name="adj"/>
            </a:avLst>
          </a:prstGeom>
          <a:solidFill>
            <a:srgbClr val="8DE2D6"/>
          </a:solidFill>
          <a:ln>
            <a:noFill/>
          </a:ln>
        </p:spPr>
        <p:txBody>
          <a:bodyPr anchorCtr="0" anchor="ctr" bIns="75675" lIns="581075" spcFirstLastPara="1" rIns="75675" wrap="square" tIns="7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37"/>
              <a:buFont typeface="Arial"/>
              <a:buNone/>
            </a:pPr>
            <a:r>
              <a:rPr b="1" i="0" lang="es" sz="1738" u="none" cap="none" strike="noStrik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{{ecv_asistentes}} </a:t>
            </a:r>
            <a:r>
              <a:rPr b="1" i="0" lang="es" sz="1438" u="none" cap="none" strike="noStrik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({{ecv_asistentes_pct}}%)</a:t>
            </a:r>
            <a:endParaRPr b="1" i="0" sz="1038" u="none" cap="none" strike="noStrike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9"/>
              <a:buFont typeface="Arial"/>
              <a:buNone/>
            </a:pPr>
            <a:r>
              <a:rPr b="0" i="0" lang="es" sz="1159" u="none" cap="none" strike="noStrik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Asistentes</a:t>
            </a:r>
            <a:endParaRPr b="0" i="0" sz="1159" u="none" cap="none" strike="noStrike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349" name="Google Shape;349;p26"/>
          <p:cNvSpPr/>
          <p:nvPr/>
        </p:nvSpPr>
        <p:spPr>
          <a:xfrm>
            <a:off x="7213018" y="940947"/>
            <a:ext cx="17700" cy="583500"/>
          </a:xfrm>
          <a:prstGeom prst="roundRect">
            <a:avLst>
              <a:gd fmla="val 50000" name="adj"/>
            </a:avLst>
          </a:prstGeom>
          <a:solidFill>
            <a:srgbClr val="153244"/>
          </a:solidFill>
          <a:ln>
            <a:noFill/>
          </a:ln>
        </p:spPr>
        <p:txBody>
          <a:bodyPr anchorCtr="0" anchor="ctr" bIns="75675" lIns="75675" spcFirstLastPara="1" rIns="75675" wrap="square" tIns="756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9"/>
              <a:buFont typeface="Arial"/>
              <a:buNone/>
            </a:pPr>
            <a:r>
              <a:t/>
            </a:r>
            <a:endParaRPr b="0" i="0" sz="1159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50" name="Google Shape;350;p26"/>
          <p:cNvGrpSpPr/>
          <p:nvPr/>
        </p:nvGrpSpPr>
        <p:grpSpPr>
          <a:xfrm>
            <a:off x="6861707" y="1129434"/>
            <a:ext cx="255688" cy="206746"/>
            <a:chOff x="10290013" y="6822988"/>
            <a:chExt cx="649450" cy="470625"/>
          </a:xfrm>
        </p:grpSpPr>
        <p:sp>
          <p:nvSpPr>
            <p:cNvPr id="351" name="Google Shape;351;p26"/>
            <p:cNvSpPr/>
            <p:nvPr/>
          </p:nvSpPr>
          <p:spPr>
            <a:xfrm>
              <a:off x="10526138" y="7086038"/>
              <a:ext cx="413325" cy="207575"/>
            </a:xfrm>
            <a:custGeom>
              <a:rect b="b" l="l" r="r" t="t"/>
              <a:pathLst>
                <a:path extrusionOk="0" h="8303" w="16533">
                  <a:moveTo>
                    <a:pt x="8457" y="1"/>
                  </a:moveTo>
                  <a:cubicBezTo>
                    <a:pt x="7644" y="1"/>
                    <a:pt x="6830" y="65"/>
                    <a:pt x="6024" y="167"/>
                  </a:cubicBezTo>
                  <a:cubicBezTo>
                    <a:pt x="2701" y="576"/>
                    <a:pt x="82" y="3555"/>
                    <a:pt x="16" y="6878"/>
                  </a:cubicBezTo>
                  <a:cubicBezTo>
                    <a:pt x="0" y="7844"/>
                    <a:pt x="442" y="8302"/>
                    <a:pt x="1424" y="8302"/>
                  </a:cubicBezTo>
                  <a:lnTo>
                    <a:pt x="15223" y="8302"/>
                  </a:lnTo>
                  <a:cubicBezTo>
                    <a:pt x="16009" y="8302"/>
                    <a:pt x="16516" y="7811"/>
                    <a:pt x="16516" y="7075"/>
                  </a:cubicBezTo>
                  <a:cubicBezTo>
                    <a:pt x="16532" y="3883"/>
                    <a:pt x="14224" y="969"/>
                    <a:pt x="11098" y="265"/>
                  </a:cubicBezTo>
                  <a:cubicBezTo>
                    <a:pt x="10227" y="77"/>
                    <a:pt x="9343" y="1"/>
                    <a:pt x="8457" y="1"/>
                  </a:cubicBezTo>
                  <a:close/>
                </a:path>
              </a:pathLst>
            </a:custGeom>
            <a:solidFill>
              <a:srgbClr val="153244"/>
            </a:solidFill>
            <a:ln>
              <a:noFill/>
            </a:ln>
          </p:spPr>
          <p:txBody>
            <a:bodyPr anchorCtr="0" anchor="ctr" bIns="75675" lIns="75675" spcFirstLastPara="1" rIns="75675" wrap="square" tIns="75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2" name="Google Shape;352;p26"/>
            <p:cNvSpPr/>
            <p:nvPr/>
          </p:nvSpPr>
          <p:spPr>
            <a:xfrm>
              <a:off x="10349763" y="6822988"/>
              <a:ext cx="235725" cy="235325"/>
            </a:xfrm>
            <a:custGeom>
              <a:rect b="b" l="l" r="r" t="t"/>
              <a:pathLst>
                <a:path extrusionOk="0" h="9413" w="9429">
                  <a:moveTo>
                    <a:pt x="4760" y="0"/>
                  </a:moveTo>
                  <a:cubicBezTo>
                    <a:pt x="4750" y="0"/>
                    <a:pt x="4741" y="0"/>
                    <a:pt x="4731" y="0"/>
                  </a:cubicBezTo>
                  <a:cubicBezTo>
                    <a:pt x="2112" y="0"/>
                    <a:pt x="0" y="2112"/>
                    <a:pt x="0" y="4682"/>
                  </a:cubicBezTo>
                  <a:cubicBezTo>
                    <a:pt x="0" y="7301"/>
                    <a:pt x="2095" y="9412"/>
                    <a:pt x="4698" y="9412"/>
                  </a:cubicBezTo>
                  <a:cubicBezTo>
                    <a:pt x="7317" y="9412"/>
                    <a:pt x="9429" y="7301"/>
                    <a:pt x="9429" y="4682"/>
                  </a:cubicBezTo>
                  <a:cubicBezTo>
                    <a:pt x="9412" y="2122"/>
                    <a:pt x="7300" y="0"/>
                    <a:pt x="4760" y="0"/>
                  </a:cubicBezTo>
                  <a:close/>
                </a:path>
              </a:pathLst>
            </a:custGeom>
            <a:solidFill>
              <a:srgbClr val="153244"/>
            </a:solidFill>
            <a:ln>
              <a:noFill/>
            </a:ln>
          </p:spPr>
          <p:txBody>
            <a:bodyPr anchorCtr="0" anchor="ctr" bIns="75675" lIns="75675" spcFirstLastPara="1" rIns="75675" wrap="square" tIns="75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3" name="Google Shape;353;p26"/>
            <p:cNvSpPr/>
            <p:nvPr/>
          </p:nvSpPr>
          <p:spPr>
            <a:xfrm>
              <a:off x="10614938" y="6822988"/>
              <a:ext cx="235725" cy="235325"/>
            </a:xfrm>
            <a:custGeom>
              <a:rect b="b" l="l" r="r" t="t"/>
              <a:pathLst>
                <a:path extrusionOk="0" h="9413" w="9429">
                  <a:moveTo>
                    <a:pt x="4760" y="0"/>
                  </a:moveTo>
                  <a:cubicBezTo>
                    <a:pt x="4750" y="0"/>
                    <a:pt x="4740" y="0"/>
                    <a:pt x="4731" y="0"/>
                  </a:cubicBezTo>
                  <a:cubicBezTo>
                    <a:pt x="2128" y="0"/>
                    <a:pt x="0" y="2096"/>
                    <a:pt x="0" y="4682"/>
                  </a:cubicBezTo>
                  <a:cubicBezTo>
                    <a:pt x="0" y="7301"/>
                    <a:pt x="2095" y="9412"/>
                    <a:pt x="4698" y="9412"/>
                  </a:cubicBezTo>
                  <a:cubicBezTo>
                    <a:pt x="7317" y="9412"/>
                    <a:pt x="9428" y="7301"/>
                    <a:pt x="9428" y="4682"/>
                  </a:cubicBezTo>
                  <a:cubicBezTo>
                    <a:pt x="9428" y="2122"/>
                    <a:pt x="7300" y="0"/>
                    <a:pt x="4760" y="0"/>
                  </a:cubicBezTo>
                  <a:close/>
                </a:path>
              </a:pathLst>
            </a:custGeom>
            <a:solidFill>
              <a:srgbClr val="153244"/>
            </a:solidFill>
            <a:ln>
              <a:noFill/>
            </a:ln>
          </p:spPr>
          <p:txBody>
            <a:bodyPr anchorCtr="0" anchor="ctr" bIns="75675" lIns="75675" spcFirstLastPara="1" rIns="75675" wrap="square" tIns="75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4" name="Google Shape;354;p26"/>
            <p:cNvSpPr/>
            <p:nvPr/>
          </p:nvSpPr>
          <p:spPr>
            <a:xfrm>
              <a:off x="10290013" y="7087413"/>
              <a:ext cx="245950" cy="206200"/>
            </a:xfrm>
            <a:custGeom>
              <a:rect b="b" l="l" r="r" t="t"/>
              <a:pathLst>
                <a:path extrusionOk="0" h="8248" w="9838">
                  <a:moveTo>
                    <a:pt x="7256" y="1"/>
                  </a:moveTo>
                  <a:cubicBezTo>
                    <a:pt x="6899" y="1"/>
                    <a:pt x="6543" y="15"/>
                    <a:pt x="6188" y="30"/>
                  </a:cubicBezTo>
                  <a:cubicBezTo>
                    <a:pt x="5058" y="79"/>
                    <a:pt x="4027" y="407"/>
                    <a:pt x="3094" y="1029"/>
                  </a:cubicBezTo>
                  <a:cubicBezTo>
                    <a:pt x="999" y="2404"/>
                    <a:pt x="0" y="4384"/>
                    <a:pt x="17" y="6872"/>
                  </a:cubicBezTo>
                  <a:cubicBezTo>
                    <a:pt x="33" y="7789"/>
                    <a:pt x="492" y="8247"/>
                    <a:pt x="1392" y="8247"/>
                  </a:cubicBezTo>
                  <a:lnTo>
                    <a:pt x="7235" y="8247"/>
                  </a:lnTo>
                  <a:cubicBezTo>
                    <a:pt x="6777" y="5203"/>
                    <a:pt x="7792" y="2666"/>
                    <a:pt x="9838" y="423"/>
                  </a:cubicBezTo>
                  <a:cubicBezTo>
                    <a:pt x="9740" y="390"/>
                    <a:pt x="9658" y="341"/>
                    <a:pt x="9576" y="325"/>
                  </a:cubicBezTo>
                  <a:cubicBezTo>
                    <a:pt x="8813" y="67"/>
                    <a:pt x="8034" y="1"/>
                    <a:pt x="7256" y="1"/>
                  </a:cubicBezTo>
                  <a:close/>
                </a:path>
              </a:pathLst>
            </a:custGeom>
            <a:solidFill>
              <a:srgbClr val="153244"/>
            </a:solidFill>
            <a:ln>
              <a:noFill/>
            </a:ln>
          </p:spPr>
          <p:txBody>
            <a:bodyPr anchorCtr="0" anchor="ctr" bIns="75675" lIns="75675" spcFirstLastPara="1" rIns="75675" wrap="square" tIns="75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55" name="Google Shape;355;p26"/>
          <p:cNvSpPr/>
          <p:nvPr/>
        </p:nvSpPr>
        <p:spPr>
          <a:xfrm>
            <a:off x="6313889" y="4306386"/>
            <a:ext cx="1224300" cy="437400"/>
          </a:xfrm>
          <a:prstGeom prst="roundRect">
            <a:avLst>
              <a:gd fmla="val 8271" name="adj"/>
            </a:avLst>
          </a:prstGeom>
          <a:solidFill>
            <a:srgbClr val="F1F6FD"/>
          </a:solidFill>
          <a:ln>
            <a:noFill/>
          </a:ln>
        </p:spPr>
        <p:txBody>
          <a:bodyPr anchorCtr="0" anchor="t" bIns="0" lIns="91425" spcFirstLastPara="1" rIns="91425" wrap="square" tIns="234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s" sz="900" u="none" cap="none" strike="noStrik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{{enc_audiencia}}</a:t>
            </a:r>
            <a:endParaRPr b="1" i="0" sz="900" u="none" cap="none" strike="noStrike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 i="0" sz="900" u="none" cap="none" strike="noStrike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356" name="Google Shape;356;p26"/>
          <p:cNvSpPr/>
          <p:nvPr/>
        </p:nvSpPr>
        <p:spPr>
          <a:xfrm>
            <a:off x="6313889" y="4306377"/>
            <a:ext cx="1224300" cy="189600"/>
          </a:xfrm>
          <a:prstGeom prst="roundRect">
            <a:avLst>
              <a:gd fmla="val 16667" name="adj"/>
            </a:avLst>
          </a:prstGeom>
          <a:solidFill>
            <a:srgbClr val="C27BA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s" sz="800" u="none" cap="none" strike="noStrike">
                <a:solidFill>
                  <a:srgbClr val="000000"/>
                </a:solidFill>
                <a:latin typeface="Archivo"/>
                <a:ea typeface="Archivo"/>
                <a:cs typeface="Archivo"/>
                <a:sym typeface="Archivo"/>
              </a:rPr>
              <a:t>Audiencia</a:t>
            </a:r>
            <a:endParaRPr b="1" i="0" sz="800" u="none" cap="none" strike="noStrike">
              <a:solidFill>
                <a:srgbClr val="153244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pic>
        <p:nvPicPr>
          <p:cNvPr id="357" name="Google Shape;357;p26" title="telefono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74322" y="4339260"/>
            <a:ext cx="129475" cy="129457"/>
          </a:xfrm>
          <a:prstGeom prst="rect">
            <a:avLst/>
          </a:prstGeom>
          <a:noFill/>
          <a:ln>
            <a:noFill/>
          </a:ln>
        </p:spPr>
      </p:pic>
      <p:sp>
        <p:nvSpPr>
          <p:cNvPr id="358" name="Google Shape;358;p26"/>
          <p:cNvSpPr/>
          <p:nvPr/>
        </p:nvSpPr>
        <p:spPr>
          <a:xfrm>
            <a:off x="4919449" y="4306386"/>
            <a:ext cx="1286100" cy="437400"/>
          </a:xfrm>
          <a:prstGeom prst="roundRect">
            <a:avLst>
              <a:gd fmla="val 8271" name="adj"/>
            </a:avLst>
          </a:prstGeom>
          <a:solidFill>
            <a:srgbClr val="F1F6FD"/>
          </a:solidFill>
          <a:ln>
            <a:noFill/>
          </a:ln>
        </p:spPr>
        <p:txBody>
          <a:bodyPr anchorCtr="0" anchor="t" bIns="0" lIns="91425" spcFirstLastPara="1" rIns="91425" wrap="square" tIns="234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s" sz="900" u="none" cap="none" strike="noStrik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{{enc_mails_enviados}}</a:t>
            </a:r>
            <a:endParaRPr b="1" i="0" sz="900" u="none" cap="none" strike="noStrike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1" i="0" sz="900" u="none" cap="none" strike="noStrike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359" name="Google Shape;359;p26"/>
          <p:cNvSpPr/>
          <p:nvPr/>
        </p:nvSpPr>
        <p:spPr>
          <a:xfrm>
            <a:off x="4919449" y="4306377"/>
            <a:ext cx="1286100" cy="189600"/>
          </a:xfrm>
          <a:prstGeom prst="roundRect">
            <a:avLst>
              <a:gd fmla="val 16667" name="adj"/>
            </a:avLst>
          </a:prstGeom>
          <a:solidFill>
            <a:srgbClr val="B4A7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s" sz="800" u="none" cap="none" strike="noStrik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Mails enviados</a:t>
            </a:r>
            <a:endParaRPr b="1" i="0" sz="800" u="none" cap="none" strike="noStrike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grpSp>
        <p:nvGrpSpPr>
          <p:cNvPr id="360" name="Google Shape;360;p26"/>
          <p:cNvGrpSpPr/>
          <p:nvPr/>
        </p:nvGrpSpPr>
        <p:grpSpPr>
          <a:xfrm>
            <a:off x="6029816" y="4355569"/>
            <a:ext cx="129482" cy="96839"/>
            <a:chOff x="11542348" y="3083222"/>
            <a:chExt cx="361681" cy="274876"/>
          </a:xfrm>
        </p:grpSpPr>
        <p:sp>
          <p:nvSpPr>
            <p:cNvPr id="361" name="Google Shape;361;p26"/>
            <p:cNvSpPr/>
            <p:nvPr/>
          </p:nvSpPr>
          <p:spPr>
            <a:xfrm>
              <a:off x="11545963" y="3083222"/>
              <a:ext cx="354449" cy="169989"/>
            </a:xfrm>
            <a:custGeom>
              <a:rect b="b" l="l" r="r" t="t"/>
              <a:pathLst>
                <a:path extrusionOk="0" h="298" w="635">
                  <a:moveTo>
                    <a:pt x="298" y="290"/>
                  </a:moveTo>
                  <a:cubicBezTo>
                    <a:pt x="304" y="295"/>
                    <a:pt x="311" y="298"/>
                    <a:pt x="318" y="298"/>
                  </a:cubicBezTo>
                  <a:cubicBezTo>
                    <a:pt x="325" y="298"/>
                    <a:pt x="331" y="295"/>
                    <a:pt x="337" y="290"/>
                  </a:cubicBezTo>
                  <a:cubicBezTo>
                    <a:pt x="383" y="248"/>
                    <a:pt x="540" y="115"/>
                    <a:pt x="629" y="40"/>
                  </a:cubicBezTo>
                  <a:cubicBezTo>
                    <a:pt x="635" y="35"/>
                    <a:pt x="635" y="27"/>
                    <a:pt x="631" y="21"/>
                  </a:cubicBezTo>
                  <a:cubicBezTo>
                    <a:pt x="620" y="8"/>
                    <a:pt x="605" y="0"/>
                    <a:pt x="588" y="0"/>
                  </a:cubicBezTo>
                  <a:lnTo>
                    <a:pt x="47" y="0"/>
                  </a:lnTo>
                  <a:cubicBezTo>
                    <a:pt x="30" y="0"/>
                    <a:pt x="15" y="8"/>
                    <a:pt x="4" y="21"/>
                  </a:cubicBezTo>
                  <a:cubicBezTo>
                    <a:pt x="0" y="27"/>
                    <a:pt x="1" y="35"/>
                    <a:pt x="6" y="40"/>
                  </a:cubicBezTo>
                  <a:cubicBezTo>
                    <a:pt x="96" y="115"/>
                    <a:pt x="252" y="248"/>
                    <a:pt x="298" y="290"/>
                  </a:cubicBezTo>
                </a:path>
              </a:pathLst>
            </a:custGeom>
            <a:solidFill>
              <a:srgbClr val="153244"/>
            </a:solidFill>
            <a:ln>
              <a:noFill/>
            </a:ln>
          </p:spPr>
          <p:txBody>
            <a:bodyPr anchorCtr="0" anchor="t" bIns="6700" lIns="13400" spcFirstLastPara="1" rIns="13400" wrap="square" tIns="6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34"/>
                <a:buFont typeface="Arial"/>
                <a:buNone/>
              </a:pPr>
              <a:r>
                <a:t/>
              </a:r>
              <a:endParaRPr b="0" i="0" sz="234" u="none" cap="none" strike="noStrike">
                <a:solidFill>
                  <a:srgbClr val="000000"/>
                </a:solidFill>
                <a:latin typeface="Nunito Medium"/>
                <a:ea typeface="Nunito Medium"/>
                <a:cs typeface="Nunito Medium"/>
                <a:sym typeface="Nunito Medium"/>
              </a:endParaRPr>
            </a:p>
          </p:txBody>
        </p:sp>
        <p:sp>
          <p:nvSpPr>
            <p:cNvPr id="362" name="Google Shape;362;p26"/>
            <p:cNvSpPr/>
            <p:nvPr/>
          </p:nvSpPr>
          <p:spPr>
            <a:xfrm>
              <a:off x="11542348" y="3159174"/>
              <a:ext cx="361681" cy="198924"/>
            </a:xfrm>
            <a:custGeom>
              <a:rect b="b" l="l" r="r" t="t"/>
              <a:pathLst>
                <a:path extrusionOk="0" h="358" w="650">
                  <a:moveTo>
                    <a:pt x="642" y="3"/>
                  </a:moveTo>
                  <a:cubicBezTo>
                    <a:pt x="637" y="0"/>
                    <a:pt x="631" y="1"/>
                    <a:pt x="627" y="5"/>
                  </a:cubicBezTo>
                  <a:cubicBezTo>
                    <a:pt x="528" y="88"/>
                    <a:pt x="402" y="196"/>
                    <a:pt x="362" y="232"/>
                  </a:cubicBezTo>
                  <a:cubicBezTo>
                    <a:pt x="340" y="252"/>
                    <a:pt x="309" y="252"/>
                    <a:pt x="287" y="232"/>
                  </a:cubicBezTo>
                  <a:cubicBezTo>
                    <a:pt x="245" y="194"/>
                    <a:pt x="103" y="73"/>
                    <a:pt x="22" y="5"/>
                  </a:cubicBezTo>
                  <a:cubicBezTo>
                    <a:pt x="18" y="1"/>
                    <a:pt x="12" y="1"/>
                    <a:pt x="8" y="3"/>
                  </a:cubicBezTo>
                  <a:cubicBezTo>
                    <a:pt x="3" y="5"/>
                    <a:pt x="0" y="10"/>
                    <a:pt x="0" y="15"/>
                  </a:cubicBezTo>
                  <a:lnTo>
                    <a:pt x="0" y="304"/>
                  </a:lnTo>
                  <a:cubicBezTo>
                    <a:pt x="0" y="334"/>
                    <a:pt x="24" y="358"/>
                    <a:pt x="54" y="358"/>
                  </a:cubicBezTo>
                  <a:lnTo>
                    <a:pt x="595" y="358"/>
                  </a:lnTo>
                  <a:cubicBezTo>
                    <a:pt x="625" y="358"/>
                    <a:pt x="650" y="334"/>
                    <a:pt x="650" y="304"/>
                  </a:cubicBezTo>
                  <a:lnTo>
                    <a:pt x="650" y="15"/>
                  </a:lnTo>
                  <a:cubicBezTo>
                    <a:pt x="650" y="10"/>
                    <a:pt x="646" y="5"/>
                    <a:pt x="642" y="3"/>
                  </a:cubicBezTo>
                </a:path>
              </a:pathLst>
            </a:custGeom>
            <a:solidFill>
              <a:srgbClr val="153244"/>
            </a:solidFill>
            <a:ln>
              <a:noFill/>
            </a:ln>
          </p:spPr>
          <p:txBody>
            <a:bodyPr anchorCtr="0" anchor="t" bIns="6700" lIns="13400" spcFirstLastPara="1" rIns="13400" wrap="square" tIns="6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34"/>
                <a:buFont typeface="Arial"/>
                <a:buNone/>
              </a:pPr>
              <a:r>
                <a:t/>
              </a:r>
              <a:endParaRPr b="0" i="0" sz="234" u="none" cap="none" strike="noStrike">
                <a:solidFill>
                  <a:srgbClr val="000000"/>
                </a:solidFill>
                <a:latin typeface="Nunito Medium"/>
                <a:ea typeface="Nunito Medium"/>
                <a:cs typeface="Nunito Medium"/>
                <a:sym typeface="Nunito Medium"/>
              </a:endParaRPr>
            </a:p>
          </p:txBody>
        </p:sp>
      </p:grpSp>
      <p:sp>
        <p:nvSpPr>
          <p:cNvPr id="363" name="Google Shape;363;p26"/>
          <p:cNvSpPr/>
          <p:nvPr/>
        </p:nvSpPr>
        <p:spPr>
          <a:xfrm>
            <a:off x="6312887" y="3782010"/>
            <a:ext cx="1224300" cy="437400"/>
          </a:xfrm>
          <a:prstGeom prst="roundRect">
            <a:avLst>
              <a:gd fmla="val 8271" name="adj"/>
            </a:avLst>
          </a:prstGeom>
          <a:solidFill>
            <a:srgbClr val="F1F6FD"/>
          </a:solidFill>
          <a:ln>
            <a:noFill/>
          </a:ln>
        </p:spPr>
        <p:txBody>
          <a:bodyPr anchorCtr="0" anchor="t" bIns="0" lIns="91425" spcFirstLastPara="1" rIns="91425" wrap="square" tIns="234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s" sz="900" u="none" cap="none" strike="noStrik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{{enc_llamados}}</a:t>
            </a:r>
            <a:endParaRPr b="1" i="0" sz="900" u="none" cap="none" strike="noStrike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 i="0" sz="900" u="none" cap="none" strike="noStrike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364" name="Google Shape;364;p26"/>
          <p:cNvSpPr/>
          <p:nvPr/>
        </p:nvSpPr>
        <p:spPr>
          <a:xfrm>
            <a:off x="6312887" y="3782000"/>
            <a:ext cx="1224300" cy="189600"/>
          </a:xfrm>
          <a:prstGeom prst="roundRect">
            <a:avLst>
              <a:gd fmla="val 16667" name="adj"/>
            </a:avLst>
          </a:prstGeom>
          <a:solidFill>
            <a:srgbClr val="C27BA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s" sz="800" u="none" cap="none" strike="noStrike">
                <a:solidFill>
                  <a:srgbClr val="000000"/>
                </a:solidFill>
                <a:latin typeface="Archivo"/>
                <a:ea typeface="Archivo"/>
                <a:cs typeface="Archivo"/>
                <a:sym typeface="Archivo"/>
              </a:rPr>
              <a:t>Llamados</a:t>
            </a:r>
            <a:endParaRPr b="1" i="0" sz="800" u="none" cap="none" strike="noStrike">
              <a:solidFill>
                <a:srgbClr val="153244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pic>
        <p:nvPicPr>
          <p:cNvPr id="365" name="Google Shape;365;p26" title="telefono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73319" y="3814884"/>
            <a:ext cx="129475" cy="129457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26"/>
          <p:cNvSpPr/>
          <p:nvPr/>
        </p:nvSpPr>
        <p:spPr>
          <a:xfrm>
            <a:off x="4918446" y="3782010"/>
            <a:ext cx="1286100" cy="437400"/>
          </a:xfrm>
          <a:prstGeom prst="roundRect">
            <a:avLst>
              <a:gd fmla="val 8271" name="adj"/>
            </a:avLst>
          </a:prstGeom>
          <a:solidFill>
            <a:srgbClr val="F1F6FD"/>
          </a:solidFill>
          <a:ln>
            <a:noFill/>
          </a:ln>
        </p:spPr>
        <p:txBody>
          <a:bodyPr anchorCtr="0" anchor="t" bIns="0" lIns="91425" spcFirstLastPara="1" rIns="91425" wrap="square" tIns="234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s" sz="900" u="none" cap="none" strike="noStrik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{{enc_mails_entregados}}</a:t>
            </a:r>
            <a:endParaRPr b="1" i="0" sz="900" u="none" cap="none" strike="noStrike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1" i="0" sz="900" u="none" cap="none" strike="noStrike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367" name="Google Shape;367;p26"/>
          <p:cNvSpPr/>
          <p:nvPr/>
        </p:nvSpPr>
        <p:spPr>
          <a:xfrm>
            <a:off x="4918446" y="3782000"/>
            <a:ext cx="1286100" cy="189600"/>
          </a:xfrm>
          <a:prstGeom prst="roundRect">
            <a:avLst>
              <a:gd fmla="val 16667" name="adj"/>
            </a:avLst>
          </a:prstGeom>
          <a:solidFill>
            <a:srgbClr val="B4A7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s" sz="800" u="none" cap="none" strike="noStrik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Mails entregados</a:t>
            </a:r>
            <a:endParaRPr b="1" i="0" sz="800" u="none" cap="none" strike="noStrike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grpSp>
        <p:nvGrpSpPr>
          <p:cNvPr id="368" name="Google Shape;368;p26"/>
          <p:cNvGrpSpPr/>
          <p:nvPr/>
        </p:nvGrpSpPr>
        <p:grpSpPr>
          <a:xfrm>
            <a:off x="6028813" y="3831193"/>
            <a:ext cx="129482" cy="96839"/>
            <a:chOff x="11542348" y="3083222"/>
            <a:chExt cx="361681" cy="274876"/>
          </a:xfrm>
        </p:grpSpPr>
        <p:sp>
          <p:nvSpPr>
            <p:cNvPr id="369" name="Google Shape;369;p26"/>
            <p:cNvSpPr/>
            <p:nvPr/>
          </p:nvSpPr>
          <p:spPr>
            <a:xfrm>
              <a:off x="11545963" y="3083222"/>
              <a:ext cx="354449" cy="169989"/>
            </a:xfrm>
            <a:custGeom>
              <a:rect b="b" l="l" r="r" t="t"/>
              <a:pathLst>
                <a:path extrusionOk="0" h="298" w="635">
                  <a:moveTo>
                    <a:pt x="298" y="290"/>
                  </a:moveTo>
                  <a:cubicBezTo>
                    <a:pt x="304" y="295"/>
                    <a:pt x="311" y="298"/>
                    <a:pt x="318" y="298"/>
                  </a:cubicBezTo>
                  <a:cubicBezTo>
                    <a:pt x="325" y="298"/>
                    <a:pt x="331" y="295"/>
                    <a:pt x="337" y="290"/>
                  </a:cubicBezTo>
                  <a:cubicBezTo>
                    <a:pt x="383" y="248"/>
                    <a:pt x="540" y="115"/>
                    <a:pt x="629" y="40"/>
                  </a:cubicBezTo>
                  <a:cubicBezTo>
                    <a:pt x="635" y="35"/>
                    <a:pt x="635" y="27"/>
                    <a:pt x="631" y="21"/>
                  </a:cubicBezTo>
                  <a:cubicBezTo>
                    <a:pt x="620" y="8"/>
                    <a:pt x="605" y="0"/>
                    <a:pt x="588" y="0"/>
                  </a:cubicBezTo>
                  <a:lnTo>
                    <a:pt x="47" y="0"/>
                  </a:lnTo>
                  <a:cubicBezTo>
                    <a:pt x="30" y="0"/>
                    <a:pt x="15" y="8"/>
                    <a:pt x="4" y="21"/>
                  </a:cubicBezTo>
                  <a:cubicBezTo>
                    <a:pt x="0" y="27"/>
                    <a:pt x="1" y="35"/>
                    <a:pt x="6" y="40"/>
                  </a:cubicBezTo>
                  <a:cubicBezTo>
                    <a:pt x="96" y="115"/>
                    <a:pt x="252" y="248"/>
                    <a:pt x="298" y="290"/>
                  </a:cubicBezTo>
                </a:path>
              </a:pathLst>
            </a:custGeom>
            <a:solidFill>
              <a:srgbClr val="153244"/>
            </a:solidFill>
            <a:ln>
              <a:noFill/>
            </a:ln>
          </p:spPr>
          <p:txBody>
            <a:bodyPr anchorCtr="0" anchor="t" bIns="6700" lIns="13400" spcFirstLastPara="1" rIns="13400" wrap="square" tIns="6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34"/>
                <a:buFont typeface="Arial"/>
                <a:buNone/>
              </a:pPr>
              <a:r>
                <a:t/>
              </a:r>
              <a:endParaRPr b="0" i="0" sz="234" u="none" cap="none" strike="noStrike">
                <a:solidFill>
                  <a:srgbClr val="000000"/>
                </a:solidFill>
                <a:latin typeface="Nunito Medium"/>
                <a:ea typeface="Nunito Medium"/>
                <a:cs typeface="Nunito Medium"/>
                <a:sym typeface="Nunito Medium"/>
              </a:endParaRPr>
            </a:p>
          </p:txBody>
        </p:sp>
        <p:sp>
          <p:nvSpPr>
            <p:cNvPr id="370" name="Google Shape;370;p26"/>
            <p:cNvSpPr/>
            <p:nvPr/>
          </p:nvSpPr>
          <p:spPr>
            <a:xfrm>
              <a:off x="11542348" y="3159174"/>
              <a:ext cx="361681" cy="198924"/>
            </a:xfrm>
            <a:custGeom>
              <a:rect b="b" l="l" r="r" t="t"/>
              <a:pathLst>
                <a:path extrusionOk="0" h="358" w="650">
                  <a:moveTo>
                    <a:pt x="642" y="3"/>
                  </a:moveTo>
                  <a:cubicBezTo>
                    <a:pt x="637" y="0"/>
                    <a:pt x="631" y="1"/>
                    <a:pt x="627" y="5"/>
                  </a:cubicBezTo>
                  <a:cubicBezTo>
                    <a:pt x="528" y="88"/>
                    <a:pt x="402" y="196"/>
                    <a:pt x="362" y="232"/>
                  </a:cubicBezTo>
                  <a:cubicBezTo>
                    <a:pt x="340" y="252"/>
                    <a:pt x="309" y="252"/>
                    <a:pt x="287" y="232"/>
                  </a:cubicBezTo>
                  <a:cubicBezTo>
                    <a:pt x="245" y="194"/>
                    <a:pt x="103" y="73"/>
                    <a:pt x="22" y="5"/>
                  </a:cubicBezTo>
                  <a:cubicBezTo>
                    <a:pt x="18" y="1"/>
                    <a:pt x="12" y="1"/>
                    <a:pt x="8" y="3"/>
                  </a:cubicBezTo>
                  <a:cubicBezTo>
                    <a:pt x="3" y="5"/>
                    <a:pt x="0" y="10"/>
                    <a:pt x="0" y="15"/>
                  </a:cubicBezTo>
                  <a:lnTo>
                    <a:pt x="0" y="304"/>
                  </a:lnTo>
                  <a:cubicBezTo>
                    <a:pt x="0" y="334"/>
                    <a:pt x="24" y="358"/>
                    <a:pt x="54" y="358"/>
                  </a:cubicBezTo>
                  <a:lnTo>
                    <a:pt x="595" y="358"/>
                  </a:lnTo>
                  <a:cubicBezTo>
                    <a:pt x="625" y="358"/>
                    <a:pt x="650" y="334"/>
                    <a:pt x="650" y="304"/>
                  </a:cubicBezTo>
                  <a:lnTo>
                    <a:pt x="650" y="15"/>
                  </a:lnTo>
                  <a:cubicBezTo>
                    <a:pt x="650" y="10"/>
                    <a:pt x="646" y="5"/>
                    <a:pt x="642" y="3"/>
                  </a:cubicBezTo>
                </a:path>
              </a:pathLst>
            </a:custGeom>
            <a:solidFill>
              <a:srgbClr val="153244"/>
            </a:solidFill>
            <a:ln>
              <a:noFill/>
            </a:ln>
          </p:spPr>
          <p:txBody>
            <a:bodyPr anchorCtr="0" anchor="t" bIns="6700" lIns="13400" spcFirstLastPara="1" rIns="13400" wrap="square" tIns="6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34"/>
                <a:buFont typeface="Arial"/>
                <a:buNone/>
              </a:pPr>
              <a:r>
                <a:t/>
              </a:r>
              <a:endParaRPr b="0" i="0" sz="234" u="none" cap="none" strike="noStrike">
                <a:solidFill>
                  <a:srgbClr val="000000"/>
                </a:solidFill>
                <a:latin typeface="Nunito Medium"/>
                <a:ea typeface="Nunito Medium"/>
                <a:cs typeface="Nunito Medium"/>
                <a:sym typeface="Nunito Medium"/>
              </a:endParaRPr>
            </a:p>
          </p:txBody>
        </p:sp>
      </p:grpSp>
      <p:sp>
        <p:nvSpPr>
          <p:cNvPr id="371" name="Google Shape;371;p26"/>
          <p:cNvSpPr/>
          <p:nvPr/>
        </p:nvSpPr>
        <p:spPr>
          <a:xfrm>
            <a:off x="6314914" y="2465357"/>
            <a:ext cx="1224300" cy="437400"/>
          </a:xfrm>
          <a:prstGeom prst="roundRect">
            <a:avLst>
              <a:gd fmla="val 8271" name="adj"/>
            </a:avLst>
          </a:prstGeom>
          <a:solidFill>
            <a:srgbClr val="F1F6FD"/>
          </a:solidFill>
          <a:ln>
            <a:noFill/>
          </a:ln>
        </p:spPr>
        <p:txBody>
          <a:bodyPr anchorCtr="0" anchor="t" bIns="0" lIns="91425" spcFirstLastPara="1" rIns="91425" wrap="square" tIns="234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s" sz="900" u="none" cap="none" strike="noStrik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{{enc_e75}} </a:t>
            </a:r>
            <a:r>
              <a:rPr b="1" i="0" lang="es" sz="900" u="none" cap="none" strike="noStrike">
                <a:solidFill>
                  <a:schemeClr val="accent4"/>
                </a:solidFill>
                <a:latin typeface="Archivo"/>
                <a:ea typeface="Archivo"/>
                <a:cs typeface="Archivo"/>
                <a:sym typeface="Archivo"/>
              </a:rPr>
              <a:t>({{enc_e75_pct}}%)</a:t>
            </a:r>
            <a:endParaRPr b="1" i="0" sz="900" u="none" cap="none" strike="noStrike">
              <a:solidFill>
                <a:schemeClr val="accent4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372" name="Google Shape;372;p26"/>
          <p:cNvSpPr/>
          <p:nvPr/>
        </p:nvSpPr>
        <p:spPr>
          <a:xfrm>
            <a:off x="6314914" y="2465348"/>
            <a:ext cx="1224300" cy="189600"/>
          </a:xfrm>
          <a:prstGeom prst="roundRect">
            <a:avLst>
              <a:gd fmla="val 16667" name="adj"/>
            </a:avLst>
          </a:prstGeom>
          <a:solidFill>
            <a:srgbClr val="C27BA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s" sz="800" u="none" cap="none" strike="noStrike">
                <a:solidFill>
                  <a:srgbClr val="000000"/>
                </a:solidFill>
                <a:latin typeface="Archivo"/>
                <a:ea typeface="Archivo"/>
                <a:cs typeface="Archivo"/>
                <a:sym typeface="Archivo"/>
              </a:rPr>
              <a:t>Escucha +75%</a:t>
            </a:r>
            <a:endParaRPr b="1" i="0" sz="800" u="none" cap="none" strike="noStrike">
              <a:solidFill>
                <a:srgbClr val="153244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pic>
        <p:nvPicPr>
          <p:cNvPr id="373" name="Google Shape;373;p26" title="telefono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75347" y="2498231"/>
            <a:ext cx="129475" cy="129457"/>
          </a:xfrm>
          <a:prstGeom prst="rect">
            <a:avLst/>
          </a:prstGeom>
          <a:noFill/>
          <a:ln>
            <a:noFill/>
          </a:ln>
        </p:spPr>
      </p:pic>
      <p:sp>
        <p:nvSpPr>
          <p:cNvPr id="374" name="Google Shape;374;p26"/>
          <p:cNvSpPr/>
          <p:nvPr/>
        </p:nvSpPr>
        <p:spPr>
          <a:xfrm>
            <a:off x="4920474" y="2465357"/>
            <a:ext cx="1286100" cy="437400"/>
          </a:xfrm>
          <a:prstGeom prst="roundRect">
            <a:avLst>
              <a:gd fmla="val 8271" name="adj"/>
            </a:avLst>
          </a:prstGeom>
          <a:solidFill>
            <a:srgbClr val="F1F6FD"/>
          </a:solidFill>
          <a:ln>
            <a:noFill/>
          </a:ln>
        </p:spPr>
        <p:txBody>
          <a:bodyPr anchorCtr="0" anchor="t" bIns="0" lIns="91425" spcFirstLastPara="1" rIns="91425" wrap="square" tIns="234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s" sz="900" u="none" cap="none" strike="noStrik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{{enc_aperturas}} </a:t>
            </a:r>
            <a:r>
              <a:rPr b="1" i="0" lang="es" sz="900" u="none" cap="none" strike="noStrike">
                <a:solidFill>
                  <a:srgbClr val="FFCC19"/>
                </a:solidFill>
                <a:latin typeface="Archivo"/>
                <a:ea typeface="Archivo"/>
                <a:cs typeface="Archivo"/>
                <a:sym typeface="Archivo"/>
              </a:rPr>
              <a:t>({{enc_or}}%)</a:t>
            </a:r>
            <a:endParaRPr b="1" i="0" sz="900" u="none" cap="none" strike="noStrike">
              <a:solidFill>
                <a:srgbClr val="FFCC19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1" i="0" sz="900" u="none" cap="none" strike="noStrike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375" name="Google Shape;375;p26"/>
          <p:cNvSpPr/>
          <p:nvPr/>
        </p:nvSpPr>
        <p:spPr>
          <a:xfrm>
            <a:off x="4920474" y="2465348"/>
            <a:ext cx="1286100" cy="189600"/>
          </a:xfrm>
          <a:prstGeom prst="roundRect">
            <a:avLst>
              <a:gd fmla="val 16667" name="adj"/>
            </a:avLst>
          </a:prstGeom>
          <a:solidFill>
            <a:srgbClr val="B4A7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s" sz="800" u="none" cap="none" strike="noStrik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Aperturas (OR)</a:t>
            </a:r>
            <a:endParaRPr b="1" i="0" sz="800" u="none" cap="none" strike="noStrike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grpSp>
        <p:nvGrpSpPr>
          <p:cNvPr id="376" name="Google Shape;376;p26"/>
          <p:cNvGrpSpPr/>
          <p:nvPr/>
        </p:nvGrpSpPr>
        <p:grpSpPr>
          <a:xfrm>
            <a:off x="6030841" y="2514540"/>
            <a:ext cx="129482" cy="96839"/>
            <a:chOff x="11542348" y="3083222"/>
            <a:chExt cx="361681" cy="274876"/>
          </a:xfrm>
        </p:grpSpPr>
        <p:sp>
          <p:nvSpPr>
            <p:cNvPr id="377" name="Google Shape;377;p26"/>
            <p:cNvSpPr/>
            <p:nvPr/>
          </p:nvSpPr>
          <p:spPr>
            <a:xfrm>
              <a:off x="11545963" y="3083222"/>
              <a:ext cx="354449" cy="169989"/>
            </a:xfrm>
            <a:custGeom>
              <a:rect b="b" l="l" r="r" t="t"/>
              <a:pathLst>
                <a:path extrusionOk="0" h="298" w="635">
                  <a:moveTo>
                    <a:pt x="298" y="290"/>
                  </a:moveTo>
                  <a:cubicBezTo>
                    <a:pt x="304" y="295"/>
                    <a:pt x="311" y="298"/>
                    <a:pt x="318" y="298"/>
                  </a:cubicBezTo>
                  <a:cubicBezTo>
                    <a:pt x="325" y="298"/>
                    <a:pt x="331" y="295"/>
                    <a:pt x="337" y="290"/>
                  </a:cubicBezTo>
                  <a:cubicBezTo>
                    <a:pt x="383" y="248"/>
                    <a:pt x="540" y="115"/>
                    <a:pt x="629" y="40"/>
                  </a:cubicBezTo>
                  <a:cubicBezTo>
                    <a:pt x="635" y="35"/>
                    <a:pt x="635" y="27"/>
                    <a:pt x="631" y="21"/>
                  </a:cubicBezTo>
                  <a:cubicBezTo>
                    <a:pt x="620" y="8"/>
                    <a:pt x="605" y="0"/>
                    <a:pt x="588" y="0"/>
                  </a:cubicBezTo>
                  <a:lnTo>
                    <a:pt x="47" y="0"/>
                  </a:lnTo>
                  <a:cubicBezTo>
                    <a:pt x="30" y="0"/>
                    <a:pt x="15" y="8"/>
                    <a:pt x="4" y="21"/>
                  </a:cubicBezTo>
                  <a:cubicBezTo>
                    <a:pt x="0" y="27"/>
                    <a:pt x="1" y="35"/>
                    <a:pt x="6" y="40"/>
                  </a:cubicBezTo>
                  <a:cubicBezTo>
                    <a:pt x="96" y="115"/>
                    <a:pt x="252" y="248"/>
                    <a:pt x="298" y="290"/>
                  </a:cubicBezTo>
                </a:path>
              </a:pathLst>
            </a:custGeom>
            <a:solidFill>
              <a:srgbClr val="153244"/>
            </a:solidFill>
            <a:ln>
              <a:noFill/>
            </a:ln>
          </p:spPr>
          <p:txBody>
            <a:bodyPr anchorCtr="0" anchor="t" bIns="6700" lIns="13400" spcFirstLastPara="1" rIns="13400" wrap="square" tIns="6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34"/>
                <a:buFont typeface="Arial"/>
                <a:buNone/>
              </a:pPr>
              <a:r>
                <a:t/>
              </a:r>
              <a:endParaRPr b="0" i="0" sz="234" u="none" cap="none" strike="noStrike">
                <a:solidFill>
                  <a:srgbClr val="000000"/>
                </a:solidFill>
                <a:latin typeface="Nunito Medium"/>
                <a:ea typeface="Nunito Medium"/>
                <a:cs typeface="Nunito Medium"/>
                <a:sym typeface="Nunito Medium"/>
              </a:endParaRPr>
            </a:p>
          </p:txBody>
        </p:sp>
        <p:sp>
          <p:nvSpPr>
            <p:cNvPr id="378" name="Google Shape;378;p26"/>
            <p:cNvSpPr/>
            <p:nvPr/>
          </p:nvSpPr>
          <p:spPr>
            <a:xfrm>
              <a:off x="11542348" y="3159174"/>
              <a:ext cx="361681" cy="198924"/>
            </a:xfrm>
            <a:custGeom>
              <a:rect b="b" l="l" r="r" t="t"/>
              <a:pathLst>
                <a:path extrusionOk="0" h="358" w="650">
                  <a:moveTo>
                    <a:pt x="642" y="3"/>
                  </a:moveTo>
                  <a:cubicBezTo>
                    <a:pt x="637" y="0"/>
                    <a:pt x="631" y="1"/>
                    <a:pt x="627" y="5"/>
                  </a:cubicBezTo>
                  <a:cubicBezTo>
                    <a:pt x="528" y="88"/>
                    <a:pt x="402" y="196"/>
                    <a:pt x="362" y="232"/>
                  </a:cubicBezTo>
                  <a:cubicBezTo>
                    <a:pt x="340" y="252"/>
                    <a:pt x="309" y="252"/>
                    <a:pt x="287" y="232"/>
                  </a:cubicBezTo>
                  <a:cubicBezTo>
                    <a:pt x="245" y="194"/>
                    <a:pt x="103" y="73"/>
                    <a:pt x="22" y="5"/>
                  </a:cubicBezTo>
                  <a:cubicBezTo>
                    <a:pt x="18" y="1"/>
                    <a:pt x="12" y="1"/>
                    <a:pt x="8" y="3"/>
                  </a:cubicBezTo>
                  <a:cubicBezTo>
                    <a:pt x="3" y="5"/>
                    <a:pt x="0" y="10"/>
                    <a:pt x="0" y="15"/>
                  </a:cubicBezTo>
                  <a:lnTo>
                    <a:pt x="0" y="304"/>
                  </a:lnTo>
                  <a:cubicBezTo>
                    <a:pt x="0" y="334"/>
                    <a:pt x="24" y="358"/>
                    <a:pt x="54" y="358"/>
                  </a:cubicBezTo>
                  <a:lnTo>
                    <a:pt x="595" y="358"/>
                  </a:lnTo>
                  <a:cubicBezTo>
                    <a:pt x="625" y="358"/>
                    <a:pt x="650" y="334"/>
                    <a:pt x="650" y="304"/>
                  </a:cubicBezTo>
                  <a:lnTo>
                    <a:pt x="650" y="15"/>
                  </a:lnTo>
                  <a:cubicBezTo>
                    <a:pt x="650" y="10"/>
                    <a:pt x="646" y="5"/>
                    <a:pt x="642" y="3"/>
                  </a:cubicBezTo>
                </a:path>
              </a:pathLst>
            </a:custGeom>
            <a:solidFill>
              <a:srgbClr val="153244"/>
            </a:solidFill>
            <a:ln>
              <a:noFill/>
            </a:ln>
          </p:spPr>
          <p:txBody>
            <a:bodyPr anchorCtr="0" anchor="t" bIns="6700" lIns="13400" spcFirstLastPara="1" rIns="13400" wrap="square" tIns="6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34"/>
                <a:buFont typeface="Arial"/>
                <a:buNone/>
              </a:pPr>
              <a:r>
                <a:t/>
              </a:r>
              <a:endParaRPr b="0" i="0" sz="234" u="none" cap="none" strike="noStrike">
                <a:solidFill>
                  <a:srgbClr val="000000"/>
                </a:solidFill>
                <a:latin typeface="Nunito Medium"/>
                <a:ea typeface="Nunito Medium"/>
                <a:cs typeface="Nunito Medium"/>
                <a:sym typeface="Nunito Medium"/>
              </a:endParaRPr>
            </a:p>
          </p:txBody>
        </p:sp>
      </p:grpSp>
      <p:sp>
        <p:nvSpPr>
          <p:cNvPr id="379" name="Google Shape;379;p26"/>
          <p:cNvSpPr/>
          <p:nvPr/>
        </p:nvSpPr>
        <p:spPr>
          <a:xfrm>
            <a:off x="6313912" y="1959028"/>
            <a:ext cx="1224300" cy="437400"/>
          </a:xfrm>
          <a:prstGeom prst="roundRect">
            <a:avLst>
              <a:gd fmla="val 8271" name="adj"/>
            </a:avLst>
          </a:prstGeom>
          <a:solidFill>
            <a:srgbClr val="F1F6FD"/>
          </a:solidFill>
          <a:ln>
            <a:noFill/>
          </a:ln>
        </p:spPr>
        <p:txBody>
          <a:bodyPr anchorCtr="0" anchor="t" bIns="0" lIns="91425" spcFirstLastPara="1" rIns="91425" wrap="square" tIns="234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s" sz="900" u="none" cap="none" strike="noStrik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{{enc_marque1}}</a:t>
            </a:r>
            <a:endParaRPr b="1" i="0" sz="900" u="none" cap="none" strike="noStrike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 i="0" sz="900" u="none" cap="none" strike="noStrike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380" name="Google Shape;380;p26"/>
          <p:cNvSpPr/>
          <p:nvPr/>
        </p:nvSpPr>
        <p:spPr>
          <a:xfrm>
            <a:off x="6313912" y="1959019"/>
            <a:ext cx="1224300" cy="189600"/>
          </a:xfrm>
          <a:prstGeom prst="roundRect">
            <a:avLst>
              <a:gd fmla="val 16667" name="adj"/>
            </a:avLst>
          </a:prstGeom>
          <a:solidFill>
            <a:srgbClr val="C27BA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s" sz="800" u="none" cap="none" strike="noStrike">
                <a:solidFill>
                  <a:srgbClr val="000000"/>
                </a:solidFill>
                <a:latin typeface="Archivo"/>
                <a:ea typeface="Archivo"/>
                <a:cs typeface="Archivo"/>
                <a:sym typeface="Archivo"/>
              </a:rPr>
              <a:t>Marque 1</a:t>
            </a:r>
            <a:endParaRPr b="1" i="0" sz="800" u="none" cap="none" strike="noStrike">
              <a:solidFill>
                <a:srgbClr val="153244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pic>
        <p:nvPicPr>
          <p:cNvPr id="381" name="Google Shape;381;p26" title="telefono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74344" y="1991902"/>
            <a:ext cx="129475" cy="129457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26"/>
          <p:cNvSpPr/>
          <p:nvPr/>
        </p:nvSpPr>
        <p:spPr>
          <a:xfrm>
            <a:off x="4919471" y="1959028"/>
            <a:ext cx="1286100" cy="437400"/>
          </a:xfrm>
          <a:prstGeom prst="roundRect">
            <a:avLst>
              <a:gd fmla="val 8271" name="adj"/>
            </a:avLst>
          </a:prstGeom>
          <a:solidFill>
            <a:srgbClr val="F1F6FD"/>
          </a:solidFill>
          <a:ln>
            <a:noFill/>
          </a:ln>
        </p:spPr>
        <p:txBody>
          <a:bodyPr anchorCtr="0" anchor="t" bIns="0" lIns="91425" spcFirstLastPara="1" rIns="91425" wrap="square" tIns="234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s" sz="900" u="none" cap="none" strike="noStrik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{{enc_clics_ctor}} </a:t>
            </a:r>
            <a:r>
              <a:rPr b="1" i="0" lang="es" sz="900" u="none" cap="none" strike="noStrike">
                <a:solidFill>
                  <a:srgbClr val="FFCC19"/>
                </a:solidFill>
                <a:latin typeface="Archivo"/>
                <a:ea typeface="Archivo"/>
                <a:cs typeface="Archivo"/>
                <a:sym typeface="Archivo"/>
              </a:rPr>
              <a:t>({{enc_ctor}}%)</a:t>
            </a:r>
            <a:endParaRPr b="1" i="0" sz="900" u="none" cap="none" strike="noStrike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383" name="Google Shape;383;p26"/>
          <p:cNvSpPr/>
          <p:nvPr/>
        </p:nvSpPr>
        <p:spPr>
          <a:xfrm>
            <a:off x="4919471" y="1959019"/>
            <a:ext cx="1286100" cy="189600"/>
          </a:xfrm>
          <a:prstGeom prst="roundRect">
            <a:avLst>
              <a:gd fmla="val 16667" name="adj"/>
            </a:avLst>
          </a:prstGeom>
          <a:solidFill>
            <a:srgbClr val="B4A7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s" sz="800" u="none" cap="none" strike="noStrik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Clics (CTOR)</a:t>
            </a:r>
            <a:endParaRPr b="1" i="0" sz="800" u="none" cap="none" strike="noStrike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grpSp>
        <p:nvGrpSpPr>
          <p:cNvPr id="384" name="Google Shape;384;p26"/>
          <p:cNvGrpSpPr/>
          <p:nvPr/>
        </p:nvGrpSpPr>
        <p:grpSpPr>
          <a:xfrm>
            <a:off x="6029838" y="2008211"/>
            <a:ext cx="129482" cy="96839"/>
            <a:chOff x="11542348" y="3083222"/>
            <a:chExt cx="361681" cy="274876"/>
          </a:xfrm>
        </p:grpSpPr>
        <p:sp>
          <p:nvSpPr>
            <p:cNvPr id="385" name="Google Shape;385;p26"/>
            <p:cNvSpPr/>
            <p:nvPr/>
          </p:nvSpPr>
          <p:spPr>
            <a:xfrm>
              <a:off x="11545963" y="3083222"/>
              <a:ext cx="354449" cy="169989"/>
            </a:xfrm>
            <a:custGeom>
              <a:rect b="b" l="l" r="r" t="t"/>
              <a:pathLst>
                <a:path extrusionOk="0" h="298" w="635">
                  <a:moveTo>
                    <a:pt x="298" y="290"/>
                  </a:moveTo>
                  <a:cubicBezTo>
                    <a:pt x="304" y="295"/>
                    <a:pt x="311" y="298"/>
                    <a:pt x="318" y="298"/>
                  </a:cubicBezTo>
                  <a:cubicBezTo>
                    <a:pt x="325" y="298"/>
                    <a:pt x="331" y="295"/>
                    <a:pt x="337" y="290"/>
                  </a:cubicBezTo>
                  <a:cubicBezTo>
                    <a:pt x="383" y="248"/>
                    <a:pt x="540" y="115"/>
                    <a:pt x="629" y="40"/>
                  </a:cubicBezTo>
                  <a:cubicBezTo>
                    <a:pt x="635" y="35"/>
                    <a:pt x="635" y="27"/>
                    <a:pt x="631" y="21"/>
                  </a:cubicBezTo>
                  <a:cubicBezTo>
                    <a:pt x="620" y="8"/>
                    <a:pt x="605" y="0"/>
                    <a:pt x="588" y="0"/>
                  </a:cubicBezTo>
                  <a:lnTo>
                    <a:pt x="47" y="0"/>
                  </a:lnTo>
                  <a:cubicBezTo>
                    <a:pt x="30" y="0"/>
                    <a:pt x="15" y="8"/>
                    <a:pt x="4" y="21"/>
                  </a:cubicBezTo>
                  <a:cubicBezTo>
                    <a:pt x="0" y="27"/>
                    <a:pt x="1" y="35"/>
                    <a:pt x="6" y="40"/>
                  </a:cubicBezTo>
                  <a:cubicBezTo>
                    <a:pt x="96" y="115"/>
                    <a:pt x="252" y="248"/>
                    <a:pt x="298" y="290"/>
                  </a:cubicBezTo>
                </a:path>
              </a:pathLst>
            </a:custGeom>
            <a:solidFill>
              <a:srgbClr val="153244"/>
            </a:solidFill>
            <a:ln>
              <a:noFill/>
            </a:ln>
          </p:spPr>
          <p:txBody>
            <a:bodyPr anchorCtr="0" anchor="t" bIns="6700" lIns="13400" spcFirstLastPara="1" rIns="13400" wrap="square" tIns="6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34"/>
                <a:buFont typeface="Arial"/>
                <a:buNone/>
              </a:pPr>
              <a:r>
                <a:t/>
              </a:r>
              <a:endParaRPr b="0" i="0" sz="234" u="none" cap="none" strike="noStrike">
                <a:solidFill>
                  <a:srgbClr val="000000"/>
                </a:solidFill>
                <a:latin typeface="Nunito Medium"/>
                <a:ea typeface="Nunito Medium"/>
                <a:cs typeface="Nunito Medium"/>
                <a:sym typeface="Nunito Medium"/>
              </a:endParaRPr>
            </a:p>
          </p:txBody>
        </p:sp>
        <p:sp>
          <p:nvSpPr>
            <p:cNvPr id="386" name="Google Shape;386;p26"/>
            <p:cNvSpPr/>
            <p:nvPr/>
          </p:nvSpPr>
          <p:spPr>
            <a:xfrm>
              <a:off x="11542348" y="3159174"/>
              <a:ext cx="361681" cy="198924"/>
            </a:xfrm>
            <a:custGeom>
              <a:rect b="b" l="l" r="r" t="t"/>
              <a:pathLst>
                <a:path extrusionOk="0" h="358" w="650">
                  <a:moveTo>
                    <a:pt x="642" y="3"/>
                  </a:moveTo>
                  <a:cubicBezTo>
                    <a:pt x="637" y="0"/>
                    <a:pt x="631" y="1"/>
                    <a:pt x="627" y="5"/>
                  </a:cubicBezTo>
                  <a:cubicBezTo>
                    <a:pt x="528" y="88"/>
                    <a:pt x="402" y="196"/>
                    <a:pt x="362" y="232"/>
                  </a:cubicBezTo>
                  <a:cubicBezTo>
                    <a:pt x="340" y="252"/>
                    <a:pt x="309" y="252"/>
                    <a:pt x="287" y="232"/>
                  </a:cubicBezTo>
                  <a:cubicBezTo>
                    <a:pt x="245" y="194"/>
                    <a:pt x="103" y="73"/>
                    <a:pt x="22" y="5"/>
                  </a:cubicBezTo>
                  <a:cubicBezTo>
                    <a:pt x="18" y="1"/>
                    <a:pt x="12" y="1"/>
                    <a:pt x="8" y="3"/>
                  </a:cubicBezTo>
                  <a:cubicBezTo>
                    <a:pt x="3" y="5"/>
                    <a:pt x="0" y="10"/>
                    <a:pt x="0" y="15"/>
                  </a:cubicBezTo>
                  <a:lnTo>
                    <a:pt x="0" y="304"/>
                  </a:lnTo>
                  <a:cubicBezTo>
                    <a:pt x="0" y="334"/>
                    <a:pt x="24" y="358"/>
                    <a:pt x="54" y="358"/>
                  </a:cubicBezTo>
                  <a:lnTo>
                    <a:pt x="595" y="358"/>
                  </a:lnTo>
                  <a:cubicBezTo>
                    <a:pt x="625" y="358"/>
                    <a:pt x="650" y="334"/>
                    <a:pt x="650" y="304"/>
                  </a:cubicBezTo>
                  <a:lnTo>
                    <a:pt x="650" y="15"/>
                  </a:lnTo>
                  <a:cubicBezTo>
                    <a:pt x="650" y="10"/>
                    <a:pt x="646" y="5"/>
                    <a:pt x="642" y="3"/>
                  </a:cubicBezTo>
                </a:path>
              </a:pathLst>
            </a:custGeom>
            <a:solidFill>
              <a:srgbClr val="153244"/>
            </a:solidFill>
            <a:ln>
              <a:noFill/>
            </a:ln>
          </p:spPr>
          <p:txBody>
            <a:bodyPr anchorCtr="0" anchor="t" bIns="6700" lIns="13400" spcFirstLastPara="1" rIns="13400" wrap="square" tIns="6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34"/>
                <a:buFont typeface="Arial"/>
                <a:buNone/>
              </a:pPr>
              <a:r>
                <a:t/>
              </a:r>
              <a:endParaRPr b="0" i="0" sz="234" u="none" cap="none" strike="noStrike">
                <a:solidFill>
                  <a:srgbClr val="000000"/>
                </a:solidFill>
                <a:latin typeface="Nunito Medium"/>
                <a:ea typeface="Nunito Medium"/>
                <a:cs typeface="Nunito Medium"/>
                <a:sym typeface="Nunito Medium"/>
              </a:endParaRPr>
            </a:p>
          </p:txBody>
        </p:sp>
      </p:grpSp>
      <p:sp>
        <p:nvSpPr>
          <p:cNvPr id="387" name="Google Shape;387;p26"/>
          <p:cNvSpPr/>
          <p:nvPr/>
        </p:nvSpPr>
        <p:spPr>
          <a:xfrm>
            <a:off x="6322935" y="2978704"/>
            <a:ext cx="1224300" cy="437400"/>
          </a:xfrm>
          <a:prstGeom prst="roundRect">
            <a:avLst>
              <a:gd fmla="val 8271" name="adj"/>
            </a:avLst>
          </a:prstGeom>
          <a:solidFill>
            <a:srgbClr val="F1F6FD"/>
          </a:solidFill>
          <a:ln>
            <a:noFill/>
          </a:ln>
        </p:spPr>
        <p:txBody>
          <a:bodyPr anchorCtr="0" anchor="t" bIns="0" lIns="91425" spcFirstLastPara="1" rIns="91425" wrap="square" tIns="234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s" sz="900" u="none" cap="none" strike="noStrik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{{enc_atendidos}} ({{enc_atendidos_pct}}%)</a:t>
            </a:r>
            <a:endParaRPr b="1" i="0" sz="900" u="none" cap="none" strike="noStrike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 i="0" sz="900" u="none" cap="none" strike="noStrike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388" name="Google Shape;388;p26"/>
          <p:cNvSpPr/>
          <p:nvPr/>
        </p:nvSpPr>
        <p:spPr>
          <a:xfrm>
            <a:off x="6322935" y="2978695"/>
            <a:ext cx="1224300" cy="189600"/>
          </a:xfrm>
          <a:prstGeom prst="roundRect">
            <a:avLst>
              <a:gd fmla="val 16667" name="adj"/>
            </a:avLst>
          </a:prstGeom>
          <a:solidFill>
            <a:srgbClr val="C27BA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s" sz="800" u="none" cap="none" strike="noStrike">
                <a:solidFill>
                  <a:srgbClr val="000000"/>
                </a:solidFill>
                <a:latin typeface="Archivo"/>
                <a:ea typeface="Archivo"/>
                <a:cs typeface="Archivo"/>
                <a:sym typeface="Archivo"/>
              </a:rPr>
              <a:t>Atendidos</a:t>
            </a:r>
            <a:endParaRPr b="1" i="0" sz="800" u="none" cap="none" strike="noStrike">
              <a:solidFill>
                <a:srgbClr val="153244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pic>
        <p:nvPicPr>
          <p:cNvPr id="389" name="Google Shape;389;p26" title="telefono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83368" y="3011578"/>
            <a:ext cx="129475" cy="129457"/>
          </a:xfrm>
          <a:prstGeom prst="rect">
            <a:avLst/>
          </a:prstGeom>
          <a:noFill/>
          <a:ln>
            <a:noFill/>
          </a:ln>
        </p:spPr>
      </p:pic>
      <p:sp>
        <p:nvSpPr>
          <p:cNvPr id="390" name="Google Shape;390;p26"/>
          <p:cNvSpPr/>
          <p:nvPr/>
        </p:nvSpPr>
        <p:spPr>
          <a:xfrm>
            <a:off x="3431332" y="2465357"/>
            <a:ext cx="1406700" cy="437400"/>
          </a:xfrm>
          <a:prstGeom prst="roundRect">
            <a:avLst>
              <a:gd fmla="val 8271" name="adj"/>
            </a:avLst>
          </a:prstGeom>
          <a:solidFill>
            <a:srgbClr val="F1F6FD"/>
          </a:solidFill>
          <a:ln>
            <a:noFill/>
          </a:ln>
        </p:spPr>
        <p:txBody>
          <a:bodyPr anchorCtr="0" anchor="t" bIns="0" lIns="91425" spcFirstLastPara="1" rIns="91425" wrap="square" tIns="234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s" sz="900" u="none" cap="none" strike="noStrike">
                <a:solidFill>
                  <a:srgbClr val="000000"/>
                </a:solidFill>
                <a:latin typeface="Archivo"/>
                <a:ea typeface="Archivo"/>
                <a:cs typeface="Archivo"/>
                <a:sym typeface="Archivo"/>
              </a:rPr>
              <a:t>{{enc_impresiones}}</a:t>
            </a:r>
            <a:endParaRPr b="1" i="0" sz="900" u="none" cap="none" strike="noStrike">
              <a:solidFill>
                <a:srgbClr val="000000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 i="0" sz="900" u="none" cap="none" strike="noStrike">
              <a:solidFill>
                <a:srgbClr val="000000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391" name="Google Shape;391;p26"/>
          <p:cNvSpPr/>
          <p:nvPr/>
        </p:nvSpPr>
        <p:spPr>
          <a:xfrm>
            <a:off x="3431332" y="2465348"/>
            <a:ext cx="1406700" cy="1896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s" sz="800" u="none" cap="none" strike="noStrike">
                <a:solidFill>
                  <a:srgbClr val="000000"/>
                </a:solidFill>
                <a:latin typeface="Archivo"/>
                <a:ea typeface="Archivo"/>
                <a:cs typeface="Archivo"/>
                <a:sym typeface="Archivo"/>
              </a:rPr>
              <a:t>Impresiones</a:t>
            </a:r>
            <a:endParaRPr b="1" i="0" sz="800" u="none" cap="none" strike="noStrike">
              <a:solidFill>
                <a:srgbClr val="153244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pic>
        <p:nvPicPr>
          <p:cNvPr id="392" name="Google Shape;392;p26" title="telefono-movil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684697" y="2498222"/>
            <a:ext cx="129475" cy="129475"/>
          </a:xfrm>
          <a:prstGeom prst="rect">
            <a:avLst/>
          </a:prstGeom>
          <a:noFill/>
          <a:ln>
            <a:noFill/>
          </a:ln>
        </p:spPr>
      </p:pic>
      <p:sp>
        <p:nvSpPr>
          <p:cNvPr id="393" name="Google Shape;393;p26"/>
          <p:cNvSpPr/>
          <p:nvPr/>
        </p:nvSpPr>
        <p:spPr>
          <a:xfrm>
            <a:off x="3429879" y="1963991"/>
            <a:ext cx="1406700" cy="437400"/>
          </a:xfrm>
          <a:prstGeom prst="roundRect">
            <a:avLst>
              <a:gd fmla="val 8271" name="adj"/>
            </a:avLst>
          </a:prstGeom>
          <a:solidFill>
            <a:srgbClr val="F1F6FD"/>
          </a:solidFill>
          <a:ln>
            <a:noFill/>
          </a:ln>
        </p:spPr>
        <p:txBody>
          <a:bodyPr anchorCtr="0" anchor="t" bIns="0" lIns="91425" spcFirstLastPara="1" rIns="91425" wrap="square" tIns="234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s" sz="900" u="none" cap="none" strike="noStrike">
                <a:solidFill>
                  <a:srgbClr val="000000"/>
                </a:solidFill>
                <a:latin typeface="Archivo"/>
                <a:ea typeface="Archivo"/>
                <a:cs typeface="Archivo"/>
                <a:sym typeface="Archivo"/>
              </a:rPr>
              <a:t>{{enc_clics_ctr}} </a:t>
            </a:r>
            <a:r>
              <a:rPr b="1" i="0" lang="es" sz="900" u="none" cap="none" strike="noStrike">
                <a:solidFill>
                  <a:srgbClr val="6AA84F"/>
                </a:solidFill>
                <a:latin typeface="Archivo"/>
                <a:ea typeface="Archivo"/>
                <a:cs typeface="Archivo"/>
                <a:sym typeface="Archivo"/>
              </a:rPr>
              <a:t>({{enc_ctr}}%)</a:t>
            </a:r>
            <a:endParaRPr b="1" i="0" sz="900" u="none" cap="none" strike="noStrike">
              <a:solidFill>
                <a:srgbClr val="6AA84F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 i="0" sz="900" u="none" cap="none" strike="noStrike">
              <a:solidFill>
                <a:srgbClr val="000000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394" name="Google Shape;394;p26"/>
          <p:cNvSpPr/>
          <p:nvPr/>
        </p:nvSpPr>
        <p:spPr>
          <a:xfrm>
            <a:off x="3430329" y="1959019"/>
            <a:ext cx="1406700" cy="1896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s" sz="800" u="none" cap="none" strike="noStrike">
                <a:solidFill>
                  <a:srgbClr val="000000"/>
                </a:solidFill>
                <a:latin typeface="Archivo"/>
                <a:ea typeface="Archivo"/>
                <a:cs typeface="Archivo"/>
                <a:sym typeface="Archivo"/>
              </a:rPr>
              <a:t>Clics (CTR)</a:t>
            </a:r>
            <a:endParaRPr b="1" i="0" sz="800" u="none" cap="none" strike="noStrike">
              <a:solidFill>
                <a:srgbClr val="000000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pic>
        <p:nvPicPr>
          <p:cNvPr id="395" name="Google Shape;395;p26" title="telefono-movil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683694" y="1991893"/>
            <a:ext cx="129475" cy="129475"/>
          </a:xfrm>
          <a:prstGeom prst="rect">
            <a:avLst/>
          </a:prstGeom>
          <a:noFill/>
          <a:ln>
            <a:noFill/>
          </a:ln>
        </p:spPr>
      </p:pic>
      <p:sp>
        <p:nvSpPr>
          <p:cNvPr id="396" name="Google Shape;396;p26"/>
          <p:cNvSpPr/>
          <p:nvPr/>
        </p:nvSpPr>
        <p:spPr>
          <a:xfrm>
            <a:off x="3439353" y="2978704"/>
            <a:ext cx="1406700" cy="437400"/>
          </a:xfrm>
          <a:prstGeom prst="roundRect">
            <a:avLst>
              <a:gd fmla="val 8271" name="adj"/>
            </a:avLst>
          </a:prstGeom>
          <a:solidFill>
            <a:srgbClr val="F1F6FD"/>
          </a:solidFill>
          <a:ln>
            <a:noFill/>
          </a:ln>
        </p:spPr>
        <p:txBody>
          <a:bodyPr anchorCtr="0" anchor="t" bIns="0" lIns="91425" spcFirstLastPara="1" rIns="91425" wrap="square" tIns="234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s" sz="900" u="none" cap="none" strike="noStrike">
                <a:solidFill>
                  <a:srgbClr val="000000"/>
                </a:solidFill>
                <a:latin typeface="Archivo"/>
                <a:ea typeface="Archivo"/>
                <a:cs typeface="Archivo"/>
                <a:sym typeface="Archivo"/>
              </a:rPr>
              <a:t>{{enc_alcance}} ({{enc_alcance_pct}}%)</a:t>
            </a:r>
            <a:endParaRPr b="1" i="0" sz="900" u="none" cap="none" strike="noStrike">
              <a:solidFill>
                <a:srgbClr val="000000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 i="0" sz="900" u="none" cap="none" strike="noStrike">
              <a:solidFill>
                <a:srgbClr val="000000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397" name="Google Shape;397;p26"/>
          <p:cNvSpPr/>
          <p:nvPr/>
        </p:nvSpPr>
        <p:spPr>
          <a:xfrm>
            <a:off x="3439353" y="2978695"/>
            <a:ext cx="1406700" cy="1896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s" sz="800" u="none" cap="none" strike="noStrike">
                <a:solidFill>
                  <a:srgbClr val="000000"/>
                </a:solidFill>
                <a:latin typeface="Archivo"/>
                <a:ea typeface="Archivo"/>
                <a:cs typeface="Archivo"/>
                <a:sym typeface="Archivo"/>
              </a:rPr>
              <a:t>Alcance</a:t>
            </a:r>
            <a:endParaRPr b="1" i="0" sz="800" u="none" cap="none" strike="noStrike">
              <a:solidFill>
                <a:srgbClr val="153244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pic>
        <p:nvPicPr>
          <p:cNvPr id="398" name="Google Shape;398;p26" title="telefono-movil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692718" y="3011569"/>
            <a:ext cx="129475" cy="129475"/>
          </a:xfrm>
          <a:prstGeom prst="rect">
            <a:avLst/>
          </a:prstGeom>
          <a:noFill/>
          <a:ln>
            <a:noFill/>
          </a:ln>
        </p:spPr>
      </p:pic>
      <p:sp>
        <p:nvSpPr>
          <p:cNvPr id="399" name="Google Shape;399;p26"/>
          <p:cNvSpPr/>
          <p:nvPr/>
        </p:nvSpPr>
        <p:spPr>
          <a:xfrm>
            <a:off x="3416138" y="3909642"/>
            <a:ext cx="1406700" cy="437400"/>
          </a:xfrm>
          <a:prstGeom prst="roundRect">
            <a:avLst>
              <a:gd fmla="val 8271" name="adj"/>
            </a:avLst>
          </a:prstGeom>
          <a:solidFill>
            <a:srgbClr val="F1F6FD"/>
          </a:solidFill>
          <a:ln>
            <a:noFill/>
          </a:ln>
        </p:spPr>
        <p:txBody>
          <a:bodyPr anchorCtr="0" anchor="t" bIns="0" lIns="91425" spcFirstLastPara="1" rIns="91425" wrap="square" tIns="234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s" sz="900" u="none" cap="none" strike="noStrike">
                <a:solidFill>
                  <a:srgbClr val="000000"/>
                </a:solidFill>
                <a:latin typeface="Archivo"/>
                <a:ea typeface="Archivo"/>
                <a:cs typeface="Archivo"/>
                <a:sym typeface="Archivo"/>
              </a:rPr>
              <a:t>{{ecv_poblacion}}</a:t>
            </a:r>
            <a:endParaRPr b="1" i="0" sz="900" u="none" cap="none" strike="noStrike">
              <a:solidFill>
                <a:srgbClr val="000000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 i="0" sz="900" u="none" cap="none" strike="noStrike">
              <a:solidFill>
                <a:srgbClr val="000000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400" name="Google Shape;400;p26"/>
          <p:cNvSpPr/>
          <p:nvPr/>
        </p:nvSpPr>
        <p:spPr>
          <a:xfrm>
            <a:off x="3416138" y="3909633"/>
            <a:ext cx="1406700" cy="1896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s" sz="800" u="none" cap="none" strike="noStrike">
                <a:solidFill>
                  <a:srgbClr val="000000"/>
                </a:solidFill>
                <a:latin typeface="Archivo"/>
                <a:ea typeface="Archivo"/>
                <a:cs typeface="Archivo"/>
                <a:sym typeface="Archivo"/>
              </a:rPr>
              <a:t>Habitantes del eje</a:t>
            </a:r>
            <a:endParaRPr b="1" i="0" sz="800" u="none" cap="none" strike="noStrike">
              <a:solidFill>
                <a:srgbClr val="153244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401" name="Google Shape;401;p26"/>
          <p:cNvSpPr/>
          <p:nvPr/>
        </p:nvSpPr>
        <p:spPr>
          <a:xfrm>
            <a:off x="7632170" y="4296458"/>
            <a:ext cx="1224300" cy="437400"/>
          </a:xfrm>
          <a:prstGeom prst="roundRect">
            <a:avLst>
              <a:gd fmla="val 8271" name="adj"/>
            </a:avLst>
          </a:prstGeom>
          <a:solidFill>
            <a:srgbClr val="F1F6FD"/>
          </a:solidFill>
          <a:ln>
            <a:noFill/>
          </a:ln>
        </p:spPr>
        <p:txBody>
          <a:bodyPr anchorCtr="0" anchor="t" bIns="0" lIns="91425" spcFirstLastPara="1" rIns="91425" wrap="square" tIns="234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s" sz="900" u="none" cap="none" strike="noStrike">
                <a:solidFill>
                  <a:srgbClr val="000000"/>
                </a:solidFill>
                <a:latin typeface="Archivo"/>
                <a:ea typeface="Archivo"/>
                <a:cs typeface="Archivo"/>
                <a:sym typeface="Archivo"/>
              </a:rPr>
              <a:t>{{enc_base_total}}</a:t>
            </a:r>
            <a:endParaRPr b="1" i="0" sz="900" u="none" cap="none" strike="noStrike">
              <a:solidFill>
                <a:srgbClr val="000000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 i="0" sz="900" u="none" cap="none" strike="noStrike">
              <a:solidFill>
                <a:srgbClr val="000000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402" name="Google Shape;402;p26"/>
          <p:cNvSpPr/>
          <p:nvPr/>
        </p:nvSpPr>
        <p:spPr>
          <a:xfrm>
            <a:off x="7632170" y="4296448"/>
            <a:ext cx="1224300" cy="189600"/>
          </a:xfrm>
          <a:prstGeom prst="roundRect">
            <a:avLst>
              <a:gd fmla="val 16667" name="adj"/>
            </a:avLst>
          </a:prstGeom>
          <a:solidFill>
            <a:srgbClr val="FFCC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s" sz="800" u="none" cap="none" strike="noStrike">
                <a:solidFill>
                  <a:srgbClr val="000000"/>
                </a:solidFill>
                <a:latin typeface="Archivo"/>
                <a:ea typeface="Archivo"/>
                <a:cs typeface="Archivo"/>
                <a:sym typeface="Archivo"/>
              </a:rPr>
              <a:t>Base total</a:t>
            </a:r>
            <a:endParaRPr b="1" i="0" sz="800" u="none" cap="none" strike="noStrike">
              <a:solidFill>
                <a:srgbClr val="153244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403" name="Google Shape;403;p26"/>
          <p:cNvSpPr/>
          <p:nvPr/>
        </p:nvSpPr>
        <p:spPr>
          <a:xfrm>
            <a:off x="7631167" y="3772081"/>
            <a:ext cx="1224300" cy="437400"/>
          </a:xfrm>
          <a:prstGeom prst="roundRect">
            <a:avLst>
              <a:gd fmla="val 8271" name="adj"/>
            </a:avLst>
          </a:prstGeom>
          <a:solidFill>
            <a:srgbClr val="F1F6FD"/>
          </a:solidFill>
          <a:ln>
            <a:noFill/>
          </a:ln>
        </p:spPr>
        <p:txBody>
          <a:bodyPr anchorCtr="0" anchor="t" bIns="0" lIns="91425" spcFirstLastPara="1" rIns="91425" wrap="square" tIns="234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s" sz="900" u="none" cap="none" strike="noStrike">
                <a:solidFill>
                  <a:srgbClr val="000000"/>
                </a:solidFill>
                <a:latin typeface="Archivo"/>
                <a:ea typeface="Archivo"/>
                <a:cs typeface="Archivo"/>
                <a:sym typeface="Archivo"/>
              </a:rPr>
              <a:t>{{enc_base_llamada}}</a:t>
            </a:r>
            <a:endParaRPr b="1" i="0" sz="900" u="none" cap="none" strike="noStrike">
              <a:solidFill>
                <a:srgbClr val="000000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 i="0" sz="900" u="none" cap="none" strike="noStrike">
              <a:solidFill>
                <a:srgbClr val="000000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404" name="Google Shape;404;p26"/>
          <p:cNvSpPr/>
          <p:nvPr/>
        </p:nvSpPr>
        <p:spPr>
          <a:xfrm>
            <a:off x="7631167" y="3772072"/>
            <a:ext cx="1224300" cy="189600"/>
          </a:xfrm>
          <a:prstGeom prst="roundRect">
            <a:avLst>
              <a:gd fmla="val 16667" name="adj"/>
            </a:avLst>
          </a:prstGeom>
          <a:solidFill>
            <a:srgbClr val="FFCC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s" sz="800" u="none" cap="none" strike="noStrike">
                <a:solidFill>
                  <a:srgbClr val="000000"/>
                </a:solidFill>
                <a:latin typeface="Archivo"/>
                <a:ea typeface="Archivo"/>
                <a:cs typeface="Archivo"/>
                <a:sym typeface="Archivo"/>
              </a:rPr>
              <a:t>Base llamada</a:t>
            </a:r>
            <a:endParaRPr b="1" i="0" sz="800" u="none" cap="none" strike="noStrike">
              <a:solidFill>
                <a:srgbClr val="153244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grpSp>
        <p:nvGrpSpPr>
          <p:cNvPr id="405" name="Google Shape;405;p26"/>
          <p:cNvGrpSpPr/>
          <p:nvPr/>
        </p:nvGrpSpPr>
        <p:grpSpPr>
          <a:xfrm>
            <a:off x="8705947" y="3821402"/>
            <a:ext cx="77078" cy="96820"/>
            <a:chOff x="3731750" y="3001050"/>
            <a:chExt cx="1526300" cy="1940275"/>
          </a:xfrm>
        </p:grpSpPr>
        <p:sp>
          <p:nvSpPr>
            <p:cNvPr id="406" name="Google Shape;406;p26"/>
            <p:cNvSpPr/>
            <p:nvPr/>
          </p:nvSpPr>
          <p:spPr>
            <a:xfrm>
              <a:off x="3731750" y="3194975"/>
              <a:ext cx="1526300" cy="1746350"/>
            </a:xfrm>
            <a:custGeom>
              <a:rect b="b" l="l" r="r" t="t"/>
              <a:pathLst>
                <a:path extrusionOk="0" h="69854" w="61052">
                  <a:moveTo>
                    <a:pt x="30954" y="1"/>
                  </a:moveTo>
                  <a:cubicBezTo>
                    <a:pt x="29984" y="1"/>
                    <a:pt x="29005" y="73"/>
                    <a:pt x="28021" y="204"/>
                  </a:cubicBezTo>
                  <a:cubicBezTo>
                    <a:pt x="22892" y="878"/>
                    <a:pt x="18971" y="3373"/>
                    <a:pt x="16496" y="7947"/>
                  </a:cubicBezTo>
                  <a:cubicBezTo>
                    <a:pt x="14219" y="12165"/>
                    <a:pt x="14080" y="16700"/>
                    <a:pt x="14754" y="21314"/>
                  </a:cubicBezTo>
                  <a:cubicBezTo>
                    <a:pt x="15506" y="26462"/>
                    <a:pt x="17843" y="30918"/>
                    <a:pt x="21031" y="34958"/>
                  </a:cubicBezTo>
                  <a:cubicBezTo>
                    <a:pt x="21486" y="35532"/>
                    <a:pt x="21922" y="36126"/>
                    <a:pt x="22259" y="36760"/>
                  </a:cubicBezTo>
                  <a:cubicBezTo>
                    <a:pt x="23387" y="38839"/>
                    <a:pt x="22813" y="40918"/>
                    <a:pt x="20813" y="42146"/>
                  </a:cubicBezTo>
                  <a:cubicBezTo>
                    <a:pt x="20278" y="42463"/>
                    <a:pt x="19704" y="42700"/>
                    <a:pt x="19150" y="42958"/>
                  </a:cubicBezTo>
                  <a:cubicBezTo>
                    <a:pt x="15862" y="44582"/>
                    <a:pt x="12516" y="46087"/>
                    <a:pt x="9328" y="47869"/>
                  </a:cubicBezTo>
                  <a:cubicBezTo>
                    <a:pt x="7288" y="48998"/>
                    <a:pt x="5347" y="50423"/>
                    <a:pt x="3585" y="51948"/>
                  </a:cubicBezTo>
                  <a:cubicBezTo>
                    <a:pt x="912" y="54265"/>
                    <a:pt x="1" y="57335"/>
                    <a:pt x="674" y="60780"/>
                  </a:cubicBezTo>
                  <a:cubicBezTo>
                    <a:pt x="1268" y="63731"/>
                    <a:pt x="3387" y="65394"/>
                    <a:pt x="5941" y="66582"/>
                  </a:cubicBezTo>
                  <a:cubicBezTo>
                    <a:pt x="9783" y="68404"/>
                    <a:pt x="13902" y="69097"/>
                    <a:pt x="18061" y="69394"/>
                  </a:cubicBezTo>
                  <a:cubicBezTo>
                    <a:pt x="22714" y="69731"/>
                    <a:pt x="27368" y="69830"/>
                    <a:pt x="32021" y="69850"/>
                  </a:cubicBezTo>
                  <a:cubicBezTo>
                    <a:pt x="32434" y="69852"/>
                    <a:pt x="32848" y="69854"/>
                    <a:pt x="33261" y="69854"/>
                  </a:cubicBezTo>
                  <a:cubicBezTo>
                    <a:pt x="38768" y="69854"/>
                    <a:pt x="44269" y="69586"/>
                    <a:pt x="49685" y="68444"/>
                  </a:cubicBezTo>
                  <a:cubicBezTo>
                    <a:pt x="52358" y="67869"/>
                    <a:pt x="54952" y="67117"/>
                    <a:pt x="57249" y="65572"/>
                  </a:cubicBezTo>
                  <a:cubicBezTo>
                    <a:pt x="58735" y="64562"/>
                    <a:pt x="59923" y="63295"/>
                    <a:pt x="60259" y="61473"/>
                  </a:cubicBezTo>
                  <a:cubicBezTo>
                    <a:pt x="61051" y="57315"/>
                    <a:pt x="59982" y="53770"/>
                    <a:pt x="56675" y="50978"/>
                  </a:cubicBezTo>
                  <a:cubicBezTo>
                    <a:pt x="54517" y="49156"/>
                    <a:pt x="52121" y="47711"/>
                    <a:pt x="49546" y="46562"/>
                  </a:cubicBezTo>
                  <a:cubicBezTo>
                    <a:pt x="46853" y="45334"/>
                    <a:pt x="44101" y="44245"/>
                    <a:pt x="41388" y="43037"/>
                  </a:cubicBezTo>
                  <a:cubicBezTo>
                    <a:pt x="39308" y="42126"/>
                    <a:pt x="37962" y="40700"/>
                    <a:pt x="38398" y="38205"/>
                  </a:cubicBezTo>
                  <a:cubicBezTo>
                    <a:pt x="38417" y="38146"/>
                    <a:pt x="38378" y="38087"/>
                    <a:pt x="38338" y="37968"/>
                  </a:cubicBezTo>
                  <a:cubicBezTo>
                    <a:pt x="37615" y="37968"/>
                    <a:pt x="36907" y="37973"/>
                    <a:pt x="36204" y="37973"/>
                  </a:cubicBezTo>
                  <a:cubicBezTo>
                    <a:pt x="35501" y="37973"/>
                    <a:pt x="34803" y="37968"/>
                    <a:pt x="34100" y="37948"/>
                  </a:cubicBezTo>
                  <a:cubicBezTo>
                    <a:pt x="31823" y="37888"/>
                    <a:pt x="29962" y="36067"/>
                    <a:pt x="29744" y="33710"/>
                  </a:cubicBezTo>
                  <a:cubicBezTo>
                    <a:pt x="29546" y="31453"/>
                    <a:pt x="31051" y="29195"/>
                    <a:pt x="33269" y="28878"/>
                  </a:cubicBezTo>
                  <a:cubicBezTo>
                    <a:pt x="34081" y="28760"/>
                    <a:pt x="34902" y="28720"/>
                    <a:pt x="35727" y="28720"/>
                  </a:cubicBezTo>
                  <a:cubicBezTo>
                    <a:pt x="36551" y="28720"/>
                    <a:pt x="37378" y="28760"/>
                    <a:pt x="38200" y="28799"/>
                  </a:cubicBezTo>
                  <a:cubicBezTo>
                    <a:pt x="38833" y="28819"/>
                    <a:pt x="39447" y="29235"/>
                    <a:pt x="40081" y="29453"/>
                  </a:cubicBezTo>
                  <a:cubicBezTo>
                    <a:pt x="40307" y="29540"/>
                    <a:pt x="40549" y="29658"/>
                    <a:pt x="40766" y="29658"/>
                  </a:cubicBezTo>
                  <a:cubicBezTo>
                    <a:pt x="40796" y="29658"/>
                    <a:pt x="40825" y="29655"/>
                    <a:pt x="40853" y="29651"/>
                  </a:cubicBezTo>
                  <a:cubicBezTo>
                    <a:pt x="41705" y="29492"/>
                    <a:pt x="42556" y="29314"/>
                    <a:pt x="43388" y="29076"/>
                  </a:cubicBezTo>
                  <a:cubicBezTo>
                    <a:pt x="43665" y="28997"/>
                    <a:pt x="43962" y="28720"/>
                    <a:pt x="44081" y="28443"/>
                  </a:cubicBezTo>
                  <a:cubicBezTo>
                    <a:pt x="46398" y="23472"/>
                    <a:pt x="47348" y="18264"/>
                    <a:pt x="46299" y="12819"/>
                  </a:cubicBezTo>
                  <a:cubicBezTo>
                    <a:pt x="45249" y="7373"/>
                    <a:pt x="42398" y="3274"/>
                    <a:pt x="37110" y="1135"/>
                  </a:cubicBezTo>
                  <a:cubicBezTo>
                    <a:pt x="35107" y="337"/>
                    <a:pt x="33049" y="1"/>
                    <a:pt x="30954" y="1"/>
                  </a:cubicBezTo>
                  <a:close/>
                </a:path>
              </a:pathLst>
            </a:custGeom>
            <a:solidFill>
              <a:srgbClr val="153244"/>
            </a:solidFill>
            <a:ln>
              <a:noFill/>
            </a:ln>
          </p:spPr>
          <p:txBody>
            <a:bodyPr anchorCtr="0" anchor="ctr" bIns="48525" lIns="48525" spcFirstLastPara="1" rIns="48525" wrap="square" tIns="485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7" name="Google Shape;407;p26"/>
            <p:cNvSpPr/>
            <p:nvPr/>
          </p:nvSpPr>
          <p:spPr>
            <a:xfrm>
              <a:off x="3823825" y="3001050"/>
              <a:ext cx="1339675" cy="1089200"/>
            </a:xfrm>
            <a:custGeom>
              <a:rect b="b" l="l" r="r" t="t"/>
              <a:pathLst>
                <a:path extrusionOk="0" h="43568" w="53587">
                  <a:moveTo>
                    <a:pt x="26776" y="1"/>
                  </a:moveTo>
                  <a:cubicBezTo>
                    <a:pt x="25341" y="1"/>
                    <a:pt x="23884" y="123"/>
                    <a:pt x="22417" y="377"/>
                  </a:cubicBezTo>
                  <a:cubicBezTo>
                    <a:pt x="11526" y="2258"/>
                    <a:pt x="3070" y="11684"/>
                    <a:pt x="2357" y="22754"/>
                  </a:cubicBezTo>
                  <a:cubicBezTo>
                    <a:pt x="2338" y="23031"/>
                    <a:pt x="2120" y="23387"/>
                    <a:pt x="1902" y="23546"/>
                  </a:cubicBezTo>
                  <a:cubicBezTo>
                    <a:pt x="654" y="24457"/>
                    <a:pt x="1" y="25645"/>
                    <a:pt x="21" y="27190"/>
                  </a:cubicBezTo>
                  <a:lnTo>
                    <a:pt x="21" y="34952"/>
                  </a:lnTo>
                  <a:cubicBezTo>
                    <a:pt x="21" y="35249"/>
                    <a:pt x="41" y="35566"/>
                    <a:pt x="100" y="35863"/>
                  </a:cubicBezTo>
                  <a:cubicBezTo>
                    <a:pt x="546" y="37872"/>
                    <a:pt x="2180" y="39147"/>
                    <a:pt x="4231" y="39147"/>
                  </a:cubicBezTo>
                  <a:cubicBezTo>
                    <a:pt x="4364" y="39147"/>
                    <a:pt x="4499" y="39141"/>
                    <a:pt x="4635" y="39130"/>
                  </a:cubicBezTo>
                  <a:cubicBezTo>
                    <a:pt x="6754" y="38952"/>
                    <a:pt x="8298" y="37269"/>
                    <a:pt x="8338" y="34952"/>
                  </a:cubicBezTo>
                  <a:cubicBezTo>
                    <a:pt x="8397" y="32358"/>
                    <a:pt x="8358" y="29784"/>
                    <a:pt x="8358" y="27190"/>
                  </a:cubicBezTo>
                  <a:cubicBezTo>
                    <a:pt x="8338" y="25665"/>
                    <a:pt x="7764" y="24437"/>
                    <a:pt x="6457" y="23546"/>
                  </a:cubicBezTo>
                  <a:cubicBezTo>
                    <a:pt x="6278" y="23407"/>
                    <a:pt x="6120" y="23051"/>
                    <a:pt x="6140" y="22793"/>
                  </a:cubicBezTo>
                  <a:cubicBezTo>
                    <a:pt x="6239" y="21823"/>
                    <a:pt x="6377" y="20853"/>
                    <a:pt x="6575" y="19902"/>
                  </a:cubicBezTo>
                  <a:cubicBezTo>
                    <a:pt x="8597" y="10434"/>
                    <a:pt x="17431" y="3695"/>
                    <a:pt x="26806" y="3695"/>
                  </a:cubicBezTo>
                  <a:cubicBezTo>
                    <a:pt x="28177" y="3695"/>
                    <a:pt x="29558" y="3839"/>
                    <a:pt x="30932" y="4139"/>
                  </a:cubicBezTo>
                  <a:cubicBezTo>
                    <a:pt x="40121" y="6159"/>
                    <a:pt x="46576" y="13427"/>
                    <a:pt x="47447" y="22813"/>
                  </a:cubicBezTo>
                  <a:cubicBezTo>
                    <a:pt x="47467" y="23051"/>
                    <a:pt x="47329" y="23427"/>
                    <a:pt x="47131" y="23546"/>
                  </a:cubicBezTo>
                  <a:cubicBezTo>
                    <a:pt x="45784" y="24477"/>
                    <a:pt x="45230" y="25784"/>
                    <a:pt x="45249" y="27368"/>
                  </a:cubicBezTo>
                  <a:lnTo>
                    <a:pt x="45249" y="32516"/>
                  </a:lnTo>
                  <a:lnTo>
                    <a:pt x="45249" y="36754"/>
                  </a:lnTo>
                  <a:cubicBezTo>
                    <a:pt x="42853" y="38378"/>
                    <a:pt x="39962" y="39249"/>
                    <a:pt x="36913" y="39665"/>
                  </a:cubicBezTo>
                  <a:cubicBezTo>
                    <a:pt x="36772" y="39683"/>
                    <a:pt x="36637" y="39694"/>
                    <a:pt x="36508" y="39694"/>
                  </a:cubicBezTo>
                  <a:cubicBezTo>
                    <a:pt x="36073" y="39694"/>
                    <a:pt x="35695" y="39571"/>
                    <a:pt x="35328" y="39190"/>
                  </a:cubicBezTo>
                  <a:cubicBezTo>
                    <a:pt x="35031" y="38893"/>
                    <a:pt x="34497" y="38715"/>
                    <a:pt x="34041" y="38675"/>
                  </a:cubicBezTo>
                  <a:cubicBezTo>
                    <a:pt x="33416" y="38643"/>
                    <a:pt x="32785" y="38623"/>
                    <a:pt x="32154" y="38623"/>
                  </a:cubicBezTo>
                  <a:cubicBezTo>
                    <a:pt x="31607" y="38623"/>
                    <a:pt x="31060" y="38638"/>
                    <a:pt x="30516" y="38675"/>
                  </a:cubicBezTo>
                  <a:cubicBezTo>
                    <a:pt x="29190" y="38754"/>
                    <a:pt x="28200" y="39883"/>
                    <a:pt x="28219" y="41131"/>
                  </a:cubicBezTo>
                  <a:cubicBezTo>
                    <a:pt x="28239" y="42477"/>
                    <a:pt x="29269" y="43487"/>
                    <a:pt x="30655" y="43527"/>
                  </a:cubicBezTo>
                  <a:cubicBezTo>
                    <a:pt x="31262" y="43538"/>
                    <a:pt x="31874" y="43567"/>
                    <a:pt x="32486" y="43567"/>
                  </a:cubicBezTo>
                  <a:cubicBezTo>
                    <a:pt x="32973" y="43567"/>
                    <a:pt x="33460" y="43548"/>
                    <a:pt x="33942" y="43487"/>
                  </a:cubicBezTo>
                  <a:cubicBezTo>
                    <a:pt x="34556" y="43408"/>
                    <a:pt x="35130" y="42972"/>
                    <a:pt x="35705" y="42695"/>
                  </a:cubicBezTo>
                  <a:cubicBezTo>
                    <a:pt x="36061" y="42517"/>
                    <a:pt x="36398" y="42220"/>
                    <a:pt x="36774" y="42180"/>
                  </a:cubicBezTo>
                  <a:cubicBezTo>
                    <a:pt x="40259" y="41764"/>
                    <a:pt x="43586" y="40853"/>
                    <a:pt x="46537" y="38893"/>
                  </a:cubicBezTo>
                  <a:cubicBezTo>
                    <a:pt x="46782" y="38737"/>
                    <a:pt x="46983" y="38662"/>
                    <a:pt x="47197" y="38662"/>
                  </a:cubicBezTo>
                  <a:cubicBezTo>
                    <a:pt x="47363" y="38662"/>
                    <a:pt x="47537" y="38707"/>
                    <a:pt x="47745" y="38794"/>
                  </a:cubicBezTo>
                  <a:cubicBezTo>
                    <a:pt x="48333" y="39038"/>
                    <a:pt x="48922" y="39152"/>
                    <a:pt x="49487" y="39152"/>
                  </a:cubicBezTo>
                  <a:cubicBezTo>
                    <a:pt x="51715" y="39152"/>
                    <a:pt x="53570" y="37381"/>
                    <a:pt x="53586" y="34853"/>
                  </a:cubicBezTo>
                  <a:cubicBezTo>
                    <a:pt x="53586" y="32299"/>
                    <a:pt x="53566" y="29744"/>
                    <a:pt x="53586" y="27190"/>
                  </a:cubicBezTo>
                  <a:cubicBezTo>
                    <a:pt x="53586" y="25645"/>
                    <a:pt x="52972" y="24457"/>
                    <a:pt x="51705" y="23546"/>
                  </a:cubicBezTo>
                  <a:cubicBezTo>
                    <a:pt x="51467" y="23387"/>
                    <a:pt x="51289" y="23051"/>
                    <a:pt x="51250" y="22754"/>
                  </a:cubicBezTo>
                  <a:cubicBezTo>
                    <a:pt x="51071" y="21744"/>
                    <a:pt x="51032" y="20694"/>
                    <a:pt x="50834" y="19684"/>
                  </a:cubicBezTo>
                  <a:cubicBezTo>
                    <a:pt x="48438" y="7970"/>
                    <a:pt x="38332" y="1"/>
                    <a:pt x="26776" y="1"/>
                  </a:cubicBezTo>
                  <a:close/>
                </a:path>
              </a:pathLst>
            </a:custGeom>
            <a:solidFill>
              <a:srgbClr val="153244"/>
            </a:solidFill>
            <a:ln>
              <a:noFill/>
            </a:ln>
          </p:spPr>
          <p:txBody>
            <a:bodyPr anchorCtr="0" anchor="ctr" bIns="48525" lIns="48525" spcFirstLastPara="1" rIns="48525" wrap="square" tIns="485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08" name="Google Shape;408;p26"/>
          <p:cNvGrpSpPr/>
          <p:nvPr/>
        </p:nvGrpSpPr>
        <p:grpSpPr>
          <a:xfrm>
            <a:off x="8710546" y="4348233"/>
            <a:ext cx="77078" cy="96820"/>
            <a:chOff x="3731750" y="3001050"/>
            <a:chExt cx="1526300" cy="1940275"/>
          </a:xfrm>
        </p:grpSpPr>
        <p:sp>
          <p:nvSpPr>
            <p:cNvPr id="409" name="Google Shape;409;p26"/>
            <p:cNvSpPr/>
            <p:nvPr/>
          </p:nvSpPr>
          <p:spPr>
            <a:xfrm>
              <a:off x="3731750" y="3194975"/>
              <a:ext cx="1526300" cy="1746350"/>
            </a:xfrm>
            <a:custGeom>
              <a:rect b="b" l="l" r="r" t="t"/>
              <a:pathLst>
                <a:path extrusionOk="0" h="69854" w="61052">
                  <a:moveTo>
                    <a:pt x="30954" y="1"/>
                  </a:moveTo>
                  <a:cubicBezTo>
                    <a:pt x="29984" y="1"/>
                    <a:pt x="29005" y="73"/>
                    <a:pt x="28021" y="204"/>
                  </a:cubicBezTo>
                  <a:cubicBezTo>
                    <a:pt x="22892" y="878"/>
                    <a:pt x="18971" y="3373"/>
                    <a:pt x="16496" y="7947"/>
                  </a:cubicBezTo>
                  <a:cubicBezTo>
                    <a:pt x="14219" y="12165"/>
                    <a:pt x="14080" y="16700"/>
                    <a:pt x="14754" y="21314"/>
                  </a:cubicBezTo>
                  <a:cubicBezTo>
                    <a:pt x="15506" y="26462"/>
                    <a:pt x="17843" y="30918"/>
                    <a:pt x="21031" y="34958"/>
                  </a:cubicBezTo>
                  <a:cubicBezTo>
                    <a:pt x="21486" y="35532"/>
                    <a:pt x="21922" y="36126"/>
                    <a:pt x="22259" y="36760"/>
                  </a:cubicBezTo>
                  <a:cubicBezTo>
                    <a:pt x="23387" y="38839"/>
                    <a:pt x="22813" y="40918"/>
                    <a:pt x="20813" y="42146"/>
                  </a:cubicBezTo>
                  <a:cubicBezTo>
                    <a:pt x="20278" y="42463"/>
                    <a:pt x="19704" y="42700"/>
                    <a:pt x="19150" y="42958"/>
                  </a:cubicBezTo>
                  <a:cubicBezTo>
                    <a:pt x="15862" y="44582"/>
                    <a:pt x="12516" y="46087"/>
                    <a:pt x="9328" y="47869"/>
                  </a:cubicBezTo>
                  <a:cubicBezTo>
                    <a:pt x="7288" y="48998"/>
                    <a:pt x="5347" y="50423"/>
                    <a:pt x="3585" y="51948"/>
                  </a:cubicBezTo>
                  <a:cubicBezTo>
                    <a:pt x="912" y="54265"/>
                    <a:pt x="1" y="57335"/>
                    <a:pt x="674" y="60780"/>
                  </a:cubicBezTo>
                  <a:cubicBezTo>
                    <a:pt x="1268" y="63731"/>
                    <a:pt x="3387" y="65394"/>
                    <a:pt x="5941" y="66582"/>
                  </a:cubicBezTo>
                  <a:cubicBezTo>
                    <a:pt x="9783" y="68404"/>
                    <a:pt x="13902" y="69097"/>
                    <a:pt x="18061" y="69394"/>
                  </a:cubicBezTo>
                  <a:cubicBezTo>
                    <a:pt x="22714" y="69731"/>
                    <a:pt x="27368" y="69830"/>
                    <a:pt x="32021" y="69850"/>
                  </a:cubicBezTo>
                  <a:cubicBezTo>
                    <a:pt x="32434" y="69852"/>
                    <a:pt x="32848" y="69854"/>
                    <a:pt x="33261" y="69854"/>
                  </a:cubicBezTo>
                  <a:cubicBezTo>
                    <a:pt x="38768" y="69854"/>
                    <a:pt x="44269" y="69586"/>
                    <a:pt x="49685" y="68444"/>
                  </a:cubicBezTo>
                  <a:cubicBezTo>
                    <a:pt x="52358" y="67869"/>
                    <a:pt x="54952" y="67117"/>
                    <a:pt x="57249" y="65572"/>
                  </a:cubicBezTo>
                  <a:cubicBezTo>
                    <a:pt x="58735" y="64562"/>
                    <a:pt x="59923" y="63295"/>
                    <a:pt x="60259" y="61473"/>
                  </a:cubicBezTo>
                  <a:cubicBezTo>
                    <a:pt x="61051" y="57315"/>
                    <a:pt x="59982" y="53770"/>
                    <a:pt x="56675" y="50978"/>
                  </a:cubicBezTo>
                  <a:cubicBezTo>
                    <a:pt x="54517" y="49156"/>
                    <a:pt x="52121" y="47711"/>
                    <a:pt x="49546" y="46562"/>
                  </a:cubicBezTo>
                  <a:cubicBezTo>
                    <a:pt x="46853" y="45334"/>
                    <a:pt x="44101" y="44245"/>
                    <a:pt x="41388" y="43037"/>
                  </a:cubicBezTo>
                  <a:cubicBezTo>
                    <a:pt x="39308" y="42126"/>
                    <a:pt x="37962" y="40700"/>
                    <a:pt x="38398" y="38205"/>
                  </a:cubicBezTo>
                  <a:cubicBezTo>
                    <a:pt x="38417" y="38146"/>
                    <a:pt x="38378" y="38087"/>
                    <a:pt x="38338" y="37968"/>
                  </a:cubicBezTo>
                  <a:cubicBezTo>
                    <a:pt x="37615" y="37968"/>
                    <a:pt x="36907" y="37973"/>
                    <a:pt x="36204" y="37973"/>
                  </a:cubicBezTo>
                  <a:cubicBezTo>
                    <a:pt x="35501" y="37973"/>
                    <a:pt x="34803" y="37968"/>
                    <a:pt x="34100" y="37948"/>
                  </a:cubicBezTo>
                  <a:cubicBezTo>
                    <a:pt x="31823" y="37888"/>
                    <a:pt x="29962" y="36067"/>
                    <a:pt x="29744" y="33710"/>
                  </a:cubicBezTo>
                  <a:cubicBezTo>
                    <a:pt x="29546" y="31453"/>
                    <a:pt x="31051" y="29195"/>
                    <a:pt x="33269" y="28878"/>
                  </a:cubicBezTo>
                  <a:cubicBezTo>
                    <a:pt x="34081" y="28760"/>
                    <a:pt x="34902" y="28720"/>
                    <a:pt x="35727" y="28720"/>
                  </a:cubicBezTo>
                  <a:cubicBezTo>
                    <a:pt x="36551" y="28720"/>
                    <a:pt x="37378" y="28760"/>
                    <a:pt x="38200" y="28799"/>
                  </a:cubicBezTo>
                  <a:cubicBezTo>
                    <a:pt x="38833" y="28819"/>
                    <a:pt x="39447" y="29235"/>
                    <a:pt x="40081" y="29453"/>
                  </a:cubicBezTo>
                  <a:cubicBezTo>
                    <a:pt x="40307" y="29540"/>
                    <a:pt x="40549" y="29658"/>
                    <a:pt x="40766" y="29658"/>
                  </a:cubicBezTo>
                  <a:cubicBezTo>
                    <a:pt x="40796" y="29658"/>
                    <a:pt x="40825" y="29655"/>
                    <a:pt x="40853" y="29651"/>
                  </a:cubicBezTo>
                  <a:cubicBezTo>
                    <a:pt x="41705" y="29492"/>
                    <a:pt x="42556" y="29314"/>
                    <a:pt x="43388" y="29076"/>
                  </a:cubicBezTo>
                  <a:cubicBezTo>
                    <a:pt x="43665" y="28997"/>
                    <a:pt x="43962" y="28720"/>
                    <a:pt x="44081" y="28443"/>
                  </a:cubicBezTo>
                  <a:cubicBezTo>
                    <a:pt x="46398" y="23472"/>
                    <a:pt x="47348" y="18264"/>
                    <a:pt x="46299" y="12819"/>
                  </a:cubicBezTo>
                  <a:cubicBezTo>
                    <a:pt x="45249" y="7373"/>
                    <a:pt x="42398" y="3274"/>
                    <a:pt x="37110" y="1135"/>
                  </a:cubicBezTo>
                  <a:cubicBezTo>
                    <a:pt x="35107" y="337"/>
                    <a:pt x="33049" y="1"/>
                    <a:pt x="30954" y="1"/>
                  </a:cubicBezTo>
                  <a:close/>
                </a:path>
              </a:pathLst>
            </a:custGeom>
            <a:solidFill>
              <a:srgbClr val="153244"/>
            </a:solidFill>
            <a:ln>
              <a:noFill/>
            </a:ln>
          </p:spPr>
          <p:txBody>
            <a:bodyPr anchorCtr="0" anchor="ctr" bIns="48525" lIns="48525" spcFirstLastPara="1" rIns="48525" wrap="square" tIns="485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0" name="Google Shape;410;p26"/>
            <p:cNvSpPr/>
            <p:nvPr/>
          </p:nvSpPr>
          <p:spPr>
            <a:xfrm>
              <a:off x="3823825" y="3001050"/>
              <a:ext cx="1339675" cy="1089200"/>
            </a:xfrm>
            <a:custGeom>
              <a:rect b="b" l="l" r="r" t="t"/>
              <a:pathLst>
                <a:path extrusionOk="0" h="43568" w="53587">
                  <a:moveTo>
                    <a:pt x="26776" y="1"/>
                  </a:moveTo>
                  <a:cubicBezTo>
                    <a:pt x="25341" y="1"/>
                    <a:pt x="23884" y="123"/>
                    <a:pt x="22417" y="377"/>
                  </a:cubicBezTo>
                  <a:cubicBezTo>
                    <a:pt x="11526" y="2258"/>
                    <a:pt x="3070" y="11684"/>
                    <a:pt x="2357" y="22754"/>
                  </a:cubicBezTo>
                  <a:cubicBezTo>
                    <a:pt x="2338" y="23031"/>
                    <a:pt x="2120" y="23387"/>
                    <a:pt x="1902" y="23546"/>
                  </a:cubicBezTo>
                  <a:cubicBezTo>
                    <a:pt x="654" y="24457"/>
                    <a:pt x="1" y="25645"/>
                    <a:pt x="21" y="27190"/>
                  </a:cubicBezTo>
                  <a:lnTo>
                    <a:pt x="21" y="34952"/>
                  </a:lnTo>
                  <a:cubicBezTo>
                    <a:pt x="21" y="35249"/>
                    <a:pt x="41" y="35566"/>
                    <a:pt x="100" y="35863"/>
                  </a:cubicBezTo>
                  <a:cubicBezTo>
                    <a:pt x="546" y="37872"/>
                    <a:pt x="2180" y="39147"/>
                    <a:pt x="4231" y="39147"/>
                  </a:cubicBezTo>
                  <a:cubicBezTo>
                    <a:pt x="4364" y="39147"/>
                    <a:pt x="4499" y="39141"/>
                    <a:pt x="4635" y="39130"/>
                  </a:cubicBezTo>
                  <a:cubicBezTo>
                    <a:pt x="6754" y="38952"/>
                    <a:pt x="8298" y="37269"/>
                    <a:pt x="8338" y="34952"/>
                  </a:cubicBezTo>
                  <a:cubicBezTo>
                    <a:pt x="8397" y="32358"/>
                    <a:pt x="8358" y="29784"/>
                    <a:pt x="8358" y="27190"/>
                  </a:cubicBezTo>
                  <a:cubicBezTo>
                    <a:pt x="8338" y="25665"/>
                    <a:pt x="7764" y="24437"/>
                    <a:pt x="6457" y="23546"/>
                  </a:cubicBezTo>
                  <a:cubicBezTo>
                    <a:pt x="6278" y="23407"/>
                    <a:pt x="6120" y="23051"/>
                    <a:pt x="6140" y="22793"/>
                  </a:cubicBezTo>
                  <a:cubicBezTo>
                    <a:pt x="6239" y="21823"/>
                    <a:pt x="6377" y="20853"/>
                    <a:pt x="6575" y="19902"/>
                  </a:cubicBezTo>
                  <a:cubicBezTo>
                    <a:pt x="8597" y="10434"/>
                    <a:pt x="17431" y="3695"/>
                    <a:pt x="26806" y="3695"/>
                  </a:cubicBezTo>
                  <a:cubicBezTo>
                    <a:pt x="28177" y="3695"/>
                    <a:pt x="29558" y="3839"/>
                    <a:pt x="30932" y="4139"/>
                  </a:cubicBezTo>
                  <a:cubicBezTo>
                    <a:pt x="40121" y="6159"/>
                    <a:pt x="46576" y="13427"/>
                    <a:pt x="47447" y="22813"/>
                  </a:cubicBezTo>
                  <a:cubicBezTo>
                    <a:pt x="47467" y="23051"/>
                    <a:pt x="47329" y="23427"/>
                    <a:pt x="47131" y="23546"/>
                  </a:cubicBezTo>
                  <a:cubicBezTo>
                    <a:pt x="45784" y="24477"/>
                    <a:pt x="45230" y="25784"/>
                    <a:pt x="45249" y="27368"/>
                  </a:cubicBezTo>
                  <a:lnTo>
                    <a:pt x="45249" y="32516"/>
                  </a:lnTo>
                  <a:lnTo>
                    <a:pt x="45249" y="36754"/>
                  </a:lnTo>
                  <a:cubicBezTo>
                    <a:pt x="42853" y="38378"/>
                    <a:pt x="39962" y="39249"/>
                    <a:pt x="36913" y="39665"/>
                  </a:cubicBezTo>
                  <a:cubicBezTo>
                    <a:pt x="36772" y="39683"/>
                    <a:pt x="36637" y="39694"/>
                    <a:pt x="36508" y="39694"/>
                  </a:cubicBezTo>
                  <a:cubicBezTo>
                    <a:pt x="36073" y="39694"/>
                    <a:pt x="35695" y="39571"/>
                    <a:pt x="35328" y="39190"/>
                  </a:cubicBezTo>
                  <a:cubicBezTo>
                    <a:pt x="35031" y="38893"/>
                    <a:pt x="34497" y="38715"/>
                    <a:pt x="34041" y="38675"/>
                  </a:cubicBezTo>
                  <a:cubicBezTo>
                    <a:pt x="33416" y="38643"/>
                    <a:pt x="32785" y="38623"/>
                    <a:pt x="32154" y="38623"/>
                  </a:cubicBezTo>
                  <a:cubicBezTo>
                    <a:pt x="31607" y="38623"/>
                    <a:pt x="31060" y="38638"/>
                    <a:pt x="30516" y="38675"/>
                  </a:cubicBezTo>
                  <a:cubicBezTo>
                    <a:pt x="29190" y="38754"/>
                    <a:pt x="28200" y="39883"/>
                    <a:pt x="28219" y="41131"/>
                  </a:cubicBezTo>
                  <a:cubicBezTo>
                    <a:pt x="28239" y="42477"/>
                    <a:pt x="29269" y="43487"/>
                    <a:pt x="30655" y="43527"/>
                  </a:cubicBezTo>
                  <a:cubicBezTo>
                    <a:pt x="31262" y="43538"/>
                    <a:pt x="31874" y="43567"/>
                    <a:pt x="32486" y="43567"/>
                  </a:cubicBezTo>
                  <a:cubicBezTo>
                    <a:pt x="32973" y="43567"/>
                    <a:pt x="33460" y="43548"/>
                    <a:pt x="33942" y="43487"/>
                  </a:cubicBezTo>
                  <a:cubicBezTo>
                    <a:pt x="34556" y="43408"/>
                    <a:pt x="35130" y="42972"/>
                    <a:pt x="35705" y="42695"/>
                  </a:cubicBezTo>
                  <a:cubicBezTo>
                    <a:pt x="36061" y="42517"/>
                    <a:pt x="36398" y="42220"/>
                    <a:pt x="36774" y="42180"/>
                  </a:cubicBezTo>
                  <a:cubicBezTo>
                    <a:pt x="40259" y="41764"/>
                    <a:pt x="43586" y="40853"/>
                    <a:pt x="46537" y="38893"/>
                  </a:cubicBezTo>
                  <a:cubicBezTo>
                    <a:pt x="46782" y="38737"/>
                    <a:pt x="46983" y="38662"/>
                    <a:pt x="47197" y="38662"/>
                  </a:cubicBezTo>
                  <a:cubicBezTo>
                    <a:pt x="47363" y="38662"/>
                    <a:pt x="47537" y="38707"/>
                    <a:pt x="47745" y="38794"/>
                  </a:cubicBezTo>
                  <a:cubicBezTo>
                    <a:pt x="48333" y="39038"/>
                    <a:pt x="48922" y="39152"/>
                    <a:pt x="49487" y="39152"/>
                  </a:cubicBezTo>
                  <a:cubicBezTo>
                    <a:pt x="51715" y="39152"/>
                    <a:pt x="53570" y="37381"/>
                    <a:pt x="53586" y="34853"/>
                  </a:cubicBezTo>
                  <a:cubicBezTo>
                    <a:pt x="53586" y="32299"/>
                    <a:pt x="53566" y="29744"/>
                    <a:pt x="53586" y="27190"/>
                  </a:cubicBezTo>
                  <a:cubicBezTo>
                    <a:pt x="53586" y="25645"/>
                    <a:pt x="52972" y="24457"/>
                    <a:pt x="51705" y="23546"/>
                  </a:cubicBezTo>
                  <a:cubicBezTo>
                    <a:pt x="51467" y="23387"/>
                    <a:pt x="51289" y="23051"/>
                    <a:pt x="51250" y="22754"/>
                  </a:cubicBezTo>
                  <a:cubicBezTo>
                    <a:pt x="51071" y="21744"/>
                    <a:pt x="51032" y="20694"/>
                    <a:pt x="50834" y="19684"/>
                  </a:cubicBezTo>
                  <a:cubicBezTo>
                    <a:pt x="48438" y="7970"/>
                    <a:pt x="38332" y="1"/>
                    <a:pt x="26776" y="1"/>
                  </a:cubicBezTo>
                  <a:close/>
                </a:path>
              </a:pathLst>
            </a:custGeom>
            <a:solidFill>
              <a:srgbClr val="153244"/>
            </a:solidFill>
            <a:ln>
              <a:noFill/>
            </a:ln>
          </p:spPr>
          <p:txBody>
            <a:bodyPr anchorCtr="0" anchor="ctr" bIns="48525" lIns="48525" spcFirstLastPara="1" rIns="48525" wrap="square" tIns="485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11" name="Google Shape;411;p26"/>
          <p:cNvSpPr/>
          <p:nvPr/>
        </p:nvSpPr>
        <p:spPr>
          <a:xfrm>
            <a:off x="7625602" y="2460102"/>
            <a:ext cx="1224300" cy="437400"/>
          </a:xfrm>
          <a:prstGeom prst="roundRect">
            <a:avLst>
              <a:gd fmla="val 8271" name="adj"/>
            </a:avLst>
          </a:prstGeom>
          <a:solidFill>
            <a:srgbClr val="F1F6FD"/>
          </a:solidFill>
          <a:ln>
            <a:noFill/>
          </a:ln>
        </p:spPr>
        <p:txBody>
          <a:bodyPr anchorCtr="0" anchor="t" bIns="0" lIns="91425" spcFirstLastPara="1" rIns="91425" wrap="square" tIns="234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s" sz="900" u="none" cap="none" strike="noStrike">
                <a:solidFill>
                  <a:srgbClr val="000000"/>
                </a:solidFill>
                <a:latin typeface="Archivo"/>
                <a:ea typeface="Archivo"/>
                <a:cs typeface="Archivo"/>
                <a:sym typeface="Archivo"/>
              </a:rPr>
              <a:t>{{enc_ll_contactados}} </a:t>
            </a:r>
            <a:r>
              <a:rPr b="1" i="0" lang="es" sz="900" u="none" cap="none" strike="noStrike">
                <a:solidFill>
                  <a:srgbClr val="6AA84F"/>
                </a:solidFill>
                <a:latin typeface="Archivo"/>
                <a:ea typeface="Archivo"/>
                <a:cs typeface="Archivo"/>
                <a:sym typeface="Archivo"/>
              </a:rPr>
              <a:t>({{enc_ll_contactados_pct}}%)</a:t>
            </a:r>
            <a:endParaRPr b="1" i="0" sz="900" u="none" cap="none" strike="noStrike">
              <a:solidFill>
                <a:srgbClr val="6AA84F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412" name="Google Shape;412;p26"/>
          <p:cNvSpPr/>
          <p:nvPr/>
        </p:nvSpPr>
        <p:spPr>
          <a:xfrm>
            <a:off x="7625602" y="2460093"/>
            <a:ext cx="1224300" cy="189600"/>
          </a:xfrm>
          <a:prstGeom prst="roundRect">
            <a:avLst>
              <a:gd fmla="val 16667" name="adj"/>
            </a:avLst>
          </a:prstGeom>
          <a:solidFill>
            <a:srgbClr val="FFCC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s" sz="800" u="none" cap="none" strike="noStrike">
                <a:solidFill>
                  <a:srgbClr val="000000"/>
                </a:solidFill>
                <a:latin typeface="Archivo"/>
                <a:ea typeface="Archivo"/>
                <a:cs typeface="Archivo"/>
                <a:sym typeface="Archivo"/>
              </a:rPr>
              <a:t>Contactados</a:t>
            </a:r>
            <a:endParaRPr b="1" i="0" sz="800" u="none" cap="none" strike="noStrike">
              <a:solidFill>
                <a:srgbClr val="153244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413" name="Google Shape;413;p26"/>
          <p:cNvSpPr/>
          <p:nvPr/>
        </p:nvSpPr>
        <p:spPr>
          <a:xfrm>
            <a:off x="7624600" y="1953773"/>
            <a:ext cx="1224300" cy="437400"/>
          </a:xfrm>
          <a:prstGeom prst="roundRect">
            <a:avLst>
              <a:gd fmla="val 8271" name="adj"/>
            </a:avLst>
          </a:prstGeom>
          <a:solidFill>
            <a:srgbClr val="F1F6FD"/>
          </a:solidFill>
          <a:ln>
            <a:noFill/>
          </a:ln>
        </p:spPr>
        <p:txBody>
          <a:bodyPr anchorCtr="0" anchor="t" bIns="0" lIns="91425" spcFirstLastPara="1" rIns="91425" wrap="square" tIns="234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s" sz="900" u="none" cap="none" strike="noStrike">
                <a:solidFill>
                  <a:srgbClr val="000000"/>
                </a:solidFill>
                <a:latin typeface="Archivo"/>
                <a:ea typeface="Archivo"/>
                <a:cs typeface="Archivo"/>
                <a:sym typeface="Archivo"/>
              </a:rPr>
              <a:t>{{enc_ll_efectivos}} </a:t>
            </a:r>
            <a:r>
              <a:rPr b="1" i="0" lang="es" sz="900" u="none" cap="none" strike="noStrike">
                <a:solidFill>
                  <a:srgbClr val="6AA84F"/>
                </a:solidFill>
                <a:latin typeface="Archivo"/>
                <a:ea typeface="Archivo"/>
                <a:cs typeface="Archivo"/>
                <a:sym typeface="Archivo"/>
              </a:rPr>
              <a:t>({{enc_ll_efectivos_pct}}%)</a:t>
            </a:r>
            <a:endParaRPr b="1" i="0" sz="900" u="none" cap="none" strike="noStrike">
              <a:solidFill>
                <a:srgbClr val="6AA84F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 i="0" sz="900" u="none" cap="none" strike="noStrike">
              <a:solidFill>
                <a:srgbClr val="000000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414" name="Google Shape;414;p26"/>
          <p:cNvSpPr/>
          <p:nvPr/>
        </p:nvSpPr>
        <p:spPr>
          <a:xfrm>
            <a:off x="7624600" y="1953764"/>
            <a:ext cx="1224300" cy="189600"/>
          </a:xfrm>
          <a:prstGeom prst="roundRect">
            <a:avLst>
              <a:gd fmla="val 16667" name="adj"/>
            </a:avLst>
          </a:prstGeom>
          <a:solidFill>
            <a:srgbClr val="FFCC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s" sz="800" u="none" cap="none" strike="noStrike">
                <a:solidFill>
                  <a:srgbClr val="000000"/>
                </a:solidFill>
                <a:latin typeface="Archivo"/>
                <a:ea typeface="Archivo"/>
                <a:cs typeface="Archivo"/>
                <a:sym typeface="Archivo"/>
              </a:rPr>
              <a:t>Efectivos</a:t>
            </a:r>
            <a:endParaRPr b="1" i="0" sz="800" u="none" cap="none" strike="noStrike">
              <a:solidFill>
                <a:srgbClr val="153244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grpSp>
        <p:nvGrpSpPr>
          <p:cNvPr id="415" name="Google Shape;415;p26"/>
          <p:cNvGrpSpPr/>
          <p:nvPr/>
        </p:nvGrpSpPr>
        <p:grpSpPr>
          <a:xfrm>
            <a:off x="8698701" y="2000146"/>
            <a:ext cx="77078" cy="96820"/>
            <a:chOff x="3731750" y="3001050"/>
            <a:chExt cx="1526300" cy="1940275"/>
          </a:xfrm>
        </p:grpSpPr>
        <p:sp>
          <p:nvSpPr>
            <p:cNvPr id="416" name="Google Shape;416;p26"/>
            <p:cNvSpPr/>
            <p:nvPr/>
          </p:nvSpPr>
          <p:spPr>
            <a:xfrm>
              <a:off x="3731750" y="3194975"/>
              <a:ext cx="1526300" cy="1746350"/>
            </a:xfrm>
            <a:custGeom>
              <a:rect b="b" l="l" r="r" t="t"/>
              <a:pathLst>
                <a:path extrusionOk="0" h="69854" w="61052">
                  <a:moveTo>
                    <a:pt x="30954" y="1"/>
                  </a:moveTo>
                  <a:cubicBezTo>
                    <a:pt x="29984" y="1"/>
                    <a:pt x="29005" y="73"/>
                    <a:pt x="28021" y="204"/>
                  </a:cubicBezTo>
                  <a:cubicBezTo>
                    <a:pt x="22892" y="878"/>
                    <a:pt x="18971" y="3373"/>
                    <a:pt x="16496" y="7947"/>
                  </a:cubicBezTo>
                  <a:cubicBezTo>
                    <a:pt x="14219" y="12165"/>
                    <a:pt x="14080" y="16700"/>
                    <a:pt x="14754" y="21314"/>
                  </a:cubicBezTo>
                  <a:cubicBezTo>
                    <a:pt x="15506" y="26462"/>
                    <a:pt x="17843" y="30918"/>
                    <a:pt x="21031" y="34958"/>
                  </a:cubicBezTo>
                  <a:cubicBezTo>
                    <a:pt x="21486" y="35532"/>
                    <a:pt x="21922" y="36126"/>
                    <a:pt x="22259" y="36760"/>
                  </a:cubicBezTo>
                  <a:cubicBezTo>
                    <a:pt x="23387" y="38839"/>
                    <a:pt x="22813" y="40918"/>
                    <a:pt x="20813" y="42146"/>
                  </a:cubicBezTo>
                  <a:cubicBezTo>
                    <a:pt x="20278" y="42463"/>
                    <a:pt x="19704" y="42700"/>
                    <a:pt x="19150" y="42958"/>
                  </a:cubicBezTo>
                  <a:cubicBezTo>
                    <a:pt x="15862" y="44582"/>
                    <a:pt x="12516" y="46087"/>
                    <a:pt x="9328" y="47869"/>
                  </a:cubicBezTo>
                  <a:cubicBezTo>
                    <a:pt x="7288" y="48998"/>
                    <a:pt x="5347" y="50423"/>
                    <a:pt x="3585" y="51948"/>
                  </a:cubicBezTo>
                  <a:cubicBezTo>
                    <a:pt x="912" y="54265"/>
                    <a:pt x="1" y="57335"/>
                    <a:pt x="674" y="60780"/>
                  </a:cubicBezTo>
                  <a:cubicBezTo>
                    <a:pt x="1268" y="63731"/>
                    <a:pt x="3387" y="65394"/>
                    <a:pt x="5941" y="66582"/>
                  </a:cubicBezTo>
                  <a:cubicBezTo>
                    <a:pt x="9783" y="68404"/>
                    <a:pt x="13902" y="69097"/>
                    <a:pt x="18061" y="69394"/>
                  </a:cubicBezTo>
                  <a:cubicBezTo>
                    <a:pt x="22714" y="69731"/>
                    <a:pt x="27368" y="69830"/>
                    <a:pt x="32021" y="69850"/>
                  </a:cubicBezTo>
                  <a:cubicBezTo>
                    <a:pt x="32434" y="69852"/>
                    <a:pt x="32848" y="69854"/>
                    <a:pt x="33261" y="69854"/>
                  </a:cubicBezTo>
                  <a:cubicBezTo>
                    <a:pt x="38768" y="69854"/>
                    <a:pt x="44269" y="69586"/>
                    <a:pt x="49685" y="68444"/>
                  </a:cubicBezTo>
                  <a:cubicBezTo>
                    <a:pt x="52358" y="67869"/>
                    <a:pt x="54952" y="67117"/>
                    <a:pt x="57249" y="65572"/>
                  </a:cubicBezTo>
                  <a:cubicBezTo>
                    <a:pt x="58735" y="64562"/>
                    <a:pt x="59923" y="63295"/>
                    <a:pt x="60259" y="61473"/>
                  </a:cubicBezTo>
                  <a:cubicBezTo>
                    <a:pt x="61051" y="57315"/>
                    <a:pt x="59982" y="53770"/>
                    <a:pt x="56675" y="50978"/>
                  </a:cubicBezTo>
                  <a:cubicBezTo>
                    <a:pt x="54517" y="49156"/>
                    <a:pt x="52121" y="47711"/>
                    <a:pt x="49546" y="46562"/>
                  </a:cubicBezTo>
                  <a:cubicBezTo>
                    <a:pt x="46853" y="45334"/>
                    <a:pt x="44101" y="44245"/>
                    <a:pt x="41388" y="43037"/>
                  </a:cubicBezTo>
                  <a:cubicBezTo>
                    <a:pt x="39308" y="42126"/>
                    <a:pt x="37962" y="40700"/>
                    <a:pt x="38398" y="38205"/>
                  </a:cubicBezTo>
                  <a:cubicBezTo>
                    <a:pt x="38417" y="38146"/>
                    <a:pt x="38378" y="38087"/>
                    <a:pt x="38338" y="37968"/>
                  </a:cubicBezTo>
                  <a:cubicBezTo>
                    <a:pt x="37615" y="37968"/>
                    <a:pt x="36907" y="37973"/>
                    <a:pt x="36204" y="37973"/>
                  </a:cubicBezTo>
                  <a:cubicBezTo>
                    <a:pt x="35501" y="37973"/>
                    <a:pt x="34803" y="37968"/>
                    <a:pt x="34100" y="37948"/>
                  </a:cubicBezTo>
                  <a:cubicBezTo>
                    <a:pt x="31823" y="37888"/>
                    <a:pt x="29962" y="36067"/>
                    <a:pt x="29744" y="33710"/>
                  </a:cubicBezTo>
                  <a:cubicBezTo>
                    <a:pt x="29546" y="31453"/>
                    <a:pt x="31051" y="29195"/>
                    <a:pt x="33269" y="28878"/>
                  </a:cubicBezTo>
                  <a:cubicBezTo>
                    <a:pt x="34081" y="28760"/>
                    <a:pt x="34902" y="28720"/>
                    <a:pt x="35727" y="28720"/>
                  </a:cubicBezTo>
                  <a:cubicBezTo>
                    <a:pt x="36551" y="28720"/>
                    <a:pt x="37378" y="28760"/>
                    <a:pt x="38200" y="28799"/>
                  </a:cubicBezTo>
                  <a:cubicBezTo>
                    <a:pt x="38833" y="28819"/>
                    <a:pt x="39447" y="29235"/>
                    <a:pt x="40081" y="29453"/>
                  </a:cubicBezTo>
                  <a:cubicBezTo>
                    <a:pt x="40307" y="29540"/>
                    <a:pt x="40549" y="29658"/>
                    <a:pt x="40766" y="29658"/>
                  </a:cubicBezTo>
                  <a:cubicBezTo>
                    <a:pt x="40796" y="29658"/>
                    <a:pt x="40825" y="29655"/>
                    <a:pt x="40853" y="29651"/>
                  </a:cubicBezTo>
                  <a:cubicBezTo>
                    <a:pt x="41705" y="29492"/>
                    <a:pt x="42556" y="29314"/>
                    <a:pt x="43388" y="29076"/>
                  </a:cubicBezTo>
                  <a:cubicBezTo>
                    <a:pt x="43665" y="28997"/>
                    <a:pt x="43962" y="28720"/>
                    <a:pt x="44081" y="28443"/>
                  </a:cubicBezTo>
                  <a:cubicBezTo>
                    <a:pt x="46398" y="23472"/>
                    <a:pt x="47348" y="18264"/>
                    <a:pt x="46299" y="12819"/>
                  </a:cubicBezTo>
                  <a:cubicBezTo>
                    <a:pt x="45249" y="7373"/>
                    <a:pt x="42398" y="3274"/>
                    <a:pt x="37110" y="1135"/>
                  </a:cubicBezTo>
                  <a:cubicBezTo>
                    <a:pt x="35107" y="337"/>
                    <a:pt x="33049" y="1"/>
                    <a:pt x="30954" y="1"/>
                  </a:cubicBezTo>
                  <a:close/>
                </a:path>
              </a:pathLst>
            </a:custGeom>
            <a:solidFill>
              <a:srgbClr val="153244"/>
            </a:solidFill>
            <a:ln>
              <a:noFill/>
            </a:ln>
          </p:spPr>
          <p:txBody>
            <a:bodyPr anchorCtr="0" anchor="ctr" bIns="48525" lIns="48525" spcFirstLastPara="1" rIns="48525" wrap="square" tIns="485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7" name="Google Shape;417;p26"/>
            <p:cNvSpPr/>
            <p:nvPr/>
          </p:nvSpPr>
          <p:spPr>
            <a:xfrm>
              <a:off x="3823825" y="3001050"/>
              <a:ext cx="1339675" cy="1089200"/>
            </a:xfrm>
            <a:custGeom>
              <a:rect b="b" l="l" r="r" t="t"/>
              <a:pathLst>
                <a:path extrusionOk="0" h="43568" w="53587">
                  <a:moveTo>
                    <a:pt x="26776" y="1"/>
                  </a:moveTo>
                  <a:cubicBezTo>
                    <a:pt x="25341" y="1"/>
                    <a:pt x="23884" y="123"/>
                    <a:pt x="22417" y="377"/>
                  </a:cubicBezTo>
                  <a:cubicBezTo>
                    <a:pt x="11526" y="2258"/>
                    <a:pt x="3070" y="11684"/>
                    <a:pt x="2357" y="22754"/>
                  </a:cubicBezTo>
                  <a:cubicBezTo>
                    <a:pt x="2338" y="23031"/>
                    <a:pt x="2120" y="23387"/>
                    <a:pt x="1902" y="23546"/>
                  </a:cubicBezTo>
                  <a:cubicBezTo>
                    <a:pt x="654" y="24457"/>
                    <a:pt x="1" y="25645"/>
                    <a:pt x="21" y="27190"/>
                  </a:cubicBezTo>
                  <a:lnTo>
                    <a:pt x="21" y="34952"/>
                  </a:lnTo>
                  <a:cubicBezTo>
                    <a:pt x="21" y="35249"/>
                    <a:pt x="41" y="35566"/>
                    <a:pt x="100" y="35863"/>
                  </a:cubicBezTo>
                  <a:cubicBezTo>
                    <a:pt x="546" y="37872"/>
                    <a:pt x="2180" y="39147"/>
                    <a:pt x="4231" y="39147"/>
                  </a:cubicBezTo>
                  <a:cubicBezTo>
                    <a:pt x="4364" y="39147"/>
                    <a:pt x="4499" y="39141"/>
                    <a:pt x="4635" y="39130"/>
                  </a:cubicBezTo>
                  <a:cubicBezTo>
                    <a:pt x="6754" y="38952"/>
                    <a:pt x="8298" y="37269"/>
                    <a:pt x="8338" y="34952"/>
                  </a:cubicBezTo>
                  <a:cubicBezTo>
                    <a:pt x="8397" y="32358"/>
                    <a:pt x="8358" y="29784"/>
                    <a:pt x="8358" y="27190"/>
                  </a:cubicBezTo>
                  <a:cubicBezTo>
                    <a:pt x="8338" y="25665"/>
                    <a:pt x="7764" y="24437"/>
                    <a:pt x="6457" y="23546"/>
                  </a:cubicBezTo>
                  <a:cubicBezTo>
                    <a:pt x="6278" y="23407"/>
                    <a:pt x="6120" y="23051"/>
                    <a:pt x="6140" y="22793"/>
                  </a:cubicBezTo>
                  <a:cubicBezTo>
                    <a:pt x="6239" y="21823"/>
                    <a:pt x="6377" y="20853"/>
                    <a:pt x="6575" y="19902"/>
                  </a:cubicBezTo>
                  <a:cubicBezTo>
                    <a:pt x="8597" y="10434"/>
                    <a:pt x="17431" y="3695"/>
                    <a:pt x="26806" y="3695"/>
                  </a:cubicBezTo>
                  <a:cubicBezTo>
                    <a:pt x="28177" y="3695"/>
                    <a:pt x="29558" y="3839"/>
                    <a:pt x="30932" y="4139"/>
                  </a:cubicBezTo>
                  <a:cubicBezTo>
                    <a:pt x="40121" y="6159"/>
                    <a:pt x="46576" y="13427"/>
                    <a:pt x="47447" y="22813"/>
                  </a:cubicBezTo>
                  <a:cubicBezTo>
                    <a:pt x="47467" y="23051"/>
                    <a:pt x="47329" y="23427"/>
                    <a:pt x="47131" y="23546"/>
                  </a:cubicBezTo>
                  <a:cubicBezTo>
                    <a:pt x="45784" y="24477"/>
                    <a:pt x="45230" y="25784"/>
                    <a:pt x="45249" y="27368"/>
                  </a:cubicBezTo>
                  <a:lnTo>
                    <a:pt x="45249" y="32516"/>
                  </a:lnTo>
                  <a:lnTo>
                    <a:pt x="45249" y="36754"/>
                  </a:lnTo>
                  <a:cubicBezTo>
                    <a:pt x="42853" y="38378"/>
                    <a:pt x="39962" y="39249"/>
                    <a:pt x="36913" y="39665"/>
                  </a:cubicBezTo>
                  <a:cubicBezTo>
                    <a:pt x="36772" y="39683"/>
                    <a:pt x="36637" y="39694"/>
                    <a:pt x="36508" y="39694"/>
                  </a:cubicBezTo>
                  <a:cubicBezTo>
                    <a:pt x="36073" y="39694"/>
                    <a:pt x="35695" y="39571"/>
                    <a:pt x="35328" y="39190"/>
                  </a:cubicBezTo>
                  <a:cubicBezTo>
                    <a:pt x="35031" y="38893"/>
                    <a:pt x="34497" y="38715"/>
                    <a:pt x="34041" y="38675"/>
                  </a:cubicBezTo>
                  <a:cubicBezTo>
                    <a:pt x="33416" y="38643"/>
                    <a:pt x="32785" y="38623"/>
                    <a:pt x="32154" y="38623"/>
                  </a:cubicBezTo>
                  <a:cubicBezTo>
                    <a:pt x="31607" y="38623"/>
                    <a:pt x="31060" y="38638"/>
                    <a:pt x="30516" y="38675"/>
                  </a:cubicBezTo>
                  <a:cubicBezTo>
                    <a:pt x="29190" y="38754"/>
                    <a:pt x="28200" y="39883"/>
                    <a:pt x="28219" y="41131"/>
                  </a:cubicBezTo>
                  <a:cubicBezTo>
                    <a:pt x="28239" y="42477"/>
                    <a:pt x="29269" y="43487"/>
                    <a:pt x="30655" y="43527"/>
                  </a:cubicBezTo>
                  <a:cubicBezTo>
                    <a:pt x="31262" y="43538"/>
                    <a:pt x="31874" y="43567"/>
                    <a:pt x="32486" y="43567"/>
                  </a:cubicBezTo>
                  <a:cubicBezTo>
                    <a:pt x="32973" y="43567"/>
                    <a:pt x="33460" y="43548"/>
                    <a:pt x="33942" y="43487"/>
                  </a:cubicBezTo>
                  <a:cubicBezTo>
                    <a:pt x="34556" y="43408"/>
                    <a:pt x="35130" y="42972"/>
                    <a:pt x="35705" y="42695"/>
                  </a:cubicBezTo>
                  <a:cubicBezTo>
                    <a:pt x="36061" y="42517"/>
                    <a:pt x="36398" y="42220"/>
                    <a:pt x="36774" y="42180"/>
                  </a:cubicBezTo>
                  <a:cubicBezTo>
                    <a:pt x="40259" y="41764"/>
                    <a:pt x="43586" y="40853"/>
                    <a:pt x="46537" y="38893"/>
                  </a:cubicBezTo>
                  <a:cubicBezTo>
                    <a:pt x="46782" y="38737"/>
                    <a:pt x="46983" y="38662"/>
                    <a:pt x="47197" y="38662"/>
                  </a:cubicBezTo>
                  <a:cubicBezTo>
                    <a:pt x="47363" y="38662"/>
                    <a:pt x="47537" y="38707"/>
                    <a:pt x="47745" y="38794"/>
                  </a:cubicBezTo>
                  <a:cubicBezTo>
                    <a:pt x="48333" y="39038"/>
                    <a:pt x="48922" y="39152"/>
                    <a:pt x="49487" y="39152"/>
                  </a:cubicBezTo>
                  <a:cubicBezTo>
                    <a:pt x="51715" y="39152"/>
                    <a:pt x="53570" y="37381"/>
                    <a:pt x="53586" y="34853"/>
                  </a:cubicBezTo>
                  <a:cubicBezTo>
                    <a:pt x="53586" y="32299"/>
                    <a:pt x="53566" y="29744"/>
                    <a:pt x="53586" y="27190"/>
                  </a:cubicBezTo>
                  <a:cubicBezTo>
                    <a:pt x="53586" y="25645"/>
                    <a:pt x="52972" y="24457"/>
                    <a:pt x="51705" y="23546"/>
                  </a:cubicBezTo>
                  <a:cubicBezTo>
                    <a:pt x="51467" y="23387"/>
                    <a:pt x="51289" y="23051"/>
                    <a:pt x="51250" y="22754"/>
                  </a:cubicBezTo>
                  <a:cubicBezTo>
                    <a:pt x="51071" y="21744"/>
                    <a:pt x="51032" y="20694"/>
                    <a:pt x="50834" y="19684"/>
                  </a:cubicBezTo>
                  <a:cubicBezTo>
                    <a:pt x="48438" y="7970"/>
                    <a:pt x="38332" y="1"/>
                    <a:pt x="26776" y="1"/>
                  </a:cubicBezTo>
                  <a:close/>
                </a:path>
              </a:pathLst>
            </a:custGeom>
            <a:solidFill>
              <a:srgbClr val="153244"/>
            </a:solidFill>
            <a:ln>
              <a:noFill/>
            </a:ln>
          </p:spPr>
          <p:txBody>
            <a:bodyPr anchorCtr="0" anchor="ctr" bIns="48525" lIns="48525" spcFirstLastPara="1" rIns="48525" wrap="square" tIns="485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18" name="Google Shape;418;p26"/>
          <p:cNvGrpSpPr/>
          <p:nvPr/>
        </p:nvGrpSpPr>
        <p:grpSpPr>
          <a:xfrm>
            <a:off x="8703299" y="2517123"/>
            <a:ext cx="77078" cy="96820"/>
            <a:chOff x="3731750" y="3001050"/>
            <a:chExt cx="1526300" cy="1940275"/>
          </a:xfrm>
        </p:grpSpPr>
        <p:sp>
          <p:nvSpPr>
            <p:cNvPr id="419" name="Google Shape;419;p26"/>
            <p:cNvSpPr/>
            <p:nvPr/>
          </p:nvSpPr>
          <p:spPr>
            <a:xfrm>
              <a:off x="3731750" y="3194975"/>
              <a:ext cx="1526300" cy="1746350"/>
            </a:xfrm>
            <a:custGeom>
              <a:rect b="b" l="l" r="r" t="t"/>
              <a:pathLst>
                <a:path extrusionOk="0" h="69854" w="61052">
                  <a:moveTo>
                    <a:pt x="30954" y="1"/>
                  </a:moveTo>
                  <a:cubicBezTo>
                    <a:pt x="29984" y="1"/>
                    <a:pt x="29005" y="73"/>
                    <a:pt x="28021" y="204"/>
                  </a:cubicBezTo>
                  <a:cubicBezTo>
                    <a:pt x="22892" y="878"/>
                    <a:pt x="18971" y="3373"/>
                    <a:pt x="16496" y="7947"/>
                  </a:cubicBezTo>
                  <a:cubicBezTo>
                    <a:pt x="14219" y="12165"/>
                    <a:pt x="14080" y="16700"/>
                    <a:pt x="14754" y="21314"/>
                  </a:cubicBezTo>
                  <a:cubicBezTo>
                    <a:pt x="15506" y="26462"/>
                    <a:pt x="17843" y="30918"/>
                    <a:pt x="21031" y="34958"/>
                  </a:cubicBezTo>
                  <a:cubicBezTo>
                    <a:pt x="21486" y="35532"/>
                    <a:pt x="21922" y="36126"/>
                    <a:pt x="22259" y="36760"/>
                  </a:cubicBezTo>
                  <a:cubicBezTo>
                    <a:pt x="23387" y="38839"/>
                    <a:pt x="22813" y="40918"/>
                    <a:pt x="20813" y="42146"/>
                  </a:cubicBezTo>
                  <a:cubicBezTo>
                    <a:pt x="20278" y="42463"/>
                    <a:pt x="19704" y="42700"/>
                    <a:pt x="19150" y="42958"/>
                  </a:cubicBezTo>
                  <a:cubicBezTo>
                    <a:pt x="15862" y="44582"/>
                    <a:pt x="12516" y="46087"/>
                    <a:pt x="9328" y="47869"/>
                  </a:cubicBezTo>
                  <a:cubicBezTo>
                    <a:pt x="7288" y="48998"/>
                    <a:pt x="5347" y="50423"/>
                    <a:pt x="3585" y="51948"/>
                  </a:cubicBezTo>
                  <a:cubicBezTo>
                    <a:pt x="912" y="54265"/>
                    <a:pt x="1" y="57335"/>
                    <a:pt x="674" y="60780"/>
                  </a:cubicBezTo>
                  <a:cubicBezTo>
                    <a:pt x="1268" y="63731"/>
                    <a:pt x="3387" y="65394"/>
                    <a:pt x="5941" y="66582"/>
                  </a:cubicBezTo>
                  <a:cubicBezTo>
                    <a:pt x="9783" y="68404"/>
                    <a:pt x="13902" y="69097"/>
                    <a:pt x="18061" y="69394"/>
                  </a:cubicBezTo>
                  <a:cubicBezTo>
                    <a:pt x="22714" y="69731"/>
                    <a:pt x="27368" y="69830"/>
                    <a:pt x="32021" y="69850"/>
                  </a:cubicBezTo>
                  <a:cubicBezTo>
                    <a:pt x="32434" y="69852"/>
                    <a:pt x="32848" y="69854"/>
                    <a:pt x="33261" y="69854"/>
                  </a:cubicBezTo>
                  <a:cubicBezTo>
                    <a:pt x="38768" y="69854"/>
                    <a:pt x="44269" y="69586"/>
                    <a:pt x="49685" y="68444"/>
                  </a:cubicBezTo>
                  <a:cubicBezTo>
                    <a:pt x="52358" y="67869"/>
                    <a:pt x="54952" y="67117"/>
                    <a:pt x="57249" y="65572"/>
                  </a:cubicBezTo>
                  <a:cubicBezTo>
                    <a:pt x="58735" y="64562"/>
                    <a:pt x="59923" y="63295"/>
                    <a:pt x="60259" y="61473"/>
                  </a:cubicBezTo>
                  <a:cubicBezTo>
                    <a:pt x="61051" y="57315"/>
                    <a:pt x="59982" y="53770"/>
                    <a:pt x="56675" y="50978"/>
                  </a:cubicBezTo>
                  <a:cubicBezTo>
                    <a:pt x="54517" y="49156"/>
                    <a:pt x="52121" y="47711"/>
                    <a:pt x="49546" y="46562"/>
                  </a:cubicBezTo>
                  <a:cubicBezTo>
                    <a:pt x="46853" y="45334"/>
                    <a:pt x="44101" y="44245"/>
                    <a:pt x="41388" y="43037"/>
                  </a:cubicBezTo>
                  <a:cubicBezTo>
                    <a:pt x="39308" y="42126"/>
                    <a:pt x="37962" y="40700"/>
                    <a:pt x="38398" y="38205"/>
                  </a:cubicBezTo>
                  <a:cubicBezTo>
                    <a:pt x="38417" y="38146"/>
                    <a:pt x="38378" y="38087"/>
                    <a:pt x="38338" y="37968"/>
                  </a:cubicBezTo>
                  <a:cubicBezTo>
                    <a:pt x="37615" y="37968"/>
                    <a:pt x="36907" y="37973"/>
                    <a:pt x="36204" y="37973"/>
                  </a:cubicBezTo>
                  <a:cubicBezTo>
                    <a:pt x="35501" y="37973"/>
                    <a:pt x="34803" y="37968"/>
                    <a:pt x="34100" y="37948"/>
                  </a:cubicBezTo>
                  <a:cubicBezTo>
                    <a:pt x="31823" y="37888"/>
                    <a:pt x="29962" y="36067"/>
                    <a:pt x="29744" y="33710"/>
                  </a:cubicBezTo>
                  <a:cubicBezTo>
                    <a:pt x="29546" y="31453"/>
                    <a:pt x="31051" y="29195"/>
                    <a:pt x="33269" y="28878"/>
                  </a:cubicBezTo>
                  <a:cubicBezTo>
                    <a:pt x="34081" y="28760"/>
                    <a:pt x="34902" y="28720"/>
                    <a:pt x="35727" y="28720"/>
                  </a:cubicBezTo>
                  <a:cubicBezTo>
                    <a:pt x="36551" y="28720"/>
                    <a:pt x="37378" y="28760"/>
                    <a:pt x="38200" y="28799"/>
                  </a:cubicBezTo>
                  <a:cubicBezTo>
                    <a:pt x="38833" y="28819"/>
                    <a:pt x="39447" y="29235"/>
                    <a:pt x="40081" y="29453"/>
                  </a:cubicBezTo>
                  <a:cubicBezTo>
                    <a:pt x="40307" y="29540"/>
                    <a:pt x="40549" y="29658"/>
                    <a:pt x="40766" y="29658"/>
                  </a:cubicBezTo>
                  <a:cubicBezTo>
                    <a:pt x="40796" y="29658"/>
                    <a:pt x="40825" y="29655"/>
                    <a:pt x="40853" y="29651"/>
                  </a:cubicBezTo>
                  <a:cubicBezTo>
                    <a:pt x="41705" y="29492"/>
                    <a:pt x="42556" y="29314"/>
                    <a:pt x="43388" y="29076"/>
                  </a:cubicBezTo>
                  <a:cubicBezTo>
                    <a:pt x="43665" y="28997"/>
                    <a:pt x="43962" y="28720"/>
                    <a:pt x="44081" y="28443"/>
                  </a:cubicBezTo>
                  <a:cubicBezTo>
                    <a:pt x="46398" y="23472"/>
                    <a:pt x="47348" y="18264"/>
                    <a:pt x="46299" y="12819"/>
                  </a:cubicBezTo>
                  <a:cubicBezTo>
                    <a:pt x="45249" y="7373"/>
                    <a:pt x="42398" y="3274"/>
                    <a:pt x="37110" y="1135"/>
                  </a:cubicBezTo>
                  <a:cubicBezTo>
                    <a:pt x="35107" y="337"/>
                    <a:pt x="33049" y="1"/>
                    <a:pt x="30954" y="1"/>
                  </a:cubicBezTo>
                  <a:close/>
                </a:path>
              </a:pathLst>
            </a:custGeom>
            <a:solidFill>
              <a:srgbClr val="153244"/>
            </a:solidFill>
            <a:ln>
              <a:noFill/>
            </a:ln>
          </p:spPr>
          <p:txBody>
            <a:bodyPr anchorCtr="0" anchor="ctr" bIns="48525" lIns="48525" spcFirstLastPara="1" rIns="48525" wrap="square" tIns="485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0" name="Google Shape;420;p26"/>
            <p:cNvSpPr/>
            <p:nvPr/>
          </p:nvSpPr>
          <p:spPr>
            <a:xfrm>
              <a:off x="3823825" y="3001050"/>
              <a:ext cx="1339675" cy="1089200"/>
            </a:xfrm>
            <a:custGeom>
              <a:rect b="b" l="l" r="r" t="t"/>
              <a:pathLst>
                <a:path extrusionOk="0" h="43568" w="53587">
                  <a:moveTo>
                    <a:pt x="26776" y="1"/>
                  </a:moveTo>
                  <a:cubicBezTo>
                    <a:pt x="25341" y="1"/>
                    <a:pt x="23884" y="123"/>
                    <a:pt x="22417" y="377"/>
                  </a:cubicBezTo>
                  <a:cubicBezTo>
                    <a:pt x="11526" y="2258"/>
                    <a:pt x="3070" y="11684"/>
                    <a:pt x="2357" y="22754"/>
                  </a:cubicBezTo>
                  <a:cubicBezTo>
                    <a:pt x="2338" y="23031"/>
                    <a:pt x="2120" y="23387"/>
                    <a:pt x="1902" y="23546"/>
                  </a:cubicBezTo>
                  <a:cubicBezTo>
                    <a:pt x="654" y="24457"/>
                    <a:pt x="1" y="25645"/>
                    <a:pt x="21" y="27190"/>
                  </a:cubicBezTo>
                  <a:lnTo>
                    <a:pt x="21" y="34952"/>
                  </a:lnTo>
                  <a:cubicBezTo>
                    <a:pt x="21" y="35249"/>
                    <a:pt x="41" y="35566"/>
                    <a:pt x="100" y="35863"/>
                  </a:cubicBezTo>
                  <a:cubicBezTo>
                    <a:pt x="546" y="37872"/>
                    <a:pt x="2180" y="39147"/>
                    <a:pt x="4231" y="39147"/>
                  </a:cubicBezTo>
                  <a:cubicBezTo>
                    <a:pt x="4364" y="39147"/>
                    <a:pt x="4499" y="39141"/>
                    <a:pt x="4635" y="39130"/>
                  </a:cubicBezTo>
                  <a:cubicBezTo>
                    <a:pt x="6754" y="38952"/>
                    <a:pt x="8298" y="37269"/>
                    <a:pt x="8338" y="34952"/>
                  </a:cubicBezTo>
                  <a:cubicBezTo>
                    <a:pt x="8397" y="32358"/>
                    <a:pt x="8358" y="29784"/>
                    <a:pt x="8358" y="27190"/>
                  </a:cubicBezTo>
                  <a:cubicBezTo>
                    <a:pt x="8338" y="25665"/>
                    <a:pt x="7764" y="24437"/>
                    <a:pt x="6457" y="23546"/>
                  </a:cubicBezTo>
                  <a:cubicBezTo>
                    <a:pt x="6278" y="23407"/>
                    <a:pt x="6120" y="23051"/>
                    <a:pt x="6140" y="22793"/>
                  </a:cubicBezTo>
                  <a:cubicBezTo>
                    <a:pt x="6239" y="21823"/>
                    <a:pt x="6377" y="20853"/>
                    <a:pt x="6575" y="19902"/>
                  </a:cubicBezTo>
                  <a:cubicBezTo>
                    <a:pt x="8597" y="10434"/>
                    <a:pt x="17431" y="3695"/>
                    <a:pt x="26806" y="3695"/>
                  </a:cubicBezTo>
                  <a:cubicBezTo>
                    <a:pt x="28177" y="3695"/>
                    <a:pt x="29558" y="3839"/>
                    <a:pt x="30932" y="4139"/>
                  </a:cubicBezTo>
                  <a:cubicBezTo>
                    <a:pt x="40121" y="6159"/>
                    <a:pt x="46576" y="13427"/>
                    <a:pt x="47447" y="22813"/>
                  </a:cubicBezTo>
                  <a:cubicBezTo>
                    <a:pt x="47467" y="23051"/>
                    <a:pt x="47329" y="23427"/>
                    <a:pt x="47131" y="23546"/>
                  </a:cubicBezTo>
                  <a:cubicBezTo>
                    <a:pt x="45784" y="24477"/>
                    <a:pt x="45230" y="25784"/>
                    <a:pt x="45249" y="27368"/>
                  </a:cubicBezTo>
                  <a:lnTo>
                    <a:pt x="45249" y="32516"/>
                  </a:lnTo>
                  <a:lnTo>
                    <a:pt x="45249" y="36754"/>
                  </a:lnTo>
                  <a:cubicBezTo>
                    <a:pt x="42853" y="38378"/>
                    <a:pt x="39962" y="39249"/>
                    <a:pt x="36913" y="39665"/>
                  </a:cubicBezTo>
                  <a:cubicBezTo>
                    <a:pt x="36772" y="39683"/>
                    <a:pt x="36637" y="39694"/>
                    <a:pt x="36508" y="39694"/>
                  </a:cubicBezTo>
                  <a:cubicBezTo>
                    <a:pt x="36073" y="39694"/>
                    <a:pt x="35695" y="39571"/>
                    <a:pt x="35328" y="39190"/>
                  </a:cubicBezTo>
                  <a:cubicBezTo>
                    <a:pt x="35031" y="38893"/>
                    <a:pt x="34497" y="38715"/>
                    <a:pt x="34041" y="38675"/>
                  </a:cubicBezTo>
                  <a:cubicBezTo>
                    <a:pt x="33416" y="38643"/>
                    <a:pt x="32785" y="38623"/>
                    <a:pt x="32154" y="38623"/>
                  </a:cubicBezTo>
                  <a:cubicBezTo>
                    <a:pt x="31607" y="38623"/>
                    <a:pt x="31060" y="38638"/>
                    <a:pt x="30516" y="38675"/>
                  </a:cubicBezTo>
                  <a:cubicBezTo>
                    <a:pt x="29190" y="38754"/>
                    <a:pt x="28200" y="39883"/>
                    <a:pt x="28219" y="41131"/>
                  </a:cubicBezTo>
                  <a:cubicBezTo>
                    <a:pt x="28239" y="42477"/>
                    <a:pt x="29269" y="43487"/>
                    <a:pt x="30655" y="43527"/>
                  </a:cubicBezTo>
                  <a:cubicBezTo>
                    <a:pt x="31262" y="43538"/>
                    <a:pt x="31874" y="43567"/>
                    <a:pt x="32486" y="43567"/>
                  </a:cubicBezTo>
                  <a:cubicBezTo>
                    <a:pt x="32973" y="43567"/>
                    <a:pt x="33460" y="43548"/>
                    <a:pt x="33942" y="43487"/>
                  </a:cubicBezTo>
                  <a:cubicBezTo>
                    <a:pt x="34556" y="43408"/>
                    <a:pt x="35130" y="42972"/>
                    <a:pt x="35705" y="42695"/>
                  </a:cubicBezTo>
                  <a:cubicBezTo>
                    <a:pt x="36061" y="42517"/>
                    <a:pt x="36398" y="42220"/>
                    <a:pt x="36774" y="42180"/>
                  </a:cubicBezTo>
                  <a:cubicBezTo>
                    <a:pt x="40259" y="41764"/>
                    <a:pt x="43586" y="40853"/>
                    <a:pt x="46537" y="38893"/>
                  </a:cubicBezTo>
                  <a:cubicBezTo>
                    <a:pt x="46782" y="38737"/>
                    <a:pt x="46983" y="38662"/>
                    <a:pt x="47197" y="38662"/>
                  </a:cubicBezTo>
                  <a:cubicBezTo>
                    <a:pt x="47363" y="38662"/>
                    <a:pt x="47537" y="38707"/>
                    <a:pt x="47745" y="38794"/>
                  </a:cubicBezTo>
                  <a:cubicBezTo>
                    <a:pt x="48333" y="39038"/>
                    <a:pt x="48922" y="39152"/>
                    <a:pt x="49487" y="39152"/>
                  </a:cubicBezTo>
                  <a:cubicBezTo>
                    <a:pt x="51715" y="39152"/>
                    <a:pt x="53570" y="37381"/>
                    <a:pt x="53586" y="34853"/>
                  </a:cubicBezTo>
                  <a:cubicBezTo>
                    <a:pt x="53586" y="32299"/>
                    <a:pt x="53566" y="29744"/>
                    <a:pt x="53586" y="27190"/>
                  </a:cubicBezTo>
                  <a:cubicBezTo>
                    <a:pt x="53586" y="25645"/>
                    <a:pt x="52972" y="24457"/>
                    <a:pt x="51705" y="23546"/>
                  </a:cubicBezTo>
                  <a:cubicBezTo>
                    <a:pt x="51467" y="23387"/>
                    <a:pt x="51289" y="23051"/>
                    <a:pt x="51250" y="22754"/>
                  </a:cubicBezTo>
                  <a:cubicBezTo>
                    <a:pt x="51071" y="21744"/>
                    <a:pt x="51032" y="20694"/>
                    <a:pt x="50834" y="19684"/>
                  </a:cubicBezTo>
                  <a:cubicBezTo>
                    <a:pt x="48438" y="7970"/>
                    <a:pt x="38332" y="1"/>
                    <a:pt x="26776" y="1"/>
                  </a:cubicBezTo>
                  <a:close/>
                </a:path>
              </a:pathLst>
            </a:custGeom>
            <a:solidFill>
              <a:srgbClr val="153244"/>
            </a:solidFill>
            <a:ln>
              <a:noFill/>
            </a:ln>
          </p:spPr>
          <p:txBody>
            <a:bodyPr anchorCtr="0" anchor="ctr" bIns="48525" lIns="48525" spcFirstLastPara="1" rIns="48525" wrap="square" tIns="485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53244"/>
        </a:solidFill>
      </p:bgPr>
    </p:bg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27"/>
          <p:cNvSpPr/>
          <p:nvPr/>
        </p:nvSpPr>
        <p:spPr>
          <a:xfrm>
            <a:off x="0" y="23486"/>
            <a:ext cx="9144000" cy="5143500"/>
          </a:xfrm>
          <a:prstGeom prst="round1Rect">
            <a:avLst>
              <a:gd fmla="val 0" name="adj"/>
            </a:avLst>
          </a:prstGeom>
          <a:solidFill>
            <a:srgbClr val="FFCB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6" name="Google Shape;426;p27"/>
          <p:cNvSpPr/>
          <p:nvPr/>
        </p:nvSpPr>
        <p:spPr>
          <a:xfrm>
            <a:off x="0" y="23486"/>
            <a:ext cx="8866800" cy="5143500"/>
          </a:xfrm>
          <a:prstGeom prst="round1Rect">
            <a:avLst>
              <a:gd fmla="val 5332" name="adj"/>
            </a:avLst>
          </a:prstGeom>
          <a:solidFill>
            <a:srgbClr val="8DE2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7" name="Google Shape;427;p27"/>
          <p:cNvSpPr/>
          <p:nvPr/>
        </p:nvSpPr>
        <p:spPr>
          <a:xfrm>
            <a:off x="0" y="23486"/>
            <a:ext cx="8531700" cy="5143500"/>
          </a:xfrm>
          <a:prstGeom prst="round1Rect">
            <a:avLst>
              <a:gd fmla="val 7105" name="adj"/>
            </a:avLst>
          </a:prstGeom>
          <a:solidFill>
            <a:srgbClr val="1532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28" name="Google Shape;428;p27"/>
          <p:cNvCxnSpPr/>
          <p:nvPr/>
        </p:nvCxnSpPr>
        <p:spPr>
          <a:xfrm>
            <a:off x="173394" y="4711019"/>
            <a:ext cx="8164200" cy="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429" name="Google Shape;429;p27"/>
          <p:cNvPicPr preferRelativeResize="0"/>
          <p:nvPr/>
        </p:nvPicPr>
        <p:blipFill rotWithShape="1">
          <a:blip r:embed="rId4">
            <a:alphaModFix/>
          </a:blip>
          <a:srcRect b="32287" l="24148" r="24143" t="32283"/>
          <a:stretch/>
        </p:blipFill>
        <p:spPr>
          <a:xfrm>
            <a:off x="117775" y="4764867"/>
            <a:ext cx="442276" cy="30304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30" name="Google Shape;430;p27"/>
          <p:cNvGrpSpPr/>
          <p:nvPr/>
        </p:nvGrpSpPr>
        <p:grpSpPr>
          <a:xfrm rot="5400000">
            <a:off x="69875" y="-381850"/>
            <a:ext cx="419400" cy="91500"/>
            <a:chOff x="439425" y="-528325"/>
            <a:chExt cx="419400" cy="91500"/>
          </a:xfrm>
        </p:grpSpPr>
        <p:sp>
          <p:nvSpPr>
            <p:cNvPr id="431" name="Google Shape;431;p27"/>
            <p:cNvSpPr/>
            <p:nvPr/>
          </p:nvSpPr>
          <p:spPr>
            <a:xfrm>
              <a:off x="439425" y="-528325"/>
              <a:ext cx="91500" cy="91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2" name="Google Shape;432;p27"/>
            <p:cNvSpPr/>
            <p:nvPr/>
          </p:nvSpPr>
          <p:spPr>
            <a:xfrm>
              <a:off x="603375" y="-528325"/>
              <a:ext cx="91500" cy="91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3" name="Google Shape;433;p27"/>
            <p:cNvSpPr/>
            <p:nvPr/>
          </p:nvSpPr>
          <p:spPr>
            <a:xfrm>
              <a:off x="767325" y="-528325"/>
              <a:ext cx="91500" cy="91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34" name="Google Shape;434;p27"/>
          <p:cNvSpPr txBox="1"/>
          <p:nvPr/>
        </p:nvSpPr>
        <p:spPr>
          <a:xfrm>
            <a:off x="278350" y="2517136"/>
            <a:ext cx="7628700" cy="10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5500">
                <a:solidFill>
                  <a:srgbClr val="FFFFFF"/>
                </a:solidFill>
                <a:latin typeface="Archivo"/>
                <a:ea typeface="Archivo"/>
                <a:cs typeface="Archivo"/>
                <a:sym typeface="Archivo"/>
              </a:rPr>
              <a:t>Primera persona</a:t>
            </a:r>
            <a:endParaRPr sz="5500">
              <a:solidFill>
                <a:srgbClr val="FFFFFF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435" name="Google Shape;435;p27"/>
          <p:cNvSpPr txBox="1"/>
          <p:nvPr/>
        </p:nvSpPr>
        <p:spPr>
          <a:xfrm>
            <a:off x="278350" y="3429600"/>
            <a:ext cx="8253300" cy="8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3200">
                <a:solidFill>
                  <a:srgbClr val="8DE2D6"/>
                </a:solidFill>
                <a:latin typeface="Archivo Black"/>
                <a:ea typeface="Archivo Black"/>
                <a:cs typeface="Archivo Black"/>
                <a:sym typeface="Archivo Black"/>
              </a:rPr>
              <a:t>xx</a:t>
            </a:r>
            <a:r>
              <a:rPr lang="es" sz="3200">
                <a:solidFill>
                  <a:srgbClr val="8DE2D6"/>
                </a:solidFill>
                <a:latin typeface="Archivo Black"/>
                <a:ea typeface="Archivo Black"/>
                <a:cs typeface="Archivo Black"/>
                <a:sym typeface="Archivo Black"/>
              </a:rPr>
              <a:t> (xx/xx)</a:t>
            </a:r>
            <a:endParaRPr sz="3200">
              <a:solidFill>
                <a:srgbClr val="8DE2D6"/>
              </a:solidFill>
              <a:latin typeface="Archivo Black"/>
              <a:ea typeface="Archivo Black"/>
              <a:cs typeface="Archivo Black"/>
              <a:sym typeface="Archivo Blac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200">
              <a:solidFill>
                <a:srgbClr val="EA9999"/>
              </a:solidFill>
              <a:latin typeface="Archivo Black"/>
              <a:ea typeface="Archivo Black"/>
              <a:cs typeface="Archivo Black"/>
              <a:sym typeface="Archivo Black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28"/>
          <p:cNvSpPr txBox="1"/>
          <p:nvPr/>
        </p:nvSpPr>
        <p:spPr>
          <a:xfrm>
            <a:off x="740400" y="195325"/>
            <a:ext cx="7772100" cy="280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>
                <a:solidFill>
                  <a:srgbClr val="123546"/>
                </a:solidFill>
                <a:latin typeface="Archivo ExtraBold"/>
                <a:ea typeface="Archivo ExtraBold"/>
                <a:cs typeface="Archivo ExtraBold"/>
                <a:sym typeface="Archivo ExtraBold"/>
              </a:rPr>
              <a:t>Primera persona | xx (xx/xx)</a:t>
            </a:r>
            <a:endParaRPr sz="2000">
              <a:solidFill>
                <a:srgbClr val="123546"/>
              </a:solidFill>
              <a:latin typeface="Archivo ExtraBold"/>
              <a:ea typeface="Archivo ExtraBold"/>
              <a:cs typeface="Archivo ExtraBold"/>
              <a:sym typeface="Archivo ExtraBold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123546"/>
              </a:solidFill>
              <a:latin typeface="Archivo ExtraBold"/>
              <a:ea typeface="Archivo ExtraBold"/>
              <a:cs typeface="Archivo ExtraBold"/>
              <a:sym typeface="Archivo ExtraBold"/>
            </a:endParaRPr>
          </a:p>
        </p:txBody>
      </p:sp>
      <p:sp>
        <p:nvSpPr>
          <p:cNvPr id="441" name="Google Shape;441;p28"/>
          <p:cNvSpPr/>
          <p:nvPr/>
        </p:nvSpPr>
        <p:spPr>
          <a:xfrm>
            <a:off x="274775" y="176254"/>
            <a:ext cx="366900" cy="366900"/>
          </a:xfrm>
          <a:prstGeom prst="ellipse">
            <a:avLst/>
          </a:prstGeom>
          <a:solidFill>
            <a:srgbClr val="1235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42" name="Google Shape;442;p28"/>
          <p:cNvGrpSpPr/>
          <p:nvPr/>
        </p:nvGrpSpPr>
        <p:grpSpPr>
          <a:xfrm>
            <a:off x="376133" y="253929"/>
            <a:ext cx="190480" cy="211556"/>
            <a:chOff x="2169088" y="811743"/>
            <a:chExt cx="3848087" cy="4273857"/>
          </a:xfrm>
        </p:grpSpPr>
        <p:sp>
          <p:nvSpPr>
            <p:cNvPr id="443" name="Google Shape;443;p28"/>
            <p:cNvSpPr/>
            <p:nvPr/>
          </p:nvSpPr>
          <p:spPr>
            <a:xfrm>
              <a:off x="2169088" y="811743"/>
              <a:ext cx="3345825" cy="4082275"/>
            </a:xfrm>
            <a:custGeom>
              <a:rect b="b" l="l" r="r" t="t"/>
              <a:pathLst>
                <a:path extrusionOk="0" h="163291" w="133833">
                  <a:moveTo>
                    <a:pt x="91175" y="34428"/>
                  </a:moveTo>
                  <a:cubicBezTo>
                    <a:pt x="96225" y="34428"/>
                    <a:pt x="101274" y="34428"/>
                    <a:pt x="106324" y="34456"/>
                  </a:cubicBezTo>
                  <a:cubicBezTo>
                    <a:pt x="109672" y="34456"/>
                    <a:pt x="111960" y="36520"/>
                    <a:pt x="111988" y="39506"/>
                  </a:cubicBezTo>
                  <a:cubicBezTo>
                    <a:pt x="112043" y="42602"/>
                    <a:pt x="109784" y="44862"/>
                    <a:pt x="106380" y="44890"/>
                  </a:cubicBezTo>
                  <a:cubicBezTo>
                    <a:pt x="101330" y="44904"/>
                    <a:pt x="96273" y="44911"/>
                    <a:pt x="91217" y="44911"/>
                  </a:cubicBezTo>
                  <a:cubicBezTo>
                    <a:pt x="86160" y="44911"/>
                    <a:pt x="81103" y="44904"/>
                    <a:pt x="76054" y="44890"/>
                  </a:cubicBezTo>
                  <a:cubicBezTo>
                    <a:pt x="72622" y="44862"/>
                    <a:pt x="70362" y="42658"/>
                    <a:pt x="70390" y="39561"/>
                  </a:cubicBezTo>
                  <a:cubicBezTo>
                    <a:pt x="70418" y="36492"/>
                    <a:pt x="72706" y="34456"/>
                    <a:pt x="76165" y="34456"/>
                  </a:cubicBezTo>
                  <a:cubicBezTo>
                    <a:pt x="81159" y="34428"/>
                    <a:pt x="86181" y="34428"/>
                    <a:pt x="91175" y="34428"/>
                  </a:cubicBezTo>
                  <a:close/>
                  <a:moveTo>
                    <a:pt x="42463" y="34428"/>
                  </a:moveTo>
                  <a:cubicBezTo>
                    <a:pt x="47457" y="34428"/>
                    <a:pt x="52451" y="34428"/>
                    <a:pt x="57445" y="34456"/>
                  </a:cubicBezTo>
                  <a:cubicBezTo>
                    <a:pt x="60849" y="34456"/>
                    <a:pt x="63108" y="36437"/>
                    <a:pt x="63192" y="39422"/>
                  </a:cubicBezTo>
                  <a:cubicBezTo>
                    <a:pt x="63276" y="42547"/>
                    <a:pt x="61044" y="44862"/>
                    <a:pt x="57668" y="44862"/>
                  </a:cubicBezTo>
                  <a:cubicBezTo>
                    <a:pt x="52590" y="44904"/>
                    <a:pt x="47506" y="44918"/>
                    <a:pt x="42421" y="44918"/>
                  </a:cubicBezTo>
                  <a:cubicBezTo>
                    <a:pt x="37337" y="44918"/>
                    <a:pt x="32252" y="44904"/>
                    <a:pt x="27174" y="44890"/>
                  </a:cubicBezTo>
                  <a:cubicBezTo>
                    <a:pt x="24217" y="44862"/>
                    <a:pt x="22069" y="43077"/>
                    <a:pt x="21650" y="40510"/>
                  </a:cubicBezTo>
                  <a:cubicBezTo>
                    <a:pt x="21232" y="37999"/>
                    <a:pt x="22627" y="35544"/>
                    <a:pt x="25082" y="34735"/>
                  </a:cubicBezTo>
                  <a:cubicBezTo>
                    <a:pt x="25835" y="34512"/>
                    <a:pt x="26672" y="34456"/>
                    <a:pt x="27481" y="34456"/>
                  </a:cubicBezTo>
                  <a:cubicBezTo>
                    <a:pt x="32475" y="34428"/>
                    <a:pt x="37469" y="34428"/>
                    <a:pt x="42463" y="34428"/>
                  </a:cubicBezTo>
                  <a:close/>
                  <a:moveTo>
                    <a:pt x="42425" y="55366"/>
                  </a:moveTo>
                  <a:cubicBezTo>
                    <a:pt x="47715" y="55366"/>
                    <a:pt x="53009" y="55380"/>
                    <a:pt x="58310" y="55408"/>
                  </a:cubicBezTo>
                  <a:cubicBezTo>
                    <a:pt x="60876" y="55408"/>
                    <a:pt x="62941" y="57473"/>
                    <a:pt x="63164" y="59984"/>
                  </a:cubicBezTo>
                  <a:cubicBezTo>
                    <a:pt x="63415" y="62662"/>
                    <a:pt x="61825" y="64977"/>
                    <a:pt x="59258" y="65591"/>
                  </a:cubicBezTo>
                  <a:cubicBezTo>
                    <a:pt x="58477" y="65759"/>
                    <a:pt x="57640" y="65814"/>
                    <a:pt x="56831" y="65814"/>
                  </a:cubicBezTo>
                  <a:cubicBezTo>
                    <a:pt x="55222" y="65824"/>
                    <a:pt x="53613" y="65827"/>
                    <a:pt x="52005" y="65827"/>
                  </a:cubicBezTo>
                  <a:cubicBezTo>
                    <a:pt x="48787" y="65827"/>
                    <a:pt x="45569" y="65814"/>
                    <a:pt x="42351" y="65814"/>
                  </a:cubicBezTo>
                  <a:cubicBezTo>
                    <a:pt x="39152" y="65814"/>
                    <a:pt x="35941" y="65827"/>
                    <a:pt x="32725" y="65827"/>
                  </a:cubicBezTo>
                  <a:cubicBezTo>
                    <a:pt x="31117" y="65827"/>
                    <a:pt x="29509" y="65824"/>
                    <a:pt x="27900" y="65814"/>
                  </a:cubicBezTo>
                  <a:cubicBezTo>
                    <a:pt x="27146" y="65814"/>
                    <a:pt x="26365" y="65759"/>
                    <a:pt x="25640" y="65619"/>
                  </a:cubicBezTo>
                  <a:cubicBezTo>
                    <a:pt x="23045" y="65033"/>
                    <a:pt x="21399" y="62773"/>
                    <a:pt x="21595" y="60095"/>
                  </a:cubicBezTo>
                  <a:cubicBezTo>
                    <a:pt x="21790" y="57528"/>
                    <a:pt x="23882" y="55408"/>
                    <a:pt x="26561" y="55408"/>
                  </a:cubicBezTo>
                  <a:cubicBezTo>
                    <a:pt x="31847" y="55380"/>
                    <a:pt x="37134" y="55366"/>
                    <a:pt x="42425" y="55366"/>
                  </a:cubicBezTo>
                  <a:close/>
                  <a:moveTo>
                    <a:pt x="106268" y="55352"/>
                  </a:moveTo>
                  <a:cubicBezTo>
                    <a:pt x="109644" y="55380"/>
                    <a:pt x="111904" y="57389"/>
                    <a:pt x="111988" y="60374"/>
                  </a:cubicBezTo>
                  <a:cubicBezTo>
                    <a:pt x="112071" y="63471"/>
                    <a:pt x="109811" y="65787"/>
                    <a:pt x="106436" y="65787"/>
                  </a:cubicBezTo>
                  <a:cubicBezTo>
                    <a:pt x="101358" y="65814"/>
                    <a:pt x="96273" y="65828"/>
                    <a:pt x="91189" y="65828"/>
                  </a:cubicBezTo>
                  <a:cubicBezTo>
                    <a:pt x="86104" y="65828"/>
                    <a:pt x="81020" y="65814"/>
                    <a:pt x="75942" y="65787"/>
                  </a:cubicBezTo>
                  <a:cubicBezTo>
                    <a:pt x="72566" y="65787"/>
                    <a:pt x="70306" y="63471"/>
                    <a:pt x="70390" y="60374"/>
                  </a:cubicBezTo>
                  <a:cubicBezTo>
                    <a:pt x="70474" y="57389"/>
                    <a:pt x="72734" y="55380"/>
                    <a:pt x="76109" y="55380"/>
                  </a:cubicBezTo>
                  <a:cubicBezTo>
                    <a:pt x="81159" y="55352"/>
                    <a:pt x="86237" y="55352"/>
                    <a:pt x="91286" y="55352"/>
                  </a:cubicBezTo>
                  <a:close/>
                  <a:moveTo>
                    <a:pt x="42379" y="76277"/>
                  </a:moveTo>
                  <a:cubicBezTo>
                    <a:pt x="47457" y="76277"/>
                    <a:pt x="52507" y="76277"/>
                    <a:pt x="57556" y="76304"/>
                  </a:cubicBezTo>
                  <a:cubicBezTo>
                    <a:pt x="60904" y="76304"/>
                    <a:pt x="63164" y="78369"/>
                    <a:pt x="63192" y="81382"/>
                  </a:cubicBezTo>
                  <a:cubicBezTo>
                    <a:pt x="63248" y="84479"/>
                    <a:pt x="60960" y="86711"/>
                    <a:pt x="57584" y="86739"/>
                  </a:cubicBezTo>
                  <a:cubicBezTo>
                    <a:pt x="52521" y="86753"/>
                    <a:pt x="47464" y="86760"/>
                    <a:pt x="42407" y="86760"/>
                  </a:cubicBezTo>
                  <a:cubicBezTo>
                    <a:pt x="37351" y="86760"/>
                    <a:pt x="32294" y="86753"/>
                    <a:pt x="27230" y="86739"/>
                  </a:cubicBezTo>
                  <a:cubicBezTo>
                    <a:pt x="24273" y="86739"/>
                    <a:pt x="22097" y="84981"/>
                    <a:pt x="21650" y="82442"/>
                  </a:cubicBezTo>
                  <a:cubicBezTo>
                    <a:pt x="21204" y="79931"/>
                    <a:pt x="22571" y="77448"/>
                    <a:pt x="24998" y="76639"/>
                  </a:cubicBezTo>
                  <a:cubicBezTo>
                    <a:pt x="25752" y="76360"/>
                    <a:pt x="26588" y="76304"/>
                    <a:pt x="27398" y="76304"/>
                  </a:cubicBezTo>
                  <a:cubicBezTo>
                    <a:pt x="32392" y="76277"/>
                    <a:pt x="37385" y="76277"/>
                    <a:pt x="42379" y="76277"/>
                  </a:cubicBezTo>
                  <a:close/>
                  <a:moveTo>
                    <a:pt x="83140" y="76277"/>
                  </a:moveTo>
                  <a:cubicBezTo>
                    <a:pt x="83696" y="76283"/>
                    <a:pt x="84251" y="76285"/>
                    <a:pt x="84805" y="76285"/>
                  </a:cubicBezTo>
                  <a:cubicBezTo>
                    <a:pt x="85792" y="76285"/>
                    <a:pt x="86776" y="76278"/>
                    <a:pt x="87758" y="76278"/>
                  </a:cubicBezTo>
                  <a:cubicBezTo>
                    <a:pt x="88656" y="76278"/>
                    <a:pt x="89553" y="76284"/>
                    <a:pt x="90449" y="76304"/>
                  </a:cubicBezTo>
                  <a:cubicBezTo>
                    <a:pt x="93518" y="76332"/>
                    <a:pt x="95750" y="78425"/>
                    <a:pt x="95862" y="81298"/>
                  </a:cubicBezTo>
                  <a:cubicBezTo>
                    <a:pt x="95974" y="84088"/>
                    <a:pt x="93825" y="86599"/>
                    <a:pt x="90812" y="86683"/>
                  </a:cubicBezTo>
                  <a:cubicBezTo>
                    <a:pt x="88259" y="86753"/>
                    <a:pt x="85707" y="86788"/>
                    <a:pt x="83154" y="86788"/>
                  </a:cubicBezTo>
                  <a:cubicBezTo>
                    <a:pt x="80601" y="86788"/>
                    <a:pt x="78048" y="86753"/>
                    <a:pt x="75496" y="86683"/>
                  </a:cubicBezTo>
                  <a:cubicBezTo>
                    <a:pt x="72371" y="86599"/>
                    <a:pt x="70278" y="84200"/>
                    <a:pt x="70390" y="81215"/>
                  </a:cubicBezTo>
                  <a:cubicBezTo>
                    <a:pt x="70530" y="78369"/>
                    <a:pt x="72734" y="76332"/>
                    <a:pt x="75830" y="76304"/>
                  </a:cubicBezTo>
                  <a:cubicBezTo>
                    <a:pt x="78285" y="76277"/>
                    <a:pt x="80713" y="76277"/>
                    <a:pt x="83140" y="76277"/>
                  </a:cubicBezTo>
                  <a:close/>
                  <a:moveTo>
                    <a:pt x="42491" y="97201"/>
                  </a:moveTo>
                  <a:cubicBezTo>
                    <a:pt x="47485" y="97201"/>
                    <a:pt x="52479" y="97201"/>
                    <a:pt x="57473" y="97229"/>
                  </a:cubicBezTo>
                  <a:cubicBezTo>
                    <a:pt x="60932" y="97229"/>
                    <a:pt x="63192" y="99321"/>
                    <a:pt x="63192" y="102418"/>
                  </a:cubicBezTo>
                  <a:cubicBezTo>
                    <a:pt x="63192" y="105487"/>
                    <a:pt x="60904" y="107663"/>
                    <a:pt x="57473" y="107663"/>
                  </a:cubicBezTo>
                  <a:cubicBezTo>
                    <a:pt x="52451" y="107677"/>
                    <a:pt x="47422" y="107684"/>
                    <a:pt x="42393" y="107684"/>
                  </a:cubicBezTo>
                  <a:cubicBezTo>
                    <a:pt x="37365" y="107684"/>
                    <a:pt x="32336" y="107677"/>
                    <a:pt x="27314" y="107663"/>
                  </a:cubicBezTo>
                  <a:cubicBezTo>
                    <a:pt x="23882" y="107635"/>
                    <a:pt x="21595" y="105459"/>
                    <a:pt x="21595" y="102418"/>
                  </a:cubicBezTo>
                  <a:cubicBezTo>
                    <a:pt x="21595" y="99321"/>
                    <a:pt x="23882" y="97229"/>
                    <a:pt x="27314" y="97229"/>
                  </a:cubicBezTo>
                  <a:cubicBezTo>
                    <a:pt x="32364" y="97201"/>
                    <a:pt x="37413" y="97201"/>
                    <a:pt x="42491" y="97201"/>
                  </a:cubicBezTo>
                  <a:close/>
                  <a:moveTo>
                    <a:pt x="32503" y="118476"/>
                  </a:moveTo>
                  <a:cubicBezTo>
                    <a:pt x="35795" y="118476"/>
                    <a:pt x="39087" y="118488"/>
                    <a:pt x="42379" y="118488"/>
                  </a:cubicBezTo>
                  <a:lnTo>
                    <a:pt x="57389" y="118488"/>
                  </a:lnTo>
                  <a:cubicBezTo>
                    <a:pt x="60876" y="118488"/>
                    <a:pt x="63164" y="120525"/>
                    <a:pt x="63192" y="123593"/>
                  </a:cubicBezTo>
                  <a:cubicBezTo>
                    <a:pt x="63248" y="126746"/>
                    <a:pt x="60932" y="128922"/>
                    <a:pt x="57389" y="128950"/>
                  </a:cubicBezTo>
                  <a:cubicBezTo>
                    <a:pt x="52367" y="128950"/>
                    <a:pt x="47338" y="128957"/>
                    <a:pt x="42310" y="128957"/>
                  </a:cubicBezTo>
                  <a:cubicBezTo>
                    <a:pt x="37281" y="128957"/>
                    <a:pt x="32252" y="128950"/>
                    <a:pt x="27230" y="128922"/>
                  </a:cubicBezTo>
                  <a:cubicBezTo>
                    <a:pt x="24273" y="128922"/>
                    <a:pt x="22097" y="127192"/>
                    <a:pt x="21650" y="124654"/>
                  </a:cubicBezTo>
                  <a:cubicBezTo>
                    <a:pt x="21204" y="122115"/>
                    <a:pt x="22571" y="119660"/>
                    <a:pt x="24998" y="118823"/>
                  </a:cubicBezTo>
                  <a:cubicBezTo>
                    <a:pt x="25807" y="118572"/>
                    <a:pt x="26700" y="118516"/>
                    <a:pt x="27565" y="118488"/>
                  </a:cubicBezTo>
                  <a:cubicBezTo>
                    <a:pt x="29211" y="118479"/>
                    <a:pt x="30857" y="118476"/>
                    <a:pt x="32503" y="118476"/>
                  </a:cubicBezTo>
                  <a:close/>
                  <a:moveTo>
                    <a:pt x="18498" y="0"/>
                  </a:moveTo>
                  <a:cubicBezTo>
                    <a:pt x="14871" y="837"/>
                    <a:pt x="11356" y="1953"/>
                    <a:pt x="8370" y="4325"/>
                  </a:cubicBezTo>
                  <a:cubicBezTo>
                    <a:pt x="3042" y="8538"/>
                    <a:pt x="56" y="14034"/>
                    <a:pt x="56" y="20841"/>
                  </a:cubicBezTo>
                  <a:cubicBezTo>
                    <a:pt x="1" y="61378"/>
                    <a:pt x="1" y="101944"/>
                    <a:pt x="29" y="142509"/>
                  </a:cubicBezTo>
                  <a:cubicBezTo>
                    <a:pt x="56" y="153669"/>
                    <a:pt x="9235" y="163154"/>
                    <a:pt x="20339" y="163210"/>
                  </a:cubicBezTo>
                  <a:cubicBezTo>
                    <a:pt x="29558" y="163274"/>
                    <a:pt x="38778" y="163291"/>
                    <a:pt x="47997" y="163291"/>
                  </a:cubicBezTo>
                  <a:cubicBezTo>
                    <a:pt x="59060" y="163291"/>
                    <a:pt x="70124" y="163266"/>
                    <a:pt x="81187" y="163266"/>
                  </a:cubicBezTo>
                  <a:cubicBezTo>
                    <a:pt x="81354" y="163266"/>
                    <a:pt x="81522" y="163210"/>
                    <a:pt x="81829" y="163182"/>
                  </a:cubicBezTo>
                  <a:cubicBezTo>
                    <a:pt x="71450" y="144155"/>
                    <a:pt x="70809" y="125016"/>
                    <a:pt x="82498" y="106575"/>
                  </a:cubicBezTo>
                  <a:cubicBezTo>
                    <a:pt x="93348" y="89433"/>
                    <a:pt x="109245" y="81520"/>
                    <a:pt x="128941" y="81520"/>
                  </a:cubicBezTo>
                  <a:cubicBezTo>
                    <a:pt x="130465" y="81520"/>
                    <a:pt x="132012" y="81567"/>
                    <a:pt x="133581" y="81661"/>
                  </a:cubicBezTo>
                  <a:lnTo>
                    <a:pt x="133581" y="79597"/>
                  </a:lnTo>
                  <a:cubicBezTo>
                    <a:pt x="133581" y="60597"/>
                    <a:pt x="133386" y="41598"/>
                    <a:pt x="133665" y="22599"/>
                  </a:cubicBezTo>
                  <a:cubicBezTo>
                    <a:pt x="133833" y="9933"/>
                    <a:pt x="124933" y="1423"/>
                    <a:pt x="115559" y="224"/>
                  </a:cubicBezTo>
                  <a:cubicBezTo>
                    <a:pt x="115419" y="224"/>
                    <a:pt x="115252" y="84"/>
                    <a:pt x="115112" y="0"/>
                  </a:cubicBezTo>
                  <a:close/>
                </a:path>
              </a:pathLst>
            </a:custGeom>
            <a:solidFill>
              <a:srgbClr val="8DE2D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4" name="Google Shape;444;p28"/>
            <p:cNvSpPr/>
            <p:nvPr/>
          </p:nvSpPr>
          <p:spPr>
            <a:xfrm>
              <a:off x="3700125" y="2911200"/>
              <a:ext cx="2317050" cy="2174400"/>
            </a:xfrm>
            <a:custGeom>
              <a:rect b="b" l="l" r="r" t="t"/>
              <a:pathLst>
                <a:path extrusionOk="0" h="86976" w="92682">
                  <a:moveTo>
                    <a:pt x="61246" y="27942"/>
                  </a:moveTo>
                  <a:cubicBezTo>
                    <a:pt x="62954" y="27942"/>
                    <a:pt x="64509" y="28984"/>
                    <a:pt x="65396" y="30508"/>
                  </a:cubicBezTo>
                  <a:cubicBezTo>
                    <a:pt x="66484" y="32349"/>
                    <a:pt x="66345" y="34693"/>
                    <a:pt x="64894" y="36534"/>
                  </a:cubicBezTo>
                  <a:cubicBezTo>
                    <a:pt x="61909" y="40328"/>
                    <a:pt x="58868" y="44067"/>
                    <a:pt x="55855" y="47833"/>
                  </a:cubicBezTo>
                  <a:cubicBezTo>
                    <a:pt x="53456" y="50818"/>
                    <a:pt x="51084" y="53832"/>
                    <a:pt x="48657" y="56789"/>
                  </a:cubicBezTo>
                  <a:cubicBezTo>
                    <a:pt x="47399" y="58321"/>
                    <a:pt x="45954" y="59098"/>
                    <a:pt x="44425" y="59098"/>
                  </a:cubicBezTo>
                  <a:cubicBezTo>
                    <a:pt x="43310" y="59098"/>
                    <a:pt x="42150" y="58685"/>
                    <a:pt x="40985" y="57849"/>
                  </a:cubicBezTo>
                  <a:cubicBezTo>
                    <a:pt x="36995" y="55031"/>
                    <a:pt x="33061" y="52158"/>
                    <a:pt x="29128" y="49284"/>
                  </a:cubicBezTo>
                  <a:cubicBezTo>
                    <a:pt x="26561" y="47359"/>
                    <a:pt x="26003" y="44151"/>
                    <a:pt x="27760" y="41751"/>
                  </a:cubicBezTo>
                  <a:cubicBezTo>
                    <a:pt x="28774" y="40394"/>
                    <a:pt x="30277" y="39679"/>
                    <a:pt x="31864" y="39679"/>
                  </a:cubicBezTo>
                  <a:cubicBezTo>
                    <a:pt x="32984" y="39679"/>
                    <a:pt x="34147" y="40036"/>
                    <a:pt x="35210" y="40775"/>
                  </a:cubicBezTo>
                  <a:cubicBezTo>
                    <a:pt x="37916" y="42672"/>
                    <a:pt x="40566" y="44653"/>
                    <a:pt x="43384" y="46661"/>
                  </a:cubicBezTo>
                  <a:cubicBezTo>
                    <a:pt x="47848" y="41110"/>
                    <a:pt x="52116" y="35669"/>
                    <a:pt x="56552" y="30368"/>
                  </a:cubicBezTo>
                  <a:cubicBezTo>
                    <a:pt x="57417" y="29336"/>
                    <a:pt x="58784" y="28471"/>
                    <a:pt x="60068" y="28109"/>
                  </a:cubicBezTo>
                  <a:cubicBezTo>
                    <a:pt x="60464" y="27995"/>
                    <a:pt x="60859" y="27942"/>
                    <a:pt x="61246" y="27942"/>
                  </a:cubicBezTo>
                  <a:close/>
                  <a:moveTo>
                    <a:pt x="46519" y="1"/>
                  </a:moveTo>
                  <a:cubicBezTo>
                    <a:pt x="43400" y="1"/>
                    <a:pt x="40238" y="348"/>
                    <a:pt x="37079" y="1074"/>
                  </a:cubicBezTo>
                  <a:cubicBezTo>
                    <a:pt x="14508" y="6264"/>
                    <a:pt x="1" y="27104"/>
                    <a:pt x="3600" y="50149"/>
                  </a:cubicBezTo>
                  <a:cubicBezTo>
                    <a:pt x="6250" y="67111"/>
                    <a:pt x="16210" y="78634"/>
                    <a:pt x="32336" y="84548"/>
                  </a:cubicBezTo>
                  <a:cubicBezTo>
                    <a:pt x="35628" y="85748"/>
                    <a:pt x="39199" y="86194"/>
                    <a:pt x="42631" y="86976"/>
                  </a:cubicBezTo>
                  <a:lnTo>
                    <a:pt x="50275" y="86976"/>
                  </a:lnTo>
                  <a:cubicBezTo>
                    <a:pt x="51084" y="86836"/>
                    <a:pt x="51865" y="86669"/>
                    <a:pt x="52646" y="86557"/>
                  </a:cubicBezTo>
                  <a:cubicBezTo>
                    <a:pt x="76500" y="82958"/>
                    <a:pt x="92682" y="61225"/>
                    <a:pt x="89417" y="37259"/>
                  </a:cubicBezTo>
                  <a:cubicBezTo>
                    <a:pt x="86455" y="15671"/>
                    <a:pt x="67470" y="1"/>
                    <a:pt x="46519" y="1"/>
                  </a:cubicBezTo>
                  <a:close/>
                </a:path>
              </a:pathLst>
            </a:custGeom>
            <a:solidFill>
              <a:srgbClr val="8DE2D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45" name="Google Shape;445;p28"/>
          <p:cNvSpPr txBox="1"/>
          <p:nvPr/>
        </p:nvSpPr>
        <p:spPr>
          <a:xfrm>
            <a:off x="740400" y="499900"/>
            <a:ext cx="3214200" cy="280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rgbClr val="123546"/>
                </a:solidFill>
                <a:latin typeface="Archivo"/>
                <a:ea typeface="Archivo"/>
                <a:cs typeface="Archivo"/>
                <a:sym typeface="Archivo"/>
              </a:rPr>
              <a:t>Estrategia de comunicación</a:t>
            </a:r>
            <a:endParaRPr sz="1600">
              <a:solidFill>
                <a:srgbClr val="123546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123546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446" name="Google Shape;446;p28"/>
          <p:cNvSpPr/>
          <p:nvPr/>
        </p:nvSpPr>
        <p:spPr>
          <a:xfrm>
            <a:off x="425425" y="872921"/>
            <a:ext cx="4396500" cy="3771000"/>
          </a:xfrm>
          <a:prstGeom prst="roundRect">
            <a:avLst>
              <a:gd fmla="val 6282" name="adj"/>
            </a:avLst>
          </a:prstGeom>
          <a:solidFill>
            <a:srgbClr val="F0F5FB"/>
          </a:solidFill>
          <a:ln>
            <a:noFill/>
          </a:ln>
        </p:spPr>
        <p:txBody>
          <a:bodyPr anchorCtr="0" anchor="t" bIns="0" lIns="32400" spcFirstLastPara="1" rIns="32400" wrap="square" tIns="396000">
            <a:noAutofit/>
          </a:bodyPr>
          <a:lstStyle/>
          <a:p>
            <a:pPr indent="-50400" lvl="0" marL="86399" marR="219709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 u="sng">
                <a:solidFill>
                  <a:srgbClr val="113748"/>
                </a:solidFill>
                <a:latin typeface="Archivo"/>
                <a:ea typeface="Archivo"/>
                <a:cs typeface="Archivo"/>
                <a:sym typeface="Archivo"/>
              </a:rPr>
              <a:t>MAIL</a:t>
            </a:r>
            <a:endParaRPr b="1" sz="1100" u="sng">
              <a:solidFill>
                <a:srgbClr val="113748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298450" lvl="0" marL="457200" marR="219709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13748"/>
              </a:buClr>
              <a:buSzPts val="1100"/>
              <a:buFont typeface="Archivo"/>
              <a:buChar char="●"/>
            </a:pPr>
            <a:r>
              <a:rPr lang="es" sz="1100">
                <a:solidFill>
                  <a:srgbClr val="113748"/>
                </a:solidFill>
                <a:latin typeface="Archivo"/>
                <a:ea typeface="Archivo"/>
                <a:cs typeface="Archivo"/>
                <a:sym typeface="Archivo"/>
              </a:rPr>
              <a:t>xx</a:t>
            </a:r>
            <a:endParaRPr b="1" sz="1100" u="sng">
              <a:solidFill>
                <a:srgbClr val="113748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50400" lvl="0" marL="86399" marR="219709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 u="sng">
                <a:solidFill>
                  <a:srgbClr val="113748"/>
                </a:solidFill>
                <a:latin typeface="Archivo"/>
                <a:ea typeface="Archivo"/>
                <a:cs typeface="Archivo"/>
                <a:sym typeface="Archivo"/>
              </a:rPr>
              <a:t>IVR</a:t>
            </a:r>
            <a:endParaRPr sz="1100">
              <a:solidFill>
                <a:srgbClr val="113748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298450" lvl="0" marL="457200" marR="219709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13748"/>
              </a:buClr>
              <a:buSzPts val="1100"/>
              <a:buFont typeface="Archivo"/>
              <a:buChar char="●"/>
            </a:pPr>
            <a:r>
              <a:rPr lang="es" sz="1100">
                <a:solidFill>
                  <a:srgbClr val="113748"/>
                </a:solidFill>
                <a:latin typeface="Archivo"/>
                <a:ea typeface="Archivo"/>
                <a:cs typeface="Archivo"/>
                <a:sym typeface="Archivo"/>
              </a:rPr>
              <a:t>xx</a:t>
            </a:r>
            <a:endParaRPr sz="1100">
              <a:solidFill>
                <a:srgbClr val="113748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marR="219709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113748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50400" lvl="0" marL="86399" marR="219709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 u="sng">
                <a:solidFill>
                  <a:srgbClr val="113748"/>
                </a:solidFill>
                <a:latin typeface="Archivo"/>
                <a:ea typeface="Archivo"/>
                <a:cs typeface="Archivo"/>
                <a:sym typeface="Archivo"/>
              </a:rPr>
              <a:t>CALL CENTER</a:t>
            </a:r>
            <a:endParaRPr sz="1100">
              <a:solidFill>
                <a:srgbClr val="113748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298450" lvl="0" marL="457200" marR="219709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13748"/>
              </a:buClr>
              <a:buSzPts val="1100"/>
              <a:buFont typeface="Archivo"/>
              <a:buChar char="●"/>
            </a:pPr>
            <a:r>
              <a:rPr lang="es" sz="1100">
                <a:solidFill>
                  <a:srgbClr val="113748"/>
                </a:solidFill>
                <a:latin typeface="Archivo"/>
                <a:ea typeface="Archivo"/>
                <a:cs typeface="Archivo"/>
                <a:sym typeface="Archivo"/>
              </a:rPr>
              <a:t>xx</a:t>
            </a:r>
            <a:endParaRPr sz="1100">
              <a:solidFill>
                <a:srgbClr val="113748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123647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447" name="Google Shape;447;p28"/>
          <p:cNvSpPr/>
          <p:nvPr/>
        </p:nvSpPr>
        <p:spPr>
          <a:xfrm>
            <a:off x="425425" y="883869"/>
            <a:ext cx="4396500" cy="305400"/>
          </a:xfrm>
          <a:prstGeom prst="roundRect">
            <a:avLst>
              <a:gd fmla="val 26355" name="adj"/>
            </a:avLst>
          </a:prstGeom>
          <a:solidFill>
            <a:srgbClr val="8DE2D6"/>
          </a:solidFill>
          <a:ln>
            <a:noFill/>
          </a:ln>
        </p:spPr>
        <p:txBody>
          <a:bodyPr anchorCtr="0" anchor="ctr" bIns="0" lIns="78550" spcFirstLastPara="1" rIns="7855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31">
                <a:solidFill>
                  <a:srgbClr val="133446"/>
                </a:solidFill>
                <a:latin typeface="Archivo"/>
                <a:ea typeface="Archivo"/>
                <a:cs typeface="Archivo"/>
                <a:sym typeface="Archivo"/>
              </a:rPr>
              <a:t>Directa</a:t>
            </a:r>
            <a:endParaRPr b="1" sz="1131">
              <a:solidFill>
                <a:srgbClr val="133446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448" name="Google Shape;448;p28"/>
          <p:cNvSpPr/>
          <p:nvPr/>
        </p:nvSpPr>
        <p:spPr>
          <a:xfrm>
            <a:off x="4946800" y="859550"/>
            <a:ext cx="3974700" cy="3784500"/>
          </a:xfrm>
          <a:prstGeom prst="roundRect">
            <a:avLst>
              <a:gd fmla="val 6282" name="adj"/>
            </a:avLst>
          </a:prstGeom>
          <a:solidFill>
            <a:srgbClr val="F0F5FB"/>
          </a:solidFill>
          <a:ln>
            <a:noFill/>
          </a:ln>
        </p:spPr>
        <p:txBody>
          <a:bodyPr anchorCtr="0" anchor="t" bIns="0" lIns="139200" spcFirstLastPara="1" rIns="139200" wrap="square" tIns="396000">
            <a:noAutofit/>
          </a:bodyPr>
          <a:lstStyle/>
          <a:p>
            <a:pPr indent="-279400" lvl="0" marL="269999" marR="130293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13748"/>
              </a:buClr>
              <a:buSzPts val="1100"/>
              <a:buFont typeface="Archivo"/>
              <a:buChar char="●"/>
            </a:pPr>
            <a:r>
              <a:rPr lang="es" sz="1100">
                <a:solidFill>
                  <a:srgbClr val="113748"/>
                </a:solidFill>
                <a:latin typeface="Archivo"/>
                <a:ea typeface="Archivo"/>
                <a:cs typeface="Archivo"/>
                <a:sym typeface="Archivo"/>
              </a:rPr>
              <a:t>xx</a:t>
            </a:r>
            <a:endParaRPr sz="1100">
              <a:solidFill>
                <a:srgbClr val="113748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113748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" sz="1100" u="sng">
                <a:solidFill>
                  <a:srgbClr val="113748"/>
                </a:solidFill>
                <a:latin typeface="Archivo"/>
                <a:ea typeface="Archivo"/>
                <a:cs typeface="Archivo"/>
                <a:sym typeface="Archivo"/>
              </a:rPr>
              <a:t>Convocatoria</a:t>
            </a:r>
            <a:endParaRPr b="1" i="1" sz="1100" u="sng">
              <a:solidFill>
                <a:srgbClr val="113748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279400" lvl="0" marL="269999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13748"/>
              </a:buClr>
              <a:buSzPts val="1100"/>
              <a:buFont typeface="Archivo"/>
              <a:buChar char="●"/>
            </a:pPr>
            <a:r>
              <a:rPr lang="es" sz="1100">
                <a:solidFill>
                  <a:srgbClr val="113748"/>
                </a:solidFill>
                <a:latin typeface="Archivo"/>
                <a:ea typeface="Archivo"/>
                <a:cs typeface="Archivo"/>
                <a:sym typeface="Archivo"/>
              </a:rPr>
              <a:t>xx</a:t>
            </a:r>
            <a:endParaRPr sz="1100">
              <a:solidFill>
                <a:srgbClr val="113748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430938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113748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" sz="1100" u="sng">
                <a:solidFill>
                  <a:srgbClr val="113748"/>
                </a:solidFill>
                <a:latin typeface="Archivo"/>
                <a:ea typeface="Archivo"/>
                <a:cs typeface="Archivo"/>
                <a:sym typeface="Archivo"/>
              </a:rPr>
              <a:t>Post</a:t>
            </a:r>
            <a:r>
              <a:rPr b="1" i="1" lang="es" sz="1100">
                <a:solidFill>
                  <a:srgbClr val="113748"/>
                </a:solidFill>
                <a:latin typeface="Archivo"/>
                <a:ea typeface="Archivo"/>
                <a:cs typeface="Archivo"/>
                <a:sym typeface="Archivo"/>
              </a:rPr>
              <a:t> (</a:t>
            </a:r>
            <a:r>
              <a:rPr b="1" i="1" lang="es" sz="1100" u="sng">
                <a:solidFill>
                  <a:srgbClr val="113748"/>
                </a:solidFill>
                <a:latin typeface="Archivo"/>
                <a:ea typeface="Archivo"/>
                <a:cs typeface="Archivo"/>
                <a:sym typeface="Archivo"/>
              </a:rPr>
              <a:t>pendiente</a:t>
            </a:r>
            <a:r>
              <a:rPr b="1" i="1" lang="es" sz="1100">
                <a:solidFill>
                  <a:srgbClr val="113748"/>
                </a:solidFill>
                <a:latin typeface="Archivo"/>
                <a:ea typeface="Archivo"/>
                <a:cs typeface="Archivo"/>
                <a:sym typeface="Archivo"/>
              </a:rPr>
              <a:t>)</a:t>
            </a:r>
            <a:endParaRPr b="1" i="1" sz="1100">
              <a:solidFill>
                <a:srgbClr val="113748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279400" lvl="0" marL="269999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13748"/>
              </a:buClr>
              <a:buSzPts val="1100"/>
              <a:buFont typeface="Archivo"/>
              <a:buChar char="●"/>
            </a:pPr>
            <a:r>
              <a:rPr lang="es" sz="1100">
                <a:solidFill>
                  <a:srgbClr val="113748"/>
                </a:solidFill>
                <a:latin typeface="Archivo"/>
                <a:ea typeface="Archivo"/>
                <a:cs typeface="Archivo"/>
                <a:sym typeface="Archivo"/>
              </a:rPr>
              <a:t>xx</a:t>
            </a:r>
            <a:endParaRPr sz="1100">
              <a:solidFill>
                <a:srgbClr val="113748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449" name="Google Shape;449;p28"/>
          <p:cNvSpPr/>
          <p:nvPr/>
        </p:nvSpPr>
        <p:spPr>
          <a:xfrm>
            <a:off x="4946750" y="881978"/>
            <a:ext cx="3974700" cy="305400"/>
          </a:xfrm>
          <a:prstGeom prst="roundRect">
            <a:avLst>
              <a:gd fmla="val 26355" name="adj"/>
            </a:avLst>
          </a:prstGeom>
          <a:solidFill>
            <a:srgbClr val="8DE2D6"/>
          </a:solidFill>
          <a:ln>
            <a:noFill/>
          </a:ln>
        </p:spPr>
        <p:txBody>
          <a:bodyPr anchorCtr="0" anchor="ctr" bIns="0" lIns="78550" spcFirstLastPara="1" rIns="7855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31">
                <a:solidFill>
                  <a:srgbClr val="133446"/>
                </a:solidFill>
                <a:latin typeface="Archivo"/>
                <a:ea typeface="Archivo"/>
                <a:cs typeface="Archivo"/>
                <a:sym typeface="Archivo"/>
              </a:rPr>
              <a:t>Digital</a:t>
            </a:r>
            <a:endParaRPr b="1" sz="1131">
              <a:solidFill>
                <a:srgbClr val="133446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29"/>
          <p:cNvSpPr txBox="1"/>
          <p:nvPr/>
        </p:nvSpPr>
        <p:spPr>
          <a:xfrm>
            <a:off x="740400" y="195325"/>
            <a:ext cx="8116200" cy="280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2000">
                <a:solidFill>
                  <a:srgbClr val="123546"/>
                </a:solidFill>
                <a:latin typeface="Archivo ExtraBold"/>
                <a:ea typeface="Archivo ExtraBold"/>
                <a:cs typeface="Archivo ExtraBold"/>
                <a:sym typeface="Archivo ExtraBold"/>
              </a:rPr>
              <a:t>Primera persona | xx (xx/xx)</a:t>
            </a:r>
            <a:endParaRPr sz="2000">
              <a:solidFill>
                <a:srgbClr val="123546"/>
              </a:solidFill>
              <a:latin typeface="Archivo ExtraBold"/>
              <a:ea typeface="Archivo ExtraBold"/>
              <a:cs typeface="Archivo ExtraBold"/>
              <a:sym typeface="Archivo ExtraBold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rgbClr val="123546"/>
                </a:solidFill>
                <a:latin typeface="Archivo"/>
                <a:ea typeface="Archivo"/>
                <a:cs typeface="Archivo"/>
                <a:sym typeface="Archivo"/>
              </a:rPr>
              <a:t>Iceberg</a:t>
            </a:r>
            <a:endParaRPr sz="1600">
              <a:solidFill>
                <a:srgbClr val="123546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123546"/>
              </a:solidFill>
              <a:latin typeface="Archivo ExtraBold"/>
              <a:ea typeface="Archivo ExtraBold"/>
              <a:cs typeface="Archivo ExtraBold"/>
              <a:sym typeface="Archivo ExtraBold"/>
            </a:endParaRPr>
          </a:p>
        </p:txBody>
      </p:sp>
      <p:sp>
        <p:nvSpPr>
          <p:cNvPr id="455" name="Google Shape;455;p29"/>
          <p:cNvSpPr/>
          <p:nvPr/>
        </p:nvSpPr>
        <p:spPr>
          <a:xfrm>
            <a:off x="274775" y="176254"/>
            <a:ext cx="366900" cy="366900"/>
          </a:xfrm>
          <a:prstGeom prst="ellipse">
            <a:avLst/>
          </a:prstGeom>
          <a:solidFill>
            <a:srgbClr val="1235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56" name="Google Shape;456;p29"/>
          <p:cNvGrpSpPr/>
          <p:nvPr/>
        </p:nvGrpSpPr>
        <p:grpSpPr>
          <a:xfrm>
            <a:off x="376133" y="253929"/>
            <a:ext cx="190480" cy="211556"/>
            <a:chOff x="2169088" y="811743"/>
            <a:chExt cx="3848087" cy="4273857"/>
          </a:xfrm>
        </p:grpSpPr>
        <p:sp>
          <p:nvSpPr>
            <p:cNvPr id="457" name="Google Shape;457;p29"/>
            <p:cNvSpPr/>
            <p:nvPr/>
          </p:nvSpPr>
          <p:spPr>
            <a:xfrm>
              <a:off x="2169088" y="811743"/>
              <a:ext cx="3345825" cy="4082275"/>
            </a:xfrm>
            <a:custGeom>
              <a:rect b="b" l="l" r="r" t="t"/>
              <a:pathLst>
                <a:path extrusionOk="0" h="163291" w="133833">
                  <a:moveTo>
                    <a:pt x="91175" y="34428"/>
                  </a:moveTo>
                  <a:cubicBezTo>
                    <a:pt x="96225" y="34428"/>
                    <a:pt x="101274" y="34428"/>
                    <a:pt x="106324" y="34456"/>
                  </a:cubicBezTo>
                  <a:cubicBezTo>
                    <a:pt x="109672" y="34456"/>
                    <a:pt x="111960" y="36520"/>
                    <a:pt x="111988" y="39506"/>
                  </a:cubicBezTo>
                  <a:cubicBezTo>
                    <a:pt x="112043" y="42602"/>
                    <a:pt x="109784" y="44862"/>
                    <a:pt x="106380" y="44890"/>
                  </a:cubicBezTo>
                  <a:cubicBezTo>
                    <a:pt x="101330" y="44904"/>
                    <a:pt x="96273" y="44911"/>
                    <a:pt x="91217" y="44911"/>
                  </a:cubicBezTo>
                  <a:cubicBezTo>
                    <a:pt x="86160" y="44911"/>
                    <a:pt x="81103" y="44904"/>
                    <a:pt x="76054" y="44890"/>
                  </a:cubicBezTo>
                  <a:cubicBezTo>
                    <a:pt x="72622" y="44862"/>
                    <a:pt x="70362" y="42658"/>
                    <a:pt x="70390" y="39561"/>
                  </a:cubicBezTo>
                  <a:cubicBezTo>
                    <a:pt x="70418" y="36492"/>
                    <a:pt x="72706" y="34456"/>
                    <a:pt x="76165" y="34456"/>
                  </a:cubicBezTo>
                  <a:cubicBezTo>
                    <a:pt x="81159" y="34428"/>
                    <a:pt x="86181" y="34428"/>
                    <a:pt x="91175" y="34428"/>
                  </a:cubicBezTo>
                  <a:close/>
                  <a:moveTo>
                    <a:pt x="42463" y="34428"/>
                  </a:moveTo>
                  <a:cubicBezTo>
                    <a:pt x="47457" y="34428"/>
                    <a:pt x="52451" y="34428"/>
                    <a:pt x="57445" y="34456"/>
                  </a:cubicBezTo>
                  <a:cubicBezTo>
                    <a:pt x="60849" y="34456"/>
                    <a:pt x="63108" y="36437"/>
                    <a:pt x="63192" y="39422"/>
                  </a:cubicBezTo>
                  <a:cubicBezTo>
                    <a:pt x="63276" y="42547"/>
                    <a:pt x="61044" y="44862"/>
                    <a:pt x="57668" y="44862"/>
                  </a:cubicBezTo>
                  <a:cubicBezTo>
                    <a:pt x="52590" y="44904"/>
                    <a:pt x="47506" y="44918"/>
                    <a:pt x="42421" y="44918"/>
                  </a:cubicBezTo>
                  <a:cubicBezTo>
                    <a:pt x="37337" y="44918"/>
                    <a:pt x="32252" y="44904"/>
                    <a:pt x="27174" y="44890"/>
                  </a:cubicBezTo>
                  <a:cubicBezTo>
                    <a:pt x="24217" y="44862"/>
                    <a:pt x="22069" y="43077"/>
                    <a:pt x="21650" y="40510"/>
                  </a:cubicBezTo>
                  <a:cubicBezTo>
                    <a:pt x="21232" y="37999"/>
                    <a:pt x="22627" y="35544"/>
                    <a:pt x="25082" y="34735"/>
                  </a:cubicBezTo>
                  <a:cubicBezTo>
                    <a:pt x="25835" y="34512"/>
                    <a:pt x="26672" y="34456"/>
                    <a:pt x="27481" y="34456"/>
                  </a:cubicBezTo>
                  <a:cubicBezTo>
                    <a:pt x="32475" y="34428"/>
                    <a:pt x="37469" y="34428"/>
                    <a:pt x="42463" y="34428"/>
                  </a:cubicBezTo>
                  <a:close/>
                  <a:moveTo>
                    <a:pt x="42425" y="55366"/>
                  </a:moveTo>
                  <a:cubicBezTo>
                    <a:pt x="47715" y="55366"/>
                    <a:pt x="53009" y="55380"/>
                    <a:pt x="58310" y="55408"/>
                  </a:cubicBezTo>
                  <a:cubicBezTo>
                    <a:pt x="60876" y="55408"/>
                    <a:pt x="62941" y="57473"/>
                    <a:pt x="63164" y="59984"/>
                  </a:cubicBezTo>
                  <a:cubicBezTo>
                    <a:pt x="63415" y="62662"/>
                    <a:pt x="61825" y="64977"/>
                    <a:pt x="59258" y="65591"/>
                  </a:cubicBezTo>
                  <a:cubicBezTo>
                    <a:pt x="58477" y="65759"/>
                    <a:pt x="57640" y="65814"/>
                    <a:pt x="56831" y="65814"/>
                  </a:cubicBezTo>
                  <a:cubicBezTo>
                    <a:pt x="55222" y="65824"/>
                    <a:pt x="53613" y="65827"/>
                    <a:pt x="52005" y="65827"/>
                  </a:cubicBezTo>
                  <a:cubicBezTo>
                    <a:pt x="48787" y="65827"/>
                    <a:pt x="45569" y="65814"/>
                    <a:pt x="42351" y="65814"/>
                  </a:cubicBezTo>
                  <a:cubicBezTo>
                    <a:pt x="39152" y="65814"/>
                    <a:pt x="35941" y="65827"/>
                    <a:pt x="32725" y="65827"/>
                  </a:cubicBezTo>
                  <a:cubicBezTo>
                    <a:pt x="31117" y="65827"/>
                    <a:pt x="29509" y="65824"/>
                    <a:pt x="27900" y="65814"/>
                  </a:cubicBezTo>
                  <a:cubicBezTo>
                    <a:pt x="27146" y="65814"/>
                    <a:pt x="26365" y="65759"/>
                    <a:pt x="25640" y="65619"/>
                  </a:cubicBezTo>
                  <a:cubicBezTo>
                    <a:pt x="23045" y="65033"/>
                    <a:pt x="21399" y="62773"/>
                    <a:pt x="21595" y="60095"/>
                  </a:cubicBezTo>
                  <a:cubicBezTo>
                    <a:pt x="21790" y="57528"/>
                    <a:pt x="23882" y="55408"/>
                    <a:pt x="26561" y="55408"/>
                  </a:cubicBezTo>
                  <a:cubicBezTo>
                    <a:pt x="31847" y="55380"/>
                    <a:pt x="37134" y="55366"/>
                    <a:pt x="42425" y="55366"/>
                  </a:cubicBezTo>
                  <a:close/>
                  <a:moveTo>
                    <a:pt x="106268" y="55352"/>
                  </a:moveTo>
                  <a:cubicBezTo>
                    <a:pt x="109644" y="55380"/>
                    <a:pt x="111904" y="57389"/>
                    <a:pt x="111988" y="60374"/>
                  </a:cubicBezTo>
                  <a:cubicBezTo>
                    <a:pt x="112071" y="63471"/>
                    <a:pt x="109811" y="65787"/>
                    <a:pt x="106436" y="65787"/>
                  </a:cubicBezTo>
                  <a:cubicBezTo>
                    <a:pt x="101358" y="65814"/>
                    <a:pt x="96273" y="65828"/>
                    <a:pt x="91189" y="65828"/>
                  </a:cubicBezTo>
                  <a:cubicBezTo>
                    <a:pt x="86104" y="65828"/>
                    <a:pt x="81020" y="65814"/>
                    <a:pt x="75942" y="65787"/>
                  </a:cubicBezTo>
                  <a:cubicBezTo>
                    <a:pt x="72566" y="65787"/>
                    <a:pt x="70306" y="63471"/>
                    <a:pt x="70390" y="60374"/>
                  </a:cubicBezTo>
                  <a:cubicBezTo>
                    <a:pt x="70474" y="57389"/>
                    <a:pt x="72734" y="55380"/>
                    <a:pt x="76109" y="55380"/>
                  </a:cubicBezTo>
                  <a:cubicBezTo>
                    <a:pt x="81159" y="55352"/>
                    <a:pt x="86237" y="55352"/>
                    <a:pt x="91286" y="55352"/>
                  </a:cubicBezTo>
                  <a:close/>
                  <a:moveTo>
                    <a:pt x="42379" y="76277"/>
                  </a:moveTo>
                  <a:cubicBezTo>
                    <a:pt x="47457" y="76277"/>
                    <a:pt x="52507" y="76277"/>
                    <a:pt x="57556" y="76304"/>
                  </a:cubicBezTo>
                  <a:cubicBezTo>
                    <a:pt x="60904" y="76304"/>
                    <a:pt x="63164" y="78369"/>
                    <a:pt x="63192" y="81382"/>
                  </a:cubicBezTo>
                  <a:cubicBezTo>
                    <a:pt x="63248" y="84479"/>
                    <a:pt x="60960" y="86711"/>
                    <a:pt x="57584" y="86739"/>
                  </a:cubicBezTo>
                  <a:cubicBezTo>
                    <a:pt x="52521" y="86753"/>
                    <a:pt x="47464" y="86760"/>
                    <a:pt x="42407" y="86760"/>
                  </a:cubicBezTo>
                  <a:cubicBezTo>
                    <a:pt x="37351" y="86760"/>
                    <a:pt x="32294" y="86753"/>
                    <a:pt x="27230" y="86739"/>
                  </a:cubicBezTo>
                  <a:cubicBezTo>
                    <a:pt x="24273" y="86739"/>
                    <a:pt x="22097" y="84981"/>
                    <a:pt x="21650" y="82442"/>
                  </a:cubicBezTo>
                  <a:cubicBezTo>
                    <a:pt x="21204" y="79931"/>
                    <a:pt x="22571" y="77448"/>
                    <a:pt x="24998" y="76639"/>
                  </a:cubicBezTo>
                  <a:cubicBezTo>
                    <a:pt x="25752" y="76360"/>
                    <a:pt x="26588" y="76304"/>
                    <a:pt x="27398" y="76304"/>
                  </a:cubicBezTo>
                  <a:cubicBezTo>
                    <a:pt x="32392" y="76277"/>
                    <a:pt x="37385" y="76277"/>
                    <a:pt x="42379" y="76277"/>
                  </a:cubicBezTo>
                  <a:close/>
                  <a:moveTo>
                    <a:pt x="83140" y="76277"/>
                  </a:moveTo>
                  <a:cubicBezTo>
                    <a:pt x="83696" y="76283"/>
                    <a:pt x="84251" y="76285"/>
                    <a:pt x="84805" y="76285"/>
                  </a:cubicBezTo>
                  <a:cubicBezTo>
                    <a:pt x="85792" y="76285"/>
                    <a:pt x="86776" y="76278"/>
                    <a:pt x="87758" y="76278"/>
                  </a:cubicBezTo>
                  <a:cubicBezTo>
                    <a:pt x="88656" y="76278"/>
                    <a:pt x="89553" y="76284"/>
                    <a:pt x="90449" y="76304"/>
                  </a:cubicBezTo>
                  <a:cubicBezTo>
                    <a:pt x="93518" y="76332"/>
                    <a:pt x="95750" y="78425"/>
                    <a:pt x="95862" y="81298"/>
                  </a:cubicBezTo>
                  <a:cubicBezTo>
                    <a:pt x="95974" y="84088"/>
                    <a:pt x="93825" y="86599"/>
                    <a:pt x="90812" y="86683"/>
                  </a:cubicBezTo>
                  <a:cubicBezTo>
                    <a:pt x="88259" y="86753"/>
                    <a:pt x="85707" y="86788"/>
                    <a:pt x="83154" y="86788"/>
                  </a:cubicBezTo>
                  <a:cubicBezTo>
                    <a:pt x="80601" y="86788"/>
                    <a:pt x="78048" y="86753"/>
                    <a:pt x="75496" y="86683"/>
                  </a:cubicBezTo>
                  <a:cubicBezTo>
                    <a:pt x="72371" y="86599"/>
                    <a:pt x="70278" y="84200"/>
                    <a:pt x="70390" y="81215"/>
                  </a:cubicBezTo>
                  <a:cubicBezTo>
                    <a:pt x="70530" y="78369"/>
                    <a:pt x="72734" y="76332"/>
                    <a:pt x="75830" y="76304"/>
                  </a:cubicBezTo>
                  <a:cubicBezTo>
                    <a:pt x="78285" y="76277"/>
                    <a:pt x="80713" y="76277"/>
                    <a:pt x="83140" y="76277"/>
                  </a:cubicBezTo>
                  <a:close/>
                  <a:moveTo>
                    <a:pt x="42491" y="97201"/>
                  </a:moveTo>
                  <a:cubicBezTo>
                    <a:pt x="47485" y="97201"/>
                    <a:pt x="52479" y="97201"/>
                    <a:pt x="57473" y="97229"/>
                  </a:cubicBezTo>
                  <a:cubicBezTo>
                    <a:pt x="60932" y="97229"/>
                    <a:pt x="63192" y="99321"/>
                    <a:pt x="63192" y="102418"/>
                  </a:cubicBezTo>
                  <a:cubicBezTo>
                    <a:pt x="63192" y="105487"/>
                    <a:pt x="60904" y="107663"/>
                    <a:pt x="57473" y="107663"/>
                  </a:cubicBezTo>
                  <a:cubicBezTo>
                    <a:pt x="52451" y="107677"/>
                    <a:pt x="47422" y="107684"/>
                    <a:pt x="42393" y="107684"/>
                  </a:cubicBezTo>
                  <a:cubicBezTo>
                    <a:pt x="37365" y="107684"/>
                    <a:pt x="32336" y="107677"/>
                    <a:pt x="27314" y="107663"/>
                  </a:cubicBezTo>
                  <a:cubicBezTo>
                    <a:pt x="23882" y="107635"/>
                    <a:pt x="21595" y="105459"/>
                    <a:pt x="21595" y="102418"/>
                  </a:cubicBezTo>
                  <a:cubicBezTo>
                    <a:pt x="21595" y="99321"/>
                    <a:pt x="23882" y="97229"/>
                    <a:pt x="27314" y="97229"/>
                  </a:cubicBezTo>
                  <a:cubicBezTo>
                    <a:pt x="32364" y="97201"/>
                    <a:pt x="37413" y="97201"/>
                    <a:pt x="42491" y="97201"/>
                  </a:cubicBezTo>
                  <a:close/>
                  <a:moveTo>
                    <a:pt x="32503" y="118476"/>
                  </a:moveTo>
                  <a:cubicBezTo>
                    <a:pt x="35795" y="118476"/>
                    <a:pt x="39087" y="118488"/>
                    <a:pt x="42379" y="118488"/>
                  </a:cubicBezTo>
                  <a:lnTo>
                    <a:pt x="57389" y="118488"/>
                  </a:lnTo>
                  <a:cubicBezTo>
                    <a:pt x="60876" y="118488"/>
                    <a:pt x="63164" y="120525"/>
                    <a:pt x="63192" y="123593"/>
                  </a:cubicBezTo>
                  <a:cubicBezTo>
                    <a:pt x="63248" y="126746"/>
                    <a:pt x="60932" y="128922"/>
                    <a:pt x="57389" y="128950"/>
                  </a:cubicBezTo>
                  <a:cubicBezTo>
                    <a:pt x="52367" y="128950"/>
                    <a:pt x="47338" y="128957"/>
                    <a:pt x="42310" y="128957"/>
                  </a:cubicBezTo>
                  <a:cubicBezTo>
                    <a:pt x="37281" y="128957"/>
                    <a:pt x="32252" y="128950"/>
                    <a:pt x="27230" y="128922"/>
                  </a:cubicBezTo>
                  <a:cubicBezTo>
                    <a:pt x="24273" y="128922"/>
                    <a:pt x="22097" y="127192"/>
                    <a:pt x="21650" y="124654"/>
                  </a:cubicBezTo>
                  <a:cubicBezTo>
                    <a:pt x="21204" y="122115"/>
                    <a:pt x="22571" y="119660"/>
                    <a:pt x="24998" y="118823"/>
                  </a:cubicBezTo>
                  <a:cubicBezTo>
                    <a:pt x="25807" y="118572"/>
                    <a:pt x="26700" y="118516"/>
                    <a:pt x="27565" y="118488"/>
                  </a:cubicBezTo>
                  <a:cubicBezTo>
                    <a:pt x="29211" y="118479"/>
                    <a:pt x="30857" y="118476"/>
                    <a:pt x="32503" y="118476"/>
                  </a:cubicBezTo>
                  <a:close/>
                  <a:moveTo>
                    <a:pt x="18498" y="0"/>
                  </a:moveTo>
                  <a:cubicBezTo>
                    <a:pt x="14871" y="837"/>
                    <a:pt x="11356" y="1953"/>
                    <a:pt x="8370" y="4325"/>
                  </a:cubicBezTo>
                  <a:cubicBezTo>
                    <a:pt x="3042" y="8538"/>
                    <a:pt x="56" y="14034"/>
                    <a:pt x="56" y="20841"/>
                  </a:cubicBezTo>
                  <a:cubicBezTo>
                    <a:pt x="1" y="61378"/>
                    <a:pt x="1" y="101944"/>
                    <a:pt x="29" y="142509"/>
                  </a:cubicBezTo>
                  <a:cubicBezTo>
                    <a:pt x="56" y="153669"/>
                    <a:pt x="9235" y="163154"/>
                    <a:pt x="20339" y="163210"/>
                  </a:cubicBezTo>
                  <a:cubicBezTo>
                    <a:pt x="29558" y="163274"/>
                    <a:pt x="38778" y="163291"/>
                    <a:pt x="47997" y="163291"/>
                  </a:cubicBezTo>
                  <a:cubicBezTo>
                    <a:pt x="59060" y="163291"/>
                    <a:pt x="70124" y="163266"/>
                    <a:pt x="81187" y="163266"/>
                  </a:cubicBezTo>
                  <a:cubicBezTo>
                    <a:pt x="81354" y="163266"/>
                    <a:pt x="81522" y="163210"/>
                    <a:pt x="81829" y="163182"/>
                  </a:cubicBezTo>
                  <a:cubicBezTo>
                    <a:pt x="71450" y="144155"/>
                    <a:pt x="70809" y="125016"/>
                    <a:pt x="82498" y="106575"/>
                  </a:cubicBezTo>
                  <a:cubicBezTo>
                    <a:pt x="93348" y="89433"/>
                    <a:pt x="109245" y="81520"/>
                    <a:pt x="128941" y="81520"/>
                  </a:cubicBezTo>
                  <a:cubicBezTo>
                    <a:pt x="130465" y="81520"/>
                    <a:pt x="132012" y="81567"/>
                    <a:pt x="133581" y="81661"/>
                  </a:cubicBezTo>
                  <a:lnTo>
                    <a:pt x="133581" y="79597"/>
                  </a:lnTo>
                  <a:cubicBezTo>
                    <a:pt x="133581" y="60597"/>
                    <a:pt x="133386" y="41598"/>
                    <a:pt x="133665" y="22599"/>
                  </a:cubicBezTo>
                  <a:cubicBezTo>
                    <a:pt x="133833" y="9933"/>
                    <a:pt x="124933" y="1423"/>
                    <a:pt x="115559" y="224"/>
                  </a:cubicBezTo>
                  <a:cubicBezTo>
                    <a:pt x="115419" y="224"/>
                    <a:pt x="115252" y="84"/>
                    <a:pt x="115112" y="0"/>
                  </a:cubicBezTo>
                  <a:close/>
                </a:path>
              </a:pathLst>
            </a:custGeom>
            <a:solidFill>
              <a:srgbClr val="8DE2D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8" name="Google Shape;458;p29"/>
            <p:cNvSpPr/>
            <p:nvPr/>
          </p:nvSpPr>
          <p:spPr>
            <a:xfrm>
              <a:off x="3700125" y="2911200"/>
              <a:ext cx="2317050" cy="2174400"/>
            </a:xfrm>
            <a:custGeom>
              <a:rect b="b" l="l" r="r" t="t"/>
              <a:pathLst>
                <a:path extrusionOk="0" h="86976" w="92682">
                  <a:moveTo>
                    <a:pt x="61246" y="27942"/>
                  </a:moveTo>
                  <a:cubicBezTo>
                    <a:pt x="62954" y="27942"/>
                    <a:pt x="64509" y="28984"/>
                    <a:pt x="65396" y="30508"/>
                  </a:cubicBezTo>
                  <a:cubicBezTo>
                    <a:pt x="66484" y="32349"/>
                    <a:pt x="66345" y="34693"/>
                    <a:pt x="64894" y="36534"/>
                  </a:cubicBezTo>
                  <a:cubicBezTo>
                    <a:pt x="61909" y="40328"/>
                    <a:pt x="58868" y="44067"/>
                    <a:pt x="55855" y="47833"/>
                  </a:cubicBezTo>
                  <a:cubicBezTo>
                    <a:pt x="53456" y="50818"/>
                    <a:pt x="51084" y="53832"/>
                    <a:pt x="48657" y="56789"/>
                  </a:cubicBezTo>
                  <a:cubicBezTo>
                    <a:pt x="47399" y="58321"/>
                    <a:pt x="45954" y="59098"/>
                    <a:pt x="44425" y="59098"/>
                  </a:cubicBezTo>
                  <a:cubicBezTo>
                    <a:pt x="43310" y="59098"/>
                    <a:pt x="42150" y="58685"/>
                    <a:pt x="40985" y="57849"/>
                  </a:cubicBezTo>
                  <a:cubicBezTo>
                    <a:pt x="36995" y="55031"/>
                    <a:pt x="33061" y="52158"/>
                    <a:pt x="29128" y="49284"/>
                  </a:cubicBezTo>
                  <a:cubicBezTo>
                    <a:pt x="26561" y="47359"/>
                    <a:pt x="26003" y="44151"/>
                    <a:pt x="27760" y="41751"/>
                  </a:cubicBezTo>
                  <a:cubicBezTo>
                    <a:pt x="28774" y="40394"/>
                    <a:pt x="30277" y="39679"/>
                    <a:pt x="31864" y="39679"/>
                  </a:cubicBezTo>
                  <a:cubicBezTo>
                    <a:pt x="32984" y="39679"/>
                    <a:pt x="34147" y="40036"/>
                    <a:pt x="35210" y="40775"/>
                  </a:cubicBezTo>
                  <a:cubicBezTo>
                    <a:pt x="37916" y="42672"/>
                    <a:pt x="40566" y="44653"/>
                    <a:pt x="43384" y="46661"/>
                  </a:cubicBezTo>
                  <a:cubicBezTo>
                    <a:pt x="47848" y="41110"/>
                    <a:pt x="52116" y="35669"/>
                    <a:pt x="56552" y="30368"/>
                  </a:cubicBezTo>
                  <a:cubicBezTo>
                    <a:pt x="57417" y="29336"/>
                    <a:pt x="58784" y="28471"/>
                    <a:pt x="60068" y="28109"/>
                  </a:cubicBezTo>
                  <a:cubicBezTo>
                    <a:pt x="60464" y="27995"/>
                    <a:pt x="60859" y="27942"/>
                    <a:pt x="61246" y="27942"/>
                  </a:cubicBezTo>
                  <a:close/>
                  <a:moveTo>
                    <a:pt x="46519" y="1"/>
                  </a:moveTo>
                  <a:cubicBezTo>
                    <a:pt x="43400" y="1"/>
                    <a:pt x="40238" y="348"/>
                    <a:pt x="37079" y="1074"/>
                  </a:cubicBezTo>
                  <a:cubicBezTo>
                    <a:pt x="14508" y="6264"/>
                    <a:pt x="1" y="27104"/>
                    <a:pt x="3600" y="50149"/>
                  </a:cubicBezTo>
                  <a:cubicBezTo>
                    <a:pt x="6250" y="67111"/>
                    <a:pt x="16210" y="78634"/>
                    <a:pt x="32336" y="84548"/>
                  </a:cubicBezTo>
                  <a:cubicBezTo>
                    <a:pt x="35628" y="85748"/>
                    <a:pt x="39199" y="86194"/>
                    <a:pt x="42631" y="86976"/>
                  </a:cubicBezTo>
                  <a:lnTo>
                    <a:pt x="50275" y="86976"/>
                  </a:lnTo>
                  <a:cubicBezTo>
                    <a:pt x="51084" y="86836"/>
                    <a:pt x="51865" y="86669"/>
                    <a:pt x="52646" y="86557"/>
                  </a:cubicBezTo>
                  <a:cubicBezTo>
                    <a:pt x="76500" y="82958"/>
                    <a:pt x="92682" y="61225"/>
                    <a:pt x="89417" y="37259"/>
                  </a:cubicBezTo>
                  <a:cubicBezTo>
                    <a:pt x="86455" y="15671"/>
                    <a:pt x="67470" y="1"/>
                    <a:pt x="46519" y="1"/>
                  </a:cubicBezTo>
                  <a:close/>
                </a:path>
              </a:pathLst>
            </a:custGeom>
            <a:solidFill>
              <a:srgbClr val="8DE2D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59" name="Google Shape;459;p29"/>
          <p:cNvGrpSpPr/>
          <p:nvPr/>
        </p:nvGrpSpPr>
        <p:grpSpPr>
          <a:xfrm>
            <a:off x="453636" y="870964"/>
            <a:ext cx="1933424" cy="3436679"/>
            <a:chOff x="500000" y="241213"/>
            <a:chExt cx="2676761" cy="4757966"/>
          </a:xfrm>
        </p:grpSpPr>
        <p:sp>
          <p:nvSpPr>
            <p:cNvPr id="460" name="Google Shape;460;p29"/>
            <p:cNvSpPr/>
            <p:nvPr/>
          </p:nvSpPr>
          <p:spPr>
            <a:xfrm>
              <a:off x="500000" y="2199076"/>
              <a:ext cx="2676761" cy="2800103"/>
            </a:xfrm>
            <a:custGeom>
              <a:rect b="b" l="l" r="r" t="t"/>
              <a:pathLst>
                <a:path extrusionOk="0" h="85382" w="81621">
                  <a:moveTo>
                    <a:pt x="1" y="0"/>
                  </a:moveTo>
                  <a:lnTo>
                    <a:pt x="4090" y="9978"/>
                  </a:lnTo>
                  <a:lnTo>
                    <a:pt x="3599" y="21754"/>
                  </a:lnTo>
                  <a:lnTo>
                    <a:pt x="3599" y="31405"/>
                  </a:lnTo>
                  <a:lnTo>
                    <a:pt x="15540" y="46453"/>
                  </a:lnTo>
                  <a:lnTo>
                    <a:pt x="26826" y="63136"/>
                  </a:lnTo>
                  <a:lnTo>
                    <a:pt x="32551" y="77530"/>
                  </a:lnTo>
                  <a:lnTo>
                    <a:pt x="43837" y="79820"/>
                  </a:lnTo>
                  <a:lnTo>
                    <a:pt x="46944" y="85381"/>
                  </a:lnTo>
                  <a:lnTo>
                    <a:pt x="63955" y="49397"/>
                  </a:lnTo>
                  <a:lnTo>
                    <a:pt x="67554" y="48579"/>
                  </a:lnTo>
                  <a:lnTo>
                    <a:pt x="81620" y="9978"/>
                  </a:lnTo>
                  <a:lnTo>
                    <a:pt x="77531" y="0"/>
                  </a:lnTo>
                  <a:close/>
                </a:path>
              </a:pathLst>
            </a:custGeom>
            <a:solidFill>
              <a:srgbClr val="01397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1" name="Google Shape;461;p29"/>
            <p:cNvSpPr/>
            <p:nvPr/>
          </p:nvSpPr>
          <p:spPr>
            <a:xfrm>
              <a:off x="2221846" y="2199076"/>
              <a:ext cx="954859" cy="327229"/>
            </a:xfrm>
            <a:custGeom>
              <a:rect b="b" l="l" r="r" t="t"/>
              <a:pathLst>
                <a:path extrusionOk="0" h="9978" w="29116">
                  <a:moveTo>
                    <a:pt x="1" y="0"/>
                  </a:moveTo>
                  <a:lnTo>
                    <a:pt x="9651" y="9814"/>
                  </a:lnTo>
                  <a:lnTo>
                    <a:pt x="29115" y="9978"/>
                  </a:lnTo>
                  <a:lnTo>
                    <a:pt x="25026" y="0"/>
                  </a:lnTo>
                  <a:close/>
                </a:path>
              </a:pathLst>
            </a:custGeom>
            <a:solidFill>
              <a:srgbClr val="0A588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2" name="Google Shape;462;p29"/>
            <p:cNvSpPr/>
            <p:nvPr/>
          </p:nvSpPr>
          <p:spPr>
            <a:xfrm>
              <a:off x="618025" y="2199076"/>
              <a:ext cx="262885" cy="713455"/>
            </a:xfrm>
            <a:custGeom>
              <a:rect b="b" l="l" r="r" t="t"/>
              <a:pathLst>
                <a:path extrusionOk="0" h="21755" w="8016">
                  <a:moveTo>
                    <a:pt x="8015" y="0"/>
                  </a:moveTo>
                  <a:lnTo>
                    <a:pt x="491" y="9978"/>
                  </a:lnTo>
                  <a:lnTo>
                    <a:pt x="0" y="21754"/>
                  </a:lnTo>
                  <a:lnTo>
                    <a:pt x="0" y="21754"/>
                  </a:lnTo>
                  <a:lnTo>
                    <a:pt x="8015" y="0"/>
                  </a:lnTo>
                  <a:close/>
                </a:path>
              </a:pathLst>
            </a:custGeom>
            <a:solidFill>
              <a:srgbClr val="156F9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3" name="Google Shape;463;p29"/>
            <p:cNvSpPr/>
            <p:nvPr/>
          </p:nvSpPr>
          <p:spPr>
            <a:xfrm>
              <a:off x="2538341" y="2520916"/>
              <a:ext cx="638355" cy="1271331"/>
            </a:xfrm>
            <a:custGeom>
              <a:rect b="b" l="l" r="r" t="t"/>
              <a:pathLst>
                <a:path extrusionOk="0" h="38766" w="19465">
                  <a:moveTo>
                    <a:pt x="0" y="0"/>
                  </a:moveTo>
                  <a:lnTo>
                    <a:pt x="5398" y="38765"/>
                  </a:lnTo>
                  <a:lnTo>
                    <a:pt x="19464" y="16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56F9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4" name="Google Shape;464;p29"/>
            <p:cNvSpPr/>
            <p:nvPr/>
          </p:nvSpPr>
          <p:spPr>
            <a:xfrm>
              <a:off x="2538341" y="2520916"/>
              <a:ext cx="177027" cy="1298124"/>
            </a:xfrm>
            <a:custGeom>
              <a:rect b="b" l="l" r="r" t="t"/>
              <a:pathLst>
                <a:path extrusionOk="0" h="39583" w="5398">
                  <a:moveTo>
                    <a:pt x="0" y="0"/>
                  </a:moveTo>
                  <a:lnTo>
                    <a:pt x="1799" y="39583"/>
                  </a:lnTo>
                  <a:lnTo>
                    <a:pt x="5398" y="3876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1397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5" name="Google Shape;465;p29"/>
            <p:cNvSpPr/>
            <p:nvPr/>
          </p:nvSpPr>
          <p:spPr>
            <a:xfrm>
              <a:off x="2039479" y="2520916"/>
              <a:ext cx="557909" cy="2478253"/>
            </a:xfrm>
            <a:custGeom>
              <a:rect b="b" l="l" r="r" t="t"/>
              <a:pathLst>
                <a:path extrusionOk="0" h="75568" w="17012">
                  <a:moveTo>
                    <a:pt x="15212" y="0"/>
                  </a:moveTo>
                  <a:lnTo>
                    <a:pt x="7688" y="24044"/>
                  </a:lnTo>
                  <a:lnTo>
                    <a:pt x="7688" y="44490"/>
                  </a:lnTo>
                  <a:lnTo>
                    <a:pt x="0" y="75567"/>
                  </a:lnTo>
                  <a:lnTo>
                    <a:pt x="17011" y="39583"/>
                  </a:lnTo>
                  <a:lnTo>
                    <a:pt x="15212" y="0"/>
                  </a:lnTo>
                  <a:close/>
                </a:path>
              </a:pathLst>
            </a:custGeom>
            <a:solidFill>
              <a:srgbClr val="0A588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6" name="Google Shape;466;p29"/>
            <p:cNvSpPr/>
            <p:nvPr/>
          </p:nvSpPr>
          <p:spPr>
            <a:xfrm>
              <a:off x="1937556" y="3979885"/>
              <a:ext cx="354088" cy="1019236"/>
            </a:xfrm>
            <a:custGeom>
              <a:rect b="b" l="l" r="r" t="t"/>
              <a:pathLst>
                <a:path extrusionOk="0" h="31079" w="10797">
                  <a:moveTo>
                    <a:pt x="1" y="1"/>
                  </a:moveTo>
                  <a:lnTo>
                    <a:pt x="1" y="25517"/>
                  </a:lnTo>
                  <a:lnTo>
                    <a:pt x="3108" y="31078"/>
                  </a:lnTo>
                  <a:lnTo>
                    <a:pt x="10796" y="1"/>
                  </a:lnTo>
                  <a:close/>
                </a:path>
              </a:pathLst>
            </a:custGeom>
            <a:solidFill>
              <a:srgbClr val="3898B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7" name="Google Shape;467;p29"/>
            <p:cNvSpPr/>
            <p:nvPr/>
          </p:nvSpPr>
          <p:spPr>
            <a:xfrm>
              <a:off x="1835632" y="3309413"/>
              <a:ext cx="456014" cy="670527"/>
            </a:xfrm>
            <a:custGeom>
              <a:rect b="b" l="l" r="r" t="t"/>
              <a:pathLst>
                <a:path extrusionOk="0" h="20446" w="13905">
                  <a:moveTo>
                    <a:pt x="1" y="0"/>
                  </a:moveTo>
                  <a:lnTo>
                    <a:pt x="3109" y="20446"/>
                  </a:lnTo>
                  <a:lnTo>
                    <a:pt x="13904" y="20446"/>
                  </a:lnTo>
                  <a:lnTo>
                    <a:pt x="13904" y="0"/>
                  </a:lnTo>
                  <a:close/>
                </a:path>
              </a:pathLst>
            </a:custGeom>
            <a:solidFill>
              <a:srgbClr val="156F9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8" name="Google Shape;468;p29"/>
            <p:cNvSpPr/>
            <p:nvPr/>
          </p:nvSpPr>
          <p:spPr>
            <a:xfrm>
              <a:off x="1835632" y="2520916"/>
              <a:ext cx="702764" cy="788556"/>
            </a:xfrm>
            <a:custGeom>
              <a:rect b="b" l="l" r="r" t="t"/>
              <a:pathLst>
                <a:path extrusionOk="0" h="24045" w="21429">
                  <a:moveTo>
                    <a:pt x="12923" y="0"/>
                  </a:moveTo>
                  <a:lnTo>
                    <a:pt x="1" y="24044"/>
                  </a:lnTo>
                  <a:lnTo>
                    <a:pt x="13904" y="24044"/>
                  </a:lnTo>
                  <a:lnTo>
                    <a:pt x="21428" y="0"/>
                  </a:lnTo>
                  <a:close/>
                </a:path>
              </a:pathLst>
            </a:custGeom>
            <a:solidFill>
              <a:srgbClr val="3898B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9" name="Google Shape;469;p29"/>
            <p:cNvSpPr/>
            <p:nvPr/>
          </p:nvSpPr>
          <p:spPr>
            <a:xfrm>
              <a:off x="1835632" y="2199076"/>
              <a:ext cx="702764" cy="321883"/>
            </a:xfrm>
            <a:custGeom>
              <a:rect b="b" l="l" r="r" t="t"/>
              <a:pathLst>
                <a:path extrusionOk="0" h="9815" w="21429">
                  <a:moveTo>
                    <a:pt x="1" y="0"/>
                  </a:moveTo>
                  <a:lnTo>
                    <a:pt x="12923" y="9814"/>
                  </a:lnTo>
                  <a:lnTo>
                    <a:pt x="21428" y="9814"/>
                  </a:lnTo>
                  <a:lnTo>
                    <a:pt x="11778" y="0"/>
                  </a:lnTo>
                  <a:close/>
                </a:path>
              </a:pathLst>
            </a:custGeom>
            <a:solidFill>
              <a:srgbClr val="01397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0" name="Google Shape;470;p29"/>
            <p:cNvSpPr/>
            <p:nvPr/>
          </p:nvSpPr>
          <p:spPr>
            <a:xfrm>
              <a:off x="880869" y="2199076"/>
              <a:ext cx="954826" cy="396951"/>
            </a:xfrm>
            <a:custGeom>
              <a:rect b="b" l="l" r="r" t="t"/>
              <a:pathLst>
                <a:path extrusionOk="0" h="12104" w="29115">
                  <a:moveTo>
                    <a:pt x="0" y="0"/>
                  </a:moveTo>
                  <a:lnTo>
                    <a:pt x="11941" y="12104"/>
                  </a:lnTo>
                  <a:lnTo>
                    <a:pt x="29115" y="12104"/>
                  </a:lnTo>
                  <a:lnTo>
                    <a:pt x="29115" y="0"/>
                  </a:lnTo>
                  <a:close/>
                </a:path>
              </a:pathLst>
            </a:custGeom>
            <a:solidFill>
              <a:srgbClr val="3898B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1" name="Google Shape;471;p29"/>
            <p:cNvSpPr/>
            <p:nvPr/>
          </p:nvSpPr>
          <p:spPr>
            <a:xfrm>
              <a:off x="618025" y="2199076"/>
              <a:ext cx="654457" cy="713455"/>
            </a:xfrm>
            <a:custGeom>
              <a:rect b="b" l="l" r="r" t="t"/>
              <a:pathLst>
                <a:path extrusionOk="0" h="21755" w="19956">
                  <a:moveTo>
                    <a:pt x="8015" y="0"/>
                  </a:moveTo>
                  <a:lnTo>
                    <a:pt x="0" y="21754"/>
                  </a:lnTo>
                  <a:lnTo>
                    <a:pt x="19956" y="12104"/>
                  </a:lnTo>
                  <a:lnTo>
                    <a:pt x="8015" y="0"/>
                  </a:lnTo>
                  <a:close/>
                </a:path>
              </a:pathLst>
            </a:custGeom>
            <a:solidFill>
              <a:srgbClr val="0A588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2" name="Google Shape;472;p29"/>
            <p:cNvSpPr/>
            <p:nvPr/>
          </p:nvSpPr>
          <p:spPr>
            <a:xfrm>
              <a:off x="1272429" y="2595981"/>
              <a:ext cx="563254" cy="713488"/>
            </a:xfrm>
            <a:custGeom>
              <a:rect b="b" l="l" r="r" t="t"/>
              <a:pathLst>
                <a:path extrusionOk="0" h="21756" w="17175">
                  <a:moveTo>
                    <a:pt x="1" y="1"/>
                  </a:moveTo>
                  <a:lnTo>
                    <a:pt x="17175" y="21755"/>
                  </a:lnTo>
                  <a:lnTo>
                    <a:pt x="17175" y="1"/>
                  </a:lnTo>
                  <a:close/>
                </a:path>
              </a:pathLst>
            </a:custGeom>
            <a:solidFill>
              <a:srgbClr val="0A588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3" name="Google Shape;473;p29"/>
            <p:cNvSpPr/>
            <p:nvPr/>
          </p:nvSpPr>
          <p:spPr>
            <a:xfrm>
              <a:off x="1379698" y="3979885"/>
              <a:ext cx="557909" cy="836863"/>
            </a:xfrm>
            <a:custGeom>
              <a:rect b="b" l="l" r="r" t="t"/>
              <a:pathLst>
                <a:path extrusionOk="0" h="25518" w="17012">
                  <a:moveTo>
                    <a:pt x="17012" y="1"/>
                  </a:moveTo>
                  <a:lnTo>
                    <a:pt x="1" y="8833"/>
                  </a:lnTo>
                  <a:lnTo>
                    <a:pt x="17012" y="25517"/>
                  </a:lnTo>
                  <a:lnTo>
                    <a:pt x="17012" y="1"/>
                  </a:lnTo>
                  <a:close/>
                </a:path>
              </a:pathLst>
            </a:custGeom>
            <a:solidFill>
              <a:srgbClr val="0A588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4" name="Google Shape;474;p29"/>
            <p:cNvSpPr/>
            <p:nvPr/>
          </p:nvSpPr>
          <p:spPr>
            <a:xfrm>
              <a:off x="1379698" y="4269554"/>
              <a:ext cx="557909" cy="547185"/>
            </a:xfrm>
            <a:custGeom>
              <a:rect b="b" l="l" r="r" t="t"/>
              <a:pathLst>
                <a:path extrusionOk="0" h="16685" w="17012">
                  <a:moveTo>
                    <a:pt x="1" y="0"/>
                  </a:moveTo>
                  <a:lnTo>
                    <a:pt x="5726" y="14394"/>
                  </a:lnTo>
                  <a:lnTo>
                    <a:pt x="17012" y="1668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156F9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5" name="Google Shape;475;p29"/>
            <p:cNvSpPr/>
            <p:nvPr/>
          </p:nvSpPr>
          <p:spPr>
            <a:xfrm>
              <a:off x="1835632" y="2199076"/>
              <a:ext cx="423810" cy="1110406"/>
            </a:xfrm>
            <a:custGeom>
              <a:rect b="b" l="l" r="r" t="t"/>
              <a:pathLst>
                <a:path extrusionOk="0" h="33859" w="12923">
                  <a:moveTo>
                    <a:pt x="1" y="0"/>
                  </a:moveTo>
                  <a:lnTo>
                    <a:pt x="1" y="33858"/>
                  </a:lnTo>
                  <a:lnTo>
                    <a:pt x="12923" y="98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156F9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6" name="Google Shape;476;p29"/>
            <p:cNvSpPr/>
            <p:nvPr/>
          </p:nvSpPr>
          <p:spPr>
            <a:xfrm>
              <a:off x="1009585" y="3722420"/>
              <a:ext cx="928033" cy="547185"/>
            </a:xfrm>
            <a:custGeom>
              <a:rect b="b" l="l" r="r" t="t"/>
              <a:pathLst>
                <a:path extrusionOk="0" h="16685" w="28298">
                  <a:moveTo>
                    <a:pt x="1" y="1"/>
                  </a:moveTo>
                  <a:lnTo>
                    <a:pt x="11287" y="16684"/>
                  </a:lnTo>
                  <a:lnTo>
                    <a:pt x="28298" y="785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156F9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7" name="Google Shape;477;p29"/>
            <p:cNvSpPr/>
            <p:nvPr/>
          </p:nvSpPr>
          <p:spPr>
            <a:xfrm>
              <a:off x="618025" y="3223591"/>
              <a:ext cx="391605" cy="498878"/>
            </a:xfrm>
            <a:custGeom>
              <a:rect b="b" l="l" r="r" t="t"/>
              <a:pathLst>
                <a:path extrusionOk="0" h="15212" w="11941">
                  <a:moveTo>
                    <a:pt x="11941" y="0"/>
                  </a:moveTo>
                  <a:lnTo>
                    <a:pt x="0" y="164"/>
                  </a:lnTo>
                  <a:lnTo>
                    <a:pt x="11941" y="15212"/>
                  </a:lnTo>
                  <a:lnTo>
                    <a:pt x="11941" y="0"/>
                  </a:lnTo>
                  <a:close/>
                </a:path>
              </a:pathLst>
            </a:custGeom>
            <a:solidFill>
              <a:srgbClr val="0A588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8" name="Google Shape;478;p29"/>
            <p:cNvSpPr/>
            <p:nvPr/>
          </p:nvSpPr>
          <p:spPr>
            <a:xfrm>
              <a:off x="1009585" y="2595981"/>
              <a:ext cx="826106" cy="1126508"/>
            </a:xfrm>
            <a:custGeom>
              <a:rect b="b" l="l" r="r" t="t"/>
              <a:pathLst>
                <a:path extrusionOk="0" h="34350" w="25190">
                  <a:moveTo>
                    <a:pt x="8016" y="1"/>
                  </a:moveTo>
                  <a:lnTo>
                    <a:pt x="1" y="19138"/>
                  </a:lnTo>
                  <a:lnTo>
                    <a:pt x="1" y="34350"/>
                  </a:lnTo>
                  <a:lnTo>
                    <a:pt x="25190" y="21755"/>
                  </a:lnTo>
                  <a:lnTo>
                    <a:pt x="8016" y="1"/>
                  </a:lnTo>
                  <a:close/>
                </a:path>
              </a:pathLst>
            </a:custGeom>
            <a:solidFill>
              <a:srgbClr val="156F9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9" name="Google Shape;479;p29"/>
            <p:cNvSpPr/>
            <p:nvPr/>
          </p:nvSpPr>
          <p:spPr>
            <a:xfrm>
              <a:off x="1567443" y="4741590"/>
              <a:ext cx="472084" cy="257506"/>
            </a:xfrm>
            <a:custGeom>
              <a:rect b="b" l="l" r="r" t="t"/>
              <a:pathLst>
                <a:path extrusionOk="0" h="7852" w="14395">
                  <a:moveTo>
                    <a:pt x="1" y="0"/>
                  </a:moveTo>
                  <a:lnTo>
                    <a:pt x="14394" y="7851"/>
                  </a:lnTo>
                  <a:lnTo>
                    <a:pt x="11287" y="229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0A588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0" name="Google Shape;480;p29"/>
            <p:cNvSpPr/>
            <p:nvPr/>
          </p:nvSpPr>
          <p:spPr>
            <a:xfrm>
              <a:off x="500000" y="241213"/>
              <a:ext cx="2542662" cy="1957960"/>
            </a:xfrm>
            <a:custGeom>
              <a:rect b="b" l="l" r="r" t="t"/>
              <a:pathLst>
                <a:path extrusionOk="0" h="59703" w="77532">
                  <a:moveTo>
                    <a:pt x="40729" y="1"/>
                  </a:moveTo>
                  <a:lnTo>
                    <a:pt x="35004" y="14231"/>
                  </a:lnTo>
                  <a:lnTo>
                    <a:pt x="30261" y="15212"/>
                  </a:lnTo>
                  <a:lnTo>
                    <a:pt x="25190" y="27807"/>
                  </a:lnTo>
                  <a:lnTo>
                    <a:pt x="19629" y="27807"/>
                  </a:lnTo>
                  <a:lnTo>
                    <a:pt x="11614" y="47762"/>
                  </a:lnTo>
                  <a:lnTo>
                    <a:pt x="1" y="59702"/>
                  </a:lnTo>
                  <a:lnTo>
                    <a:pt x="77531" y="59702"/>
                  </a:lnTo>
                  <a:lnTo>
                    <a:pt x="69517" y="39747"/>
                  </a:lnTo>
                  <a:lnTo>
                    <a:pt x="65591" y="39747"/>
                  </a:lnTo>
                  <a:lnTo>
                    <a:pt x="59703" y="24863"/>
                  </a:lnTo>
                  <a:lnTo>
                    <a:pt x="50052" y="22900"/>
                  </a:lnTo>
                  <a:lnTo>
                    <a:pt x="40729" y="1"/>
                  </a:lnTo>
                  <a:close/>
                </a:path>
              </a:pathLst>
            </a:custGeom>
            <a:solidFill>
              <a:srgbClr val="E8EFF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1" name="Google Shape;481;p29"/>
            <p:cNvSpPr/>
            <p:nvPr/>
          </p:nvSpPr>
          <p:spPr>
            <a:xfrm>
              <a:off x="1647919" y="241213"/>
              <a:ext cx="187751" cy="911931"/>
            </a:xfrm>
            <a:custGeom>
              <a:rect b="b" l="l" r="r" t="t"/>
              <a:pathLst>
                <a:path extrusionOk="0" h="27807" w="5725">
                  <a:moveTo>
                    <a:pt x="5725" y="1"/>
                  </a:moveTo>
                  <a:lnTo>
                    <a:pt x="0" y="14231"/>
                  </a:lnTo>
                  <a:lnTo>
                    <a:pt x="0" y="21918"/>
                  </a:lnTo>
                  <a:lnTo>
                    <a:pt x="5725" y="27807"/>
                  </a:lnTo>
                  <a:lnTo>
                    <a:pt x="5725" y="1"/>
                  </a:lnTo>
                  <a:close/>
                </a:path>
              </a:pathLst>
            </a:custGeom>
            <a:solidFill>
              <a:srgbClr val="78C8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2" name="Google Shape;482;p29"/>
            <p:cNvSpPr/>
            <p:nvPr/>
          </p:nvSpPr>
          <p:spPr>
            <a:xfrm>
              <a:off x="1492345" y="707870"/>
              <a:ext cx="155612" cy="252161"/>
            </a:xfrm>
            <a:custGeom>
              <a:rect b="b" l="l" r="r" t="t"/>
              <a:pathLst>
                <a:path extrusionOk="0" h="7689" w="4745">
                  <a:moveTo>
                    <a:pt x="4744" y="1"/>
                  </a:moveTo>
                  <a:lnTo>
                    <a:pt x="1" y="982"/>
                  </a:lnTo>
                  <a:lnTo>
                    <a:pt x="4744" y="7688"/>
                  </a:lnTo>
                  <a:lnTo>
                    <a:pt x="4744" y="1"/>
                  </a:lnTo>
                  <a:close/>
                </a:path>
              </a:pathLst>
            </a:custGeom>
            <a:solidFill>
              <a:srgbClr val="3E97C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3" name="Google Shape;483;p29"/>
            <p:cNvSpPr/>
            <p:nvPr/>
          </p:nvSpPr>
          <p:spPr>
            <a:xfrm>
              <a:off x="1326080" y="740074"/>
              <a:ext cx="321883" cy="413053"/>
            </a:xfrm>
            <a:custGeom>
              <a:rect b="b" l="l" r="r" t="t"/>
              <a:pathLst>
                <a:path extrusionOk="0" h="12595" w="9815">
                  <a:moveTo>
                    <a:pt x="5071" y="0"/>
                  </a:moveTo>
                  <a:lnTo>
                    <a:pt x="0" y="12595"/>
                  </a:lnTo>
                  <a:lnTo>
                    <a:pt x="9814" y="6706"/>
                  </a:lnTo>
                  <a:lnTo>
                    <a:pt x="5071" y="0"/>
                  </a:lnTo>
                  <a:close/>
                </a:path>
              </a:pathLst>
            </a:custGeom>
            <a:solidFill>
              <a:srgbClr val="78C8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4" name="Google Shape;484;p29"/>
            <p:cNvSpPr/>
            <p:nvPr/>
          </p:nvSpPr>
          <p:spPr>
            <a:xfrm>
              <a:off x="1326080" y="959990"/>
              <a:ext cx="509602" cy="193130"/>
            </a:xfrm>
            <a:custGeom>
              <a:rect b="b" l="l" r="r" t="t"/>
              <a:pathLst>
                <a:path extrusionOk="0" h="5889" w="15539">
                  <a:moveTo>
                    <a:pt x="9814" y="0"/>
                  </a:moveTo>
                  <a:lnTo>
                    <a:pt x="0" y="5889"/>
                  </a:lnTo>
                  <a:lnTo>
                    <a:pt x="15539" y="5889"/>
                  </a:lnTo>
                  <a:lnTo>
                    <a:pt x="9814" y="0"/>
                  </a:lnTo>
                  <a:close/>
                </a:path>
              </a:pathLst>
            </a:custGeom>
            <a:solidFill>
              <a:srgbClr val="3E97C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5" name="Google Shape;485;p29"/>
            <p:cNvSpPr/>
            <p:nvPr/>
          </p:nvSpPr>
          <p:spPr>
            <a:xfrm>
              <a:off x="2141403" y="992161"/>
              <a:ext cx="509602" cy="552563"/>
            </a:xfrm>
            <a:custGeom>
              <a:rect b="b" l="l" r="r" t="t"/>
              <a:pathLst>
                <a:path extrusionOk="0" h="16849" w="15539">
                  <a:moveTo>
                    <a:pt x="0" y="1"/>
                  </a:moveTo>
                  <a:lnTo>
                    <a:pt x="8996" y="16848"/>
                  </a:lnTo>
                  <a:lnTo>
                    <a:pt x="15539" y="16848"/>
                  </a:lnTo>
                  <a:lnTo>
                    <a:pt x="9651" y="196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B0EA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6" name="Google Shape;486;p29"/>
            <p:cNvSpPr/>
            <p:nvPr/>
          </p:nvSpPr>
          <p:spPr>
            <a:xfrm>
              <a:off x="1835632" y="992161"/>
              <a:ext cx="600837" cy="552563"/>
            </a:xfrm>
            <a:custGeom>
              <a:rect b="b" l="l" r="r" t="t"/>
              <a:pathLst>
                <a:path extrusionOk="0" h="16849" w="18321">
                  <a:moveTo>
                    <a:pt x="9324" y="1"/>
                  </a:moveTo>
                  <a:lnTo>
                    <a:pt x="1" y="4908"/>
                  </a:lnTo>
                  <a:lnTo>
                    <a:pt x="18320" y="16848"/>
                  </a:lnTo>
                  <a:lnTo>
                    <a:pt x="9324" y="1"/>
                  </a:lnTo>
                  <a:close/>
                </a:path>
              </a:pathLst>
            </a:custGeom>
            <a:solidFill>
              <a:srgbClr val="78C8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7" name="Google Shape;487;p29"/>
            <p:cNvSpPr/>
            <p:nvPr/>
          </p:nvSpPr>
          <p:spPr>
            <a:xfrm>
              <a:off x="1326080" y="1153081"/>
              <a:ext cx="1110406" cy="654457"/>
            </a:xfrm>
            <a:custGeom>
              <a:rect b="b" l="l" r="r" t="t"/>
              <a:pathLst>
                <a:path extrusionOk="0" h="19956" w="33859">
                  <a:moveTo>
                    <a:pt x="0" y="1"/>
                  </a:moveTo>
                  <a:lnTo>
                    <a:pt x="15539" y="19956"/>
                  </a:lnTo>
                  <a:lnTo>
                    <a:pt x="33858" y="11941"/>
                  </a:lnTo>
                  <a:lnTo>
                    <a:pt x="15539" y="1"/>
                  </a:lnTo>
                  <a:close/>
                </a:path>
              </a:pathLst>
            </a:custGeom>
            <a:solidFill>
              <a:srgbClr val="B0EA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8" name="Google Shape;488;p29"/>
            <p:cNvSpPr/>
            <p:nvPr/>
          </p:nvSpPr>
          <p:spPr>
            <a:xfrm>
              <a:off x="880869" y="1153081"/>
              <a:ext cx="445258" cy="654457"/>
            </a:xfrm>
            <a:custGeom>
              <a:rect b="b" l="l" r="r" t="t"/>
              <a:pathLst>
                <a:path extrusionOk="0" h="19956" w="13577">
                  <a:moveTo>
                    <a:pt x="8015" y="1"/>
                  </a:moveTo>
                  <a:lnTo>
                    <a:pt x="0" y="19956"/>
                  </a:lnTo>
                  <a:lnTo>
                    <a:pt x="13576" y="19956"/>
                  </a:lnTo>
                  <a:lnTo>
                    <a:pt x="13576" y="1"/>
                  </a:lnTo>
                  <a:close/>
                </a:path>
              </a:pathLst>
            </a:custGeom>
            <a:solidFill>
              <a:srgbClr val="3E97C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9" name="Google Shape;489;p29"/>
            <p:cNvSpPr/>
            <p:nvPr/>
          </p:nvSpPr>
          <p:spPr>
            <a:xfrm>
              <a:off x="1835632" y="1544673"/>
              <a:ext cx="1206987" cy="654457"/>
            </a:xfrm>
            <a:custGeom>
              <a:rect b="b" l="l" r="r" t="t"/>
              <a:pathLst>
                <a:path extrusionOk="0" h="19956" w="36804">
                  <a:moveTo>
                    <a:pt x="18320" y="0"/>
                  </a:moveTo>
                  <a:lnTo>
                    <a:pt x="1" y="8015"/>
                  </a:lnTo>
                  <a:lnTo>
                    <a:pt x="1" y="19955"/>
                  </a:lnTo>
                  <a:lnTo>
                    <a:pt x="36803" y="19955"/>
                  </a:lnTo>
                  <a:lnTo>
                    <a:pt x="18320" y="0"/>
                  </a:lnTo>
                  <a:close/>
                </a:path>
              </a:pathLst>
            </a:custGeom>
            <a:solidFill>
              <a:srgbClr val="78C8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0" name="Google Shape;490;p29"/>
            <p:cNvSpPr/>
            <p:nvPr/>
          </p:nvSpPr>
          <p:spPr>
            <a:xfrm>
              <a:off x="1326080" y="1153081"/>
              <a:ext cx="509602" cy="654457"/>
            </a:xfrm>
            <a:custGeom>
              <a:rect b="b" l="l" r="r" t="t"/>
              <a:pathLst>
                <a:path extrusionOk="0" h="19956" w="15539">
                  <a:moveTo>
                    <a:pt x="0" y="1"/>
                  </a:moveTo>
                  <a:lnTo>
                    <a:pt x="0" y="19956"/>
                  </a:lnTo>
                  <a:lnTo>
                    <a:pt x="15539" y="19956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78C8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1" name="Google Shape;491;p29"/>
            <p:cNvSpPr/>
            <p:nvPr/>
          </p:nvSpPr>
          <p:spPr>
            <a:xfrm>
              <a:off x="500000" y="1807484"/>
              <a:ext cx="380914" cy="391638"/>
            </a:xfrm>
            <a:custGeom>
              <a:rect b="b" l="l" r="r" t="t"/>
              <a:pathLst>
                <a:path extrusionOk="0" h="11942" w="11615">
                  <a:moveTo>
                    <a:pt x="11614" y="1"/>
                  </a:moveTo>
                  <a:lnTo>
                    <a:pt x="1" y="11941"/>
                  </a:lnTo>
                  <a:lnTo>
                    <a:pt x="11614" y="11941"/>
                  </a:lnTo>
                  <a:lnTo>
                    <a:pt x="11614" y="1"/>
                  </a:lnTo>
                  <a:close/>
                </a:path>
              </a:pathLst>
            </a:custGeom>
            <a:solidFill>
              <a:srgbClr val="3E97C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2" name="Google Shape;492;p29"/>
            <p:cNvSpPr/>
            <p:nvPr/>
          </p:nvSpPr>
          <p:spPr>
            <a:xfrm>
              <a:off x="880869" y="1807484"/>
              <a:ext cx="954826" cy="391638"/>
            </a:xfrm>
            <a:custGeom>
              <a:rect b="b" l="l" r="r" t="t"/>
              <a:pathLst>
                <a:path extrusionOk="0" h="11942" w="29115">
                  <a:moveTo>
                    <a:pt x="13576" y="1"/>
                  </a:moveTo>
                  <a:lnTo>
                    <a:pt x="0" y="11941"/>
                  </a:lnTo>
                  <a:lnTo>
                    <a:pt x="29115" y="11941"/>
                  </a:lnTo>
                  <a:lnTo>
                    <a:pt x="13576" y="1"/>
                  </a:lnTo>
                  <a:close/>
                </a:path>
              </a:pathLst>
            </a:custGeom>
            <a:solidFill>
              <a:srgbClr val="B0EA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3" name="Google Shape;493;p29"/>
            <p:cNvSpPr/>
            <p:nvPr/>
          </p:nvSpPr>
          <p:spPr>
            <a:xfrm>
              <a:off x="880869" y="1807484"/>
              <a:ext cx="445258" cy="391638"/>
            </a:xfrm>
            <a:custGeom>
              <a:rect b="b" l="l" r="r" t="t"/>
              <a:pathLst>
                <a:path extrusionOk="0" h="11942" w="13577">
                  <a:moveTo>
                    <a:pt x="0" y="1"/>
                  </a:moveTo>
                  <a:lnTo>
                    <a:pt x="0" y="11941"/>
                  </a:lnTo>
                  <a:lnTo>
                    <a:pt x="13576" y="1"/>
                  </a:lnTo>
                  <a:close/>
                </a:path>
              </a:pathLst>
            </a:custGeom>
            <a:solidFill>
              <a:srgbClr val="78C8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4" name="Google Shape;494;p29"/>
            <p:cNvSpPr/>
            <p:nvPr/>
          </p:nvSpPr>
          <p:spPr>
            <a:xfrm>
              <a:off x="1835632" y="1807484"/>
              <a:ext cx="386260" cy="391638"/>
            </a:xfrm>
            <a:custGeom>
              <a:rect b="b" l="l" r="r" t="t"/>
              <a:pathLst>
                <a:path extrusionOk="0" h="11942" w="11778">
                  <a:moveTo>
                    <a:pt x="1" y="1"/>
                  </a:moveTo>
                  <a:lnTo>
                    <a:pt x="1" y="11941"/>
                  </a:lnTo>
                  <a:lnTo>
                    <a:pt x="11778" y="1194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3E97C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495" name="Google Shape;495;p29"/>
          <p:cNvCxnSpPr/>
          <p:nvPr/>
        </p:nvCxnSpPr>
        <p:spPr>
          <a:xfrm rot="10800000">
            <a:off x="181799" y="2292454"/>
            <a:ext cx="2477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96" name="Google Shape;496;p29"/>
          <p:cNvSpPr txBox="1"/>
          <p:nvPr/>
        </p:nvSpPr>
        <p:spPr>
          <a:xfrm>
            <a:off x="223323" y="4515950"/>
            <a:ext cx="1286100" cy="5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800" u="sng">
                <a:solidFill>
                  <a:srgbClr val="434343"/>
                </a:solidFill>
                <a:latin typeface="Archivo"/>
                <a:ea typeface="Archivo"/>
                <a:cs typeface="Archivo"/>
                <a:sym typeface="Archivo"/>
              </a:rPr>
              <a:t>Benchmarks:</a:t>
            </a:r>
            <a:endParaRPr sz="800">
              <a:solidFill>
                <a:srgbClr val="434343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800">
                <a:solidFill>
                  <a:srgbClr val="434343"/>
                </a:solidFill>
                <a:latin typeface="Archivo"/>
                <a:ea typeface="Archivo"/>
                <a:cs typeface="Archivo"/>
                <a:sym typeface="Archivo"/>
              </a:rPr>
              <a:t>Mail: </a:t>
            </a:r>
            <a:r>
              <a:rPr b="1" i="1" lang="es" sz="800">
                <a:solidFill>
                  <a:srgbClr val="434343"/>
                </a:solidFill>
                <a:latin typeface="Archivo"/>
                <a:ea typeface="Archivo"/>
                <a:cs typeface="Archivo"/>
                <a:sym typeface="Archivo"/>
              </a:rPr>
              <a:t>OR : </a:t>
            </a:r>
            <a:r>
              <a:rPr i="1" lang="es" sz="800">
                <a:solidFill>
                  <a:srgbClr val="434343"/>
                </a:solidFill>
                <a:latin typeface="Archivo"/>
                <a:ea typeface="Archivo"/>
                <a:cs typeface="Archivo"/>
                <a:sym typeface="Archivo"/>
              </a:rPr>
              <a:t>22% </a:t>
            </a:r>
            <a:r>
              <a:rPr b="1" i="1" lang="es" sz="800">
                <a:solidFill>
                  <a:srgbClr val="434343"/>
                </a:solidFill>
                <a:latin typeface="Archivo"/>
                <a:ea typeface="Archivo"/>
                <a:cs typeface="Archivo"/>
                <a:sym typeface="Archivo"/>
              </a:rPr>
              <a:t>CTOR: </a:t>
            </a:r>
            <a:r>
              <a:rPr i="1" lang="es" sz="800">
                <a:solidFill>
                  <a:srgbClr val="434343"/>
                </a:solidFill>
                <a:latin typeface="Archivo"/>
                <a:ea typeface="Archivo"/>
                <a:cs typeface="Archivo"/>
                <a:sym typeface="Archivo"/>
              </a:rPr>
              <a:t>3%</a:t>
            </a:r>
            <a:endParaRPr i="1" sz="800">
              <a:solidFill>
                <a:srgbClr val="434343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800">
                <a:solidFill>
                  <a:srgbClr val="434343"/>
                </a:solidFill>
                <a:latin typeface="Archivo"/>
                <a:ea typeface="Archivo"/>
                <a:cs typeface="Archivo"/>
                <a:sym typeface="Archivo"/>
              </a:rPr>
              <a:t>IVR: Escucha +75%:</a:t>
            </a:r>
            <a:r>
              <a:rPr lang="es" sz="800">
                <a:solidFill>
                  <a:srgbClr val="434343"/>
                </a:solidFill>
                <a:latin typeface="Archivo"/>
                <a:ea typeface="Archivo"/>
                <a:cs typeface="Archivo"/>
                <a:sym typeface="Archivo"/>
              </a:rPr>
              <a:t> 40%</a:t>
            </a:r>
            <a:endParaRPr sz="800">
              <a:solidFill>
                <a:srgbClr val="434343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800">
                <a:solidFill>
                  <a:srgbClr val="434343"/>
                </a:solidFill>
                <a:latin typeface="Archivo"/>
                <a:ea typeface="Archivo"/>
                <a:cs typeface="Archivo"/>
                <a:sym typeface="Archivo"/>
              </a:rPr>
              <a:t>Digital: </a:t>
            </a:r>
            <a:r>
              <a:rPr b="1" i="1" lang="es" sz="800">
                <a:solidFill>
                  <a:srgbClr val="434343"/>
                </a:solidFill>
                <a:latin typeface="Archivo"/>
                <a:ea typeface="Archivo"/>
                <a:cs typeface="Archivo"/>
                <a:sym typeface="Archivo"/>
              </a:rPr>
              <a:t>CTR: </a:t>
            </a:r>
            <a:r>
              <a:rPr lang="es" sz="800">
                <a:solidFill>
                  <a:srgbClr val="434343"/>
                </a:solidFill>
                <a:latin typeface="Archivo"/>
                <a:ea typeface="Archivo"/>
                <a:cs typeface="Archivo"/>
                <a:sym typeface="Archivo"/>
              </a:rPr>
              <a:t>0,8%</a:t>
            </a:r>
            <a:endParaRPr sz="800">
              <a:solidFill>
                <a:srgbClr val="434343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cxnSp>
        <p:nvCxnSpPr>
          <p:cNvPr id="497" name="Google Shape;497;p29"/>
          <p:cNvCxnSpPr/>
          <p:nvPr/>
        </p:nvCxnSpPr>
        <p:spPr>
          <a:xfrm>
            <a:off x="2019506" y="1785678"/>
            <a:ext cx="6469800" cy="0"/>
          </a:xfrm>
          <a:prstGeom prst="straightConnector1">
            <a:avLst/>
          </a:prstGeom>
          <a:noFill/>
          <a:ln cap="flat" cmpd="sng" w="7875">
            <a:solidFill>
              <a:srgbClr val="163244"/>
            </a:solidFill>
            <a:prstDash val="dot"/>
            <a:round/>
            <a:headEnd len="med" w="med" type="oval"/>
            <a:tailEnd len="sm" w="sm" type="none"/>
          </a:ln>
        </p:spPr>
      </p:cxnSp>
      <p:cxnSp>
        <p:nvCxnSpPr>
          <p:cNvPr id="498" name="Google Shape;498;p29"/>
          <p:cNvCxnSpPr/>
          <p:nvPr/>
        </p:nvCxnSpPr>
        <p:spPr>
          <a:xfrm flipH="1" rot="10800000">
            <a:off x="1912872" y="3599362"/>
            <a:ext cx="6513300" cy="4500"/>
          </a:xfrm>
          <a:prstGeom prst="straightConnector1">
            <a:avLst/>
          </a:prstGeom>
          <a:noFill/>
          <a:ln cap="flat" cmpd="sng" w="7875">
            <a:solidFill>
              <a:srgbClr val="163244"/>
            </a:solidFill>
            <a:prstDash val="dot"/>
            <a:round/>
            <a:headEnd len="med" w="med" type="oval"/>
            <a:tailEnd len="sm" w="sm" type="none"/>
          </a:ln>
        </p:spPr>
      </p:cxnSp>
      <p:grpSp>
        <p:nvGrpSpPr>
          <p:cNvPr id="499" name="Google Shape;499;p29"/>
          <p:cNvGrpSpPr/>
          <p:nvPr/>
        </p:nvGrpSpPr>
        <p:grpSpPr>
          <a:xfrm>
            <a:off x="453636" y="870964"/>
            <a:ext cx="1933424" cy="3436679"/>
            <a:chOff x="500000" y="241213"/>
            <a:chExt cx="2676761" cy="4757966"/>
          </a:xfrm>
        </p:grpSpPr>
        <p:sp>
          <p:nvSpPr>
            <p:cNvPr id="500" name="Google Shape;500;p29"/>
            <p:cNvSpPr/>
            <p:nvPr/>
          </p:nvSpPr>
          <p:spPr>
            <a:xfrm>
              <a:off x="500000" y="2199076"/>
              <a:ext cx="2676761" cy="2800103"/>
            </a:xfrm>
            <a:custGeom>
              <a:rect b="b" l="l" r="r" t="t"/>
              <a:pathLst>
                <a:path extrusionOk="0" h="85382" w="81621">
                  <a:moveTo>
                    <a:pt x="1" y="0"/>
                  </a:moveTo>
                  <a:lnTo>
                    <a:pt x="4090" y="9978"/>
                  </a:lnTo>
                  <a:lnTo>
                    <a:pt x="3599" y="21754"/>
                  </a:lnTo>
                  <a:lnTo>
                    <a:pt x="3599" y="31405"/>
                  </a:lnTo>
                  <a:lnTo>
                    <a:pt x="15540" y="46453"/>
                  </a:lnTo>
                  <a:lnTo>
                    <a:pt x="26826" y="63136"/>
                  </a:lnTo>
                  <a:lnTo>
                    <a:pt x="32551" y="77530"/>
                  </a:lnTo>
                  <a:lnTo>
                    <a:pt x="43837" y="79820"/>
                  </a:lnTo>
                  <a:lnTo>
                    <a:pt x="46944" y="85381"/>
                  </a:lnTo>
                  <a:lnTo>
                    <a:pt x="63955" y="49397"/>
                  </a:lnTo>
                  <a:lnTo>
                    <a:pt x="67554" y="48579"/>
                  </a:lnTo>
                  <a:lnTo>
                    <a:pt x="81620" y="9978"/>
                  </a:lnTo>
                  <a:lnTo>
                    <a:pt x="77531" y="0"/>
                  </a:lnTo>
                  <a:close/>
                </a:path>
              </a:pathLst>
            </a:custGeom>
            <a:solidFill>
              <a:srgbClr val="01397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1" name="Google Shape;501;p29"/>
            <p:cNvSpPr/>
            <p:nvPr/>
          </p:nvSpPr>
          <p:spPr>
            <a:xfrm>
              <a:off x="2221846" y="2199076"/>
              <a:ext cx="954859" cy="327229"/>
            </a:xfrm>
            <a:custGeom>
              <a:rect b="b" l="l" r="r" t="t"/>
              <a:pathLst>
                <a:path extrusionOk="0" h="9978" w="29116">
                  <a:moveTo>
                    <a:pt x="1" y="0"/>
                  </a:moveTo>
                  <a:lnTo>
                    <a:pt x="9651" y="9814"/>
                  </a:lnTo>
                  <a:lnTo>
                    <a:pt x="29115" y="9978"/>
                  </a:lnTo>
                  <a:lnTo>
                    <a:pt x="25026" y="0"/>
                  </a:lnTo>
                  <a:close/>
                </a:path>
              </a:pathLst>
            </a:custGeom>
            <a:solidFill>
              <a:srgbClr val="0A588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2" name="Google Shape;502;p29"/>
            <p:cNvSpPr/>
            <p:nvPr/>
          </p:nvSpPr>
          <p:spPr>
            <a:xfrm>
              <a:off x="618025" y="2199076"/>
              <a:ext cx="262885" cy="713455"/>
            </a:xfrm>
            <a:custGeom>
              <a:rect b="b" l="l" r="r" t="t"/>
              <a:pathLst>
                <a:path extrusionOk="0" h="21755" w="8016">
                  <a:moveTo>
                    <a:pt x="8015" y="0"/>
                  </a:moveTo>
                  <a:lnTo>
                    <a:pt x="491" y="9978"/>
                  </a:lnTo>
                  <a:lnTo>
                    <a:pt x="0" y="21754"/>
                  </a:lnTo>
                  <a:lnTo>
                    <a:pt x="0" y="21754"/>
                  </a:lnTo>
                  <a:lnTo>
                    <a:pt x="8015" y="0"/>
                  </a:lnTo>
                  <a:close/>
                </a:path>
              </a:pathLst>
            </a:custGeom>
            <a:solidFill>
              <a:srgbClr val="156F9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3" name="Google Shape;503;p29"/>
            <p:cNvSpPr/>
            <p:nvPr/>
          </p:nvSpPr>
          <p:spPr>
            <a:xfrm>
              <a:off x="2538341" y="2520916"/>
              <a:ext cx="638355" cy="1271331"/>
            </a:xfrm>
            <a:custGeom>
              <a:rect b="b" l="l" r="r" t="t"/>
              <a:pathLst>
                <a:path extrusionOk="0" h="38766" w="19465">
                  <a:moveTo>
                    <a:pt x="0" y="0"/>
                  </a:moveTo>
                  <a:lnTo>
                    <a:pt x="5398" y="38765"/>
                  </a:lnTo>
                  <a:lnTo>
                    <a:pt x="19464" y="16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56F9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4" name="Google Shape;504;p29"/>
            <p:cNvSpPr/>
            <p:nvPr/>
          </p:nvSpPr>
          <p:spPr>
            <a:xfrm>
              <a:off x="2538341" y="2520916"/>
              <a:ext cx="177027" cy="1298124"/>
            </a:xfrm>
            <a:custGeom>
              <a:rect b="b" l="l" r="r" t="t"/>
              <a:pathLst>
                <a:path extrusionOk="0" h="39583" w="5398">
                  <a:moveTo>
                    <a:pt x="0" y="0"/>
                  </a:moveTo>
                  <a:lnTo>
                    <a:pt x="1799" y="39583"/>
                  </a:lnTo>
                  <a:lnTo>
                    <a:pt x="5398" y="3876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1397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5" name="Google Shape;505;p29"/>
            <p:cNvSpPr/>
            <p:nvPr/>
          </p:nvSpPr>
          <p:spPr>
            <a:xfrm>
              <a:off x="2039479" y="2520916"/>
              <a:ext cx="557909" cy="2478253"/>
            </a:xfrm>
            <a:custGeom>
              <a:rect b="b" l="l" r="r" t="t"/>
              <a:pathLst>
                <a:path extrusionOk="0" h="75568" w="17012">
                  <a:moveTo>
                    <a:pt x="15212" y="0"/>
                  </a:moveTo>
                  <a:lnTo>
                    <a:pt x="7688" y="24044"/>
                  </a:lnTo>
                  <a:lnTo>
                    <a:pt x="7688" y="44490"/>
                  </a:lnTo>
                  <a:lnTo>
                    <a:pt x="0" y="75567"/>
                  </a:lnTo>
                  <a:lnTo>
                    <a:pt x="17011" y="39583"/>
                  </a:lnTo>
                  <a:lnTo>
                    <a:pt x="15212" y="0"/>
                  </a:lnTo>
                  <a:close/>
                </a:path>
              </a:pathLst>
            </a:custGeom>
            <a:solidFill>
              <a:srgbClr val="0A588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6" name="Google Shape;506;p29"/>
            <p:cNvSpPr/>
            <p:nvPr/>
          </p:nvSpPr>
          <p:spPr>
            <a:xfrm>
              <a:off x="1937556" y="3979885"/>
              <a:ext cx="354088" cy="1019236"/>
            </a:xfrm>
            <a:custGeom>
              <a:rect b="b" l="l" r="r" t="t"/>
              <a:pathLst>
                <a:path extrusionOk="0" h="31079" w="10797">
                  <a:moveTo>
                    <a:pt x="1" y="1"/>
                  </a:moveTo>
                  <a:lnTo>
                    <a:pt x="1" y="25517"/>
                  </a:lnTo>
                  <a:lnTo>
                    <a:pt x="3108" y="31078"/>
                  </a:lnTo>
                  <a:lnTo>
                    <a:pt x="10796" y="1"/>
                  </a:lnTo>
                  <a:close/>
                </a:path>
              </a:pathLst>
            </a:custGeom>
            <a:solidFill>
              <a:srgbClr val="3898B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7" name="Google Shape;507;p29"/>
            <p:cNvSpPr/>
            <p:nvPr/>
          </p:nvSpPr>
          <p:spPr>
            <a:xfrm>
              <a:off x="1835632" y="3309413"/>
              <a:ext cx="456014" cy="670527"/>
            </a:xfrm>
            <a:custGeom>
              <a:rect b="b" l="l" r="r" t="t"/>
              <a:pathLst>
                <a:path extrusionOk="0" h="20446" w="13905">
                  <a:moveTo>
                    <a:pt x="1" y="0"/>
                  </a:moveTo>
                  <a:lnTo>
                    <a:pt x="3109" y="20446"/>
                  </a:lnTo>
                  <a:lnTo>
                    <a:pt x="13904" y="20446"/>
                  </a:lnTo>
                  <a:lnTo>
                    <a:pt x="13904" y="0"/>
                  </a:lnTo>
                  <a:close/>
                </a:path>
              </a:pathLst>
            </a:custGeom>
            <a:solidFill>
              <a:srgbClr val="156F9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8" name="Google Shape;508;p29"/>
            <p:cNvSpPr/>
            <p:nvPr/>
          </p:nvSpPr>
          <p:spPr>
            <a:xfrm>
              <a:off x="1835632" y="2520916"/>
              <a:ext cx="702764" cy="788556"/>
            </a:xfrm>
            <a:custGeom>
              <a:rect b="b" l="l" r="r" t="t"/>
              <a:pathLst>
                <a:path extrusionOk="0" h="24045" w="21429">
                  <a:moveTo>
                    <a:pt x="12923" y="0"/>
                  </a:moveTo>
                  <a:lnTo>
                    <a:pt x="1" y="24044"/>
                  </a:lnTo>
                  <a:lnTo>
                    <a:pt x="13904" y="24044"/>
                  </a:lnTo>
                  <a:lnTo>
                    <a:pt x="21428" y="0"/>
                  </a:lnTo>
                  <a:close/>
                </a:path>
              </a:pathLst>
            </a:custGeom>
            <a:solidFill>
              <a:srgbClr val="3898B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9" name="Google Shape;509;p29"/>
            <p:cNvSpPr/>
            <p:nvPr/>
          </p:nvSpPr>
          <p:spPr>
            <a:xfrm>
              <a:off x="1835632" y="2199076"/>
              <a:ext cx="702764" cy="321883"/>
            </a:xfrm>
            <a:custGeom>
              <a:rect b="b" l="l" r="r" t="t"/>
              <a:pathLst>
                <a:path extrusionOk="0" h="9815" w="21429">
                  <a:moveTo>
                    <a:pt x="1" y="0"/>
                  </a:moveTo>
                  <a:lnTo>
                    <a:pt x="12923" y="9814"/>
                  </a:lnTo>
                  <a:lnTo>
                    <a:pt x="21428" y="9814"/>
                  </a:lnTo>
                  <a:lnTo>
                    <a:pt x="11778" y="0"/>
                  </a:lnTo>
                  <a:close/>
                </a:path>
              </a:pathLst>
            </a:custGeom>
            <a:solidFill>
              <a:srgbClr val="01397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0" name="Google Shape;510;p29"/>
            <p:cNvSpPr/>
            <p:nvPr/>
          </p:nvSpPr>
          <p:spPr>
            <a:xfrm>
              <a:off x="880869" y="2199076"/>
              <a:ext cx="954826" cy="396951"/>
            </a:xfrm>
            <a:custGeom>
              <a:rect b="b" l="l" r="r" t="t"/>
              <a:pathLst>
                <a:path extrusionOk="0" h="12104" w="29115">
                  <a:moveTo>
                    <a:pt x="0" y="0"/>
                  </a:moveTo>
                  <a:lnTo>
                    <a:pt x="11941" y="12104"/>
                  </a:lnTo>
                  <a:lnTo>
                    <a:pt x="29115" y="12104"/>
                  </a:lnTo>
                  <a:lnTo>
                    <a:pt x="29115" y="0"/>
                  </a:lnTo>
                  <a:close/>
                </a:path>
              </a:pathLst>
            </a:custGeom>
            <a:solidFill>
              <a:srgbClr val="3898B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1" name="Google Shape;511;p29"/>
            <p:cNvSpPr/>
            <p:nvPr/>
          </p:nvSpPr>
          <p:spPr>
            <a:xfrm>
              <a:off x="618025" y="2199076"/>
              <a:ext cx="654457" cy="713455"/>
            </a:xfrm>
            <a:custGeom>
              <a:rect b="b" l="l" r="r" t="t"/>
              <a:pathLst>
                <a:path extrusionOk="0" h="21755" w="19956">
                  <a:moveTo>
                    <a:pt x="8015" y="0"/>
                  </a:moveTo>
                  <a:lnTo>
                    <a:pt x="0" y="21754"/>
                  </a:lnTo>
                  <a:lnTo>
                    <a:pt x="19956" y="12104"/>
                  </a:lnTo>
                  <a:lnTo>
                    <a:pt x="8015" y="0"/>
                  </a:lnTo>
                  <a:close/>
                </a:path>
              </a:pathLst>
            </a:custGeom>
            <a:solidFill>
              <a:srgbClr val="0A588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2" name="Google Shape;512;p29"/>
            <p:cNvSpPr/>
            <p:nvPr/>
          </p:nvSpPr>
          <p:spPr>
            <a:xfrm>
              <a:off x="1272429" y="2595981"/>
              <a:ext cx="563254" cy="713488"/>
            </a:xfrm>
            <a:custGeom>
              <a:rect b="b" l="l" r="r" t="t"/>
              <a:pathLst>
                <a:path extrusionOk="0" h="21756" w="17175">
                  <a:moveTo>
                    <a:pt x="1" y="1"/>
                  </a:moveTo>
                  <a:lnTo>
                    <a:pt x="17175" y="21755"/>
                  </a:lnTo>
                  <a:lnTo>
                    <a:pt x="17175" y="1"/>
                  </a:lnTo>
                  <a:close/>
                </a:path>
              </a:pathLst>
            </a:custGeom>
            <a:solidFill>
              <a:srgbClr val="0A588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3" name="Google Shape;513;p29"/>
            <p:cNvSpPr/>
            <p:nvPr/>
          </p:nvSpPr>
          <p:spPr>
            <a:xfrm>
              <a:off x="1379698" y="3979885"/>
              <a:ext cx="557909" cy="836863"/>
            </a:xfrm>
            <a:custGeom>
              <a:rect b="b" l="l" r="r" t="t"/>
              <a:pathLst>
                <a:path extrusionOk="0" h="25518" w="17012">
                  <a:moveTo>
                    <a:pt x="17012" y="1"/>
                  </a:moveTo>
                  <a:lnTo>
                    <a:pt x="1" y="8833"/>
                  </a:lnTo>
                  <a:lnTo>
                    <a:pt x="17012" y="25517"/>
                  </a:lnTo>
                  <a:lnTo>
                    <a:pt x="17012" y="1"/>
                  </a:lnTo>
                  <a:close/>
                </a:path>
              </a:pathLst>
            </a:custGeom>
            <a:solidFill>
              <a:srgbClr val="0A588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4" name="Google Shape;514;p29"/>
            <p:cNvSpPr/>
            <p:nvPr/>
          </p:nvSpPr>
          <p:spPr>
            <a:xfrm>
              <a:off x="1379698" y="4269554"/>
              <a:ext cx="557909" cy="547185"/>
            </a:xfrm>
            <a:custGeom>
              <a:rect b="b" l="l" r="r" t="t"/>
              <a:pathLst>
                <a:path extrusionOk="0" h="16685" w="17012">
                  <a:moveTo>
                    <a:pt x="1" y="0"/>
                  </a:moveTo>
                  <a:lnTo>
                    <a:pt x="5726" y="14394"/>
                  </a:lnTo>
                  <a:lnTo>
                    <a:pt x="17012" y="1668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156F9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5" name="Google Shape;515;p29"/>
            <p:cNvSpPr/>
            <p:nvPr/>
          </p:nvSpPr>
          <p:spPr>
            <a:xfrm>
              <a:off x="1835632" y="2199076"/>
              <a:ext cx="423810" cy="1110406"/>
            </a:xfrm>
            <a:custGeom>
              <a:rect b="b" l="l" r="r" t="t"/>
              <a:pathLst>
                <a:path extrusionOk="0" h="33859" w="12923">
                  <a:moveTo>
                    <a:pt x="1" y="0"/>
                  </a:moveTo>
                  <a:lnTo>
                    <a:pt x="1" y="33858"/>
                  </a:lnTo>
                  <a:lnTo>
                    <a:pt x="12923" y="98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156F9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6" name="Google Shape;516;p29"/>
            <p:cNvSpPr/>
            <p:nvPr/>
          </p:nvSpPr>
          <p:spPr>
            <a:xfrm>
              <a:off x="1009585" y="3722420"/>
              <a:ext cx="928033" cy="547185"/>
            </a:xfrm>
            <a:custGeom>
              <a:rect b="b" l="l" r="r" t="t"/>
              <a:pathLst>
                <a:path extrusionOk="0" h="16685" w="28298">
                  <a:moveTo>
                    <a:pt x="1" y="1"/>
                  </a:moveTo>
                  <a:lnTo>
                    <a:pt x="11287" y="16684"/>
                  </a:lnTo>
                  <a:lnTo>
                    <a:pt x="28298" y="785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156F9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7" name="Google Shape;517;p29"/>
            <p:cNvSpPr/>
            <p:nvPr/>
          </p:nvSpPr>
          <p:spPr>
            <a:xfrm>
              <a:off x="618025" y="3223591"/>
              <a:ext cx="391605" cy="498878"/>
            </a:xfrm>
            <a:custGeom>
              <a:rect b="b" l="l" r="r" t="t"/>
              <a:pathLst>
                <a:path extrusionOk="0" h="15212" w="11941">
                  <a:moveTo>
                    <a:pt x="11941" y="0"/>
                  </a:moveTo>
                  <a:lnTo>
                    <a:pt x="0" y="164"/>
                  </a:lnTo>
                  <a:lnTo>
                    <a:pt x="11941" y="15212"/>
                  </a:lnTo>
                  <a:lnTo>
                    <a:pt x="11941" y="0"/>
                  </a:lnTo>
                  <a:close/>
                </a:path>
              </a:pathLst>
            </a:custGeom>
            <a:solidFill>
              <a:srgbClr val="0A588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8" name="Google Shape;518;p29"/>
            <p:cNvSpPr/>
            <p:nvPr/>
          </p:nvSpPr>
          <p:spPr>
            <a:xfrm>
              <a:off x="1009585" y="2595981"/>
              <a:ext cx="826106" cy="1126508"/>
            </a:xfrm>
            <a:custGeom>
              <a:rect b="b" l="l" r="r" t="t"/>
              <a:pathLst>
                <a:path extrusionOk="0" h="34350" w="25190">
                  <a:moveTo>
                    <a:pt x="8016" y="1"/>
                  </a:moveTo>
                  <a:lnTo>
                    <a:pt x="1" y="19138"/>
                  </a:lnTo>
                  <a:lnTo>
                    <a:pt x="1" y="34350"/>
                  </a:lnTo>
                  <a:lnTo>
                    <a:pt x="25190" y="21755"/>
                  </a:lnTo>
                  <a:lnTo>
                    <a:pt x="8016" y="1"/>
                  </a:lnTo>
                  <a:close/>
                </a:path>
              </a:pathLst>
            </a:custGeom>
            <a:solidFill>
              <a:srgbClr val="156F9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9" name="Google Shape;519;p29"/>
            <p:cNvSpPr/>
            <p:nvPr/>
          </p:nvSpPr>
          <p:spPr>
            <a:xfrm>
              <a:off x="1567443" y="4741590"/>
              <a:ext cx="472084" cy="257506"/>
            </a:xfrm>
            <a:custGeom>
              <a:rect b="b" l="l" r="r" t="t"/>
              <a:pathLst>
                <a:path extrusionOk="0" h="7852" w="14395">
                  <a:moveTo>
                    <a:pt x="1" y="0"/>
                  </a:moveTo>
                  <a:lnTo>
                    <a:pt x="14394" y="7851"/>
                  </a:lnTo>
                  <a:lnTo>
                    <a:pt x="11287" y="229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0A588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0" name="Google Shape;520;p29"/>
            <p:cNvSpPr/>
            <p:nvPr/>
          </p:nvSpPr>
          <p:spPr>
            <a:xfrm>
              <a:off x="500000" y="241213"/>
              <a:ext cx="2542662" cy="1957960"/>
            </a:xfrm>
            <a:custGeom>
              <a:rect b="b" l="l" r="r" t="t"/>
              <a:pathLst>
                <a:path extrusionOk="0" h="59703" w="77532">
                  <a:moveTo>
                    <a:pt x="40729" y="1"/>
                  </a:moveTo>
                  <a:lnTo>
                    <a:pt x="35004" y="14231"/>
                  </a:lnTo>
                  <a:lnTo>
                    <a:pt x="30261" y="15212"/>
                  </a:lnTo>
                  <a:lnTo>
                    <a:pt x="25190" y="27807"/>
                  </a:lnTo>
                  <a:lnTo>
                    <a:pt x="19629" y="27807"/>
                  </a:lnTo>
                  <a:lnTo>
                    <a:pt x="11614" y="47762"/>
                  </a:lnTo>
                  <a:lnTo>
                    <a:pt x="1" y="59702"/>
                  </a:lnTo>
                  <a:lnTo>
                    <a:pt x="77531" y="59702"/>
                  </a:lnTo>
                  <a:lnTo>
                    <a:pt x="69517" y="39747"/>
                  </a:lnTo>
                  <a:lnTo>
                    <a:pt x="65591" y="39747"/>
                  </a:lnTo>
                  <a:lnTo>
                    <a:pt x="59703" y="24863"/>
                  </a:lnTo>
                  <a:lnTo>
                    <a:pt x="50052" y="22900"/>
                  </a:lnTo>
                  <a:lnTo>
                    <a:pt x="40729" y="1"/>
                  </a:lnTo>
                  <a:close/>
                </a:path>
              </a:pathLst>
            </a:custGeom>
            <a:solidFill>
              <a:srgbClr val="E8EFF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1" name="Google Shape;521;p29"/>
            <p:cNvSpPr/>
            <p:nvPr/>
          </p:nvSpPr>
          <p:spPr>
            <a:xfrm>
              <a:off x="1647919" y="241213"/>
              <a:ext cx="187751" cy="911931"/>
            </a:xfrm>
            <a:custGeom>
              <a:rect b="b" l="l" r="r" t="t"/>
              <a:pathLst>
                <a:path extrusionOk="0" h="27807" w="5725">
                  <a:moveTo>
                    <a:pt x="5725" y="1"/>
                  </a:moveTo>
                  <a:lnTo>
                    <a:pt x="0" y="14231"/>
                  </a:lnTo>
                  <a:lnTo>
                    <a:pt x="0" y="21918"/>
                  </a:lnTo>
                  <a:lnTo>
                    <a:pt x="5725" y="27807"/>
                  </a:lnTo>
                  <a:lnTo>
                    <a:pt x="5725" y="1"/>
                  </a:lnTo>
                  <a:close/>
                </a:path>
              </a:pathLst>
            </a:custGeom>
            <a:solidFill>
              <a:srgbClr val="78C8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2" name="Google Shape;522;p29"/>
            <p:cNvSpPr/>
            <p:nvPr/>
          </p:nvSpPr>
          <p:spPr>
            <a:xfrm>
              <a:off x="1492345" y="707870"/>
              <a:ext cx="155612" cy="252161"/>
            </a:xfrm>
            <a:custGeom>
              <a:rect b="b" l="l" r="r" t="t"/>
              <a:pathLst>
                <a:path extrusionOk="0" h="7689" w="4745">
                  <a:moveTo>
                    <a:pt x="4744" y="1"/>
                  </a:moveTo>
                  <a:lnTo>
                    <a:pt x="1" y="982"/>
                  </a:lnTo>
                  <a:lnTo>
                    <a:pt x="4744" y="7688"/>
                  </a:lnTo>
                  <a:lnTo>
                    <a:pt x="4744" y="1"/>
                  </a:lnTo>
                  <a:close/>
                </a:path>
              </a:pathLst>
            </a:custGeom>
            <a:solidFill>
              <a:srgbClr val="3E97C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3" name="Google Shape;523;p29"/>
            <p:cNvSpPr/>
            <p:nvPr/>
          </p:nvSpPr>
          <p:spPr>
            <a:xfrm>
              <a:off x="1326080" y="740074"/>
              <a:ext cx="321883" cy="413053"/>
            </a:xfrm>
            <a:custGeom>
              <a:rect b="b" l="l" r="r" t="t"/>
              <a:pathLst>
                <a:path extrusionOk="0" h="12595" w="9815">
                  <a:moveTo>
                    <a:pt x="5071" y="0"/>
                  </a:moveTo>
                  <a:lnTo>
                    <a:pt x="0" y="12595"/>
                  </a:lnTo>
                  <a:lnTo>
                    <a:pt x="9814" y="6706"/>
                  </a:lnTo>
                  <a:lnTo>
                    <a:pt x="5071" y="0"/>
                  </a:lnTo>
                  <a:close/>
                </a:path>
              </a:pathLst>
            </a:custGeom>
            <a:solidFill>
              <a:srgbClr val="78C8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4" name="Google Shape;524;p29"/>
            <p:cNvSpPr/>
            <p:nvPr/>
          </p:nvSpPr>
          <p:spPr>
            <a:xfrm>
              <a:off x="1326080" y="959990"/>
              <a:ext cx="509602" cy="193130"/>
            </a:xfrm>
            <a:custGeom>
              <a:rect b="b" l="l" r="r" t="t"/>
              <a:pathLst>
                <a:path extrusionOk="0" h="5889" w="15539">
                  <a:moveTo>
                    <a:pt x="9814" y="0"/>
                  </a:moveTo>
                  <a:lnTo>
                    <a:pt x="0" y="5889"/>
                  </a:lnTo>
                  <a:lnTo>
                    <a:pt x="15539" y="5889"/>
                  </a:lnTo>
                  <a:lnTo>
                    <a:pt x="9814" y="0"/>
                  </a:lnTo>
                  <a:close/>
                </a:path>
              </a:pathLst>
            </a:custGeom>
            <a:solidFill>
              <a:srgbClr val="3E97C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5" name="Google Shape;525;p29"/>
            <p:cNvSpPr/>
            <p:nvPr/>
          </p:nvSpPr>
          <p:spPr>
            <a:xfrm>
              <a:off x="2141403" y="992161"/>
              <a:ext cx="509602" cy="552563"/>
            </a:xfrm>
            <a:custGeom>
              <a:rect b="b" l="l" r="r" t="t"/>
              <a:pathLst>
                <a:path extrusionOk="0" h="16849" w="15539">
                  <a:moveTo>
                    <a:pt x="0" y="1"/>
                  </a:moveTo>
                  <a:lnTo>
                    <a:pt x="8996" y="16848"/>
                  </a:lnTo>
                  <a:lnTo>
                    <a:pt x="15539" y="16848"/>
                  </a:lnTo>
                  <a:lnTo>
                    <a:pt x="9651" y="196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B0EA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6" name="Google Shape;526;p29"/>
            <p:cNvSpPr/>
            <p:nvPr/>
          </p:nvSpPr>
          <p:spPr>
            <a:xfrm>
              <a:off x="1835632" y="992161"/>
              <a:ext cx="600837" cy="552563"/>
            </a:xfrm>
            <a:custGeom>
              <a:rect b="b" l="l" r="r" t="t"/>
              <a:pathLst>
                <a:path extrusionOk="0" h="16849" w="18321">
                  <a:moveTo>
                    <a:pt x="9324" y="1"/>
                  </a:moveTo>
                  <a:lnTo>
                    <a:pt x="1" y="4908"/>
                  </a:lnTo>
                  <a:lnTo>
                    <a:pt x="18320" y="16848"/>
                  </a:lnTo>
                  <a:lnTo>
                    <a:pt x="9324" y="1"/>
                  </a:lnTo>
                  <a:close/>
                </a:path>
              </a:pathLst>
            </a:custGeom>
            <a:solidFill>
              <a:srgbClr val="78C8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7" name="Google Shape;527;p29"/>
            <p:cNvSpPr/>
            <p:nvPr/>
          </p:nvSpPr>
          <p:spPr>
            <a:xfrm>
              <a:off x="1326080" y="1153081"/>
              <a:ext cx="1110406" cy="654457"/>
            </a:xfrm>
            <a:custGeom>
              <a:rect b="b" l="l" r="r" t="t"/>
              <a:pathLst>
                <a:path extrusionOk="0" h="19956" w="33859">
                  <a:moveTo>
                    <a:pt x="0" y="1"/>
                  </a:moveTo>
                  <a:lnTo>
                    <a:pt x="15539" y="19956"/>
                  </a:lnTo>
                  <a:lnTo>
                    <a:pt x="33858" y="11941"/>
                  </a:lnTo>
                  <a:lnTo>
                    <a:pt x="15539" y="1"/>
                  </a:lnTo>
                  <a:close/>
                </a:path>
              </a:pathLst>
            </a:custGeom>
            <a:solidFill>
              <a:srgbClr val="B0EA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8" name="Google Shape;528;p29"/>
            <p:cNvSpPr/>
            <p:nvPr/>
          </p:nvSpPr>
          <p:spPr>
            <a:xfrm>
              <a:off x="880869" y="1153081"/>
              <a:ext cx="445258" cy="654457"/>
            </a:xfrm>
            <a:custGeom>
              <a:rect b="b" l="l" r="r" t="t"/>
              <a:pathLst>
                <a:path extrusionOk="0" h="19956" w="13577">
                  <a:moveTo>
                    <a:pt x="8015" y="1"/>
                  </a:moveTo>
                  <a:lnTo>
                    <a:pt x="0" y="19956"/>
                  </a:lnTo>
                  <a:lnTo>
                    <a:pt x="13576" y="19956"/>
                  </a:lnTo>
                  <a:lnTo>
                    <a:pt x="13576" y="1"/>
                  </a:lnTo>
                  <a:close/>
                </a:path>
              </a:pathLst>
            </a:custGeom>
            <a:solidFill>
              <a:srgbClr val="3E97C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9" name="Google Shape;529;p29"/>
            <p:cNvSpPr/>
            <p:nvPr/>
          </p:nvSpPr>
          <p:spPr>
            <a:xfrm>
              <a:off x="1835632" y="1544673"/>
              <a:ext cx="1206987" cy="654457"/>
            </a:xfrm>
            <a:custGeom>
              <a:rect b="b" l="l" r="r" t="t"/>
              <a:pathLst>
                <a:path extrusionOk="0" h="19956" w="36804">
                  <a:moveTo>
                    <a:pt x="18320" y="0"/>
                  </a:moveTo>
                  <a:lnTo>
                    <a:pt x="1" y="8015"/>
                  </a:lnTo>
                  <a:lnTo>
                    <a:pt x="1" y="19955"/>
                  </a:lnTo>
                  <a:lnTo>
                    <a:pt x="36803" y="19955"/>
                  </a:lnTo>
                  <a:lnTo>
                    <a:pt x="18320" y="0"/>
                  </a:lnTo>
                  <a:close/>
                </a:path>
              </a:pathLst>
            </a:custGeom>
            <a:solidFill>
              <a:srgbClr val="78C8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0" name="Google Shape;530;p29"/>
            <p:cNvSpPr/>
            <p:nvPr/>
          </p:nvSpPr>
          <p:spPr>
            <a:xfrm>
              <a:off x="1326080" y="1153081"/>
              <a:ext cx="509602" cy="654457"/>
            </a:xfrm>
            <a:custGeom>
              <a:rect b="b" l="l" r="r" t="t"/>
              <a:pathLst>
                <a:path extrusionOk="0" h="19956" w="15539">
                  <a:moveTo>
                    <a:pt x="0" y="1"/>
                  </a:moveTo>
                  <a:lnTo>
                    <a:pt x="0" y="19956"/>
                  </a:lnTo>
                  <a:lnTo>
                    <a:pt x="15539" y="19956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78C8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1" name="Google Shape;531;p29"/>
            <p:cNvSpPr/>
            <p:nvPr/>
          </p:nvSpPr>
          <p:spPr>
            <a:xfrm>
              <a:off x="500000" y="1807484"/>
              <a:ext cx="380914" cy="391638"/>
            </a:xfrm>
            <a:custGeom>
              <a:rect b="b" l="l" r="r" t="t"/>
              <a:pathLst>
                <a:path extrusionOk="0" h="11942" w="11615">
                  <a:moveTo>
                    <a:pt x="11614" y="1"/>
                  </a:moveTo>
                  <a:lnTo>
                    <a:pt x="1" y="11941"/>
                  </a:lnTo>
                  <a:lnTo>
                    <a:pt x="11614" y="11941"/>
                  </a:lnTo>
                  <a:lnTo>
                    <a:pt x="11614" y="1"/>
                  </a:lnTo>
                  <a:close/>
                </a:path>
              </a:pathLst>
            </a:custGeom>
            <a:solidFill>
              <a:srgbClr val="3E97C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2" name="Google Shape;532;p29"/>
            <p:cNvSpPr/>
            <p:nvPr/>
          </p:nvSpPr>
          <p:spPr>
            <a:xfrm>
              <a:off x="880869" y="1807484"/>
              <a:ext cx="954826" cy="391638"/>
            </a:xfrm>
            <a:custGeom>
              <a:rect b="b" l="l" r="r" t="t"/>
              <a:pathLst>
                <a:path extrusionOk="0" h="11942" w="29115">
                  <a:moveTo>
                    <a:pt x="13576" y="1"/>
                  </a:moveTo>
                  <a:lnTo>
                    <a:pt x="0" y="11941"/>
                  </a:lnTo>
                  <a:lnTo>
                    <a:pt x="29115" y="11941"/>
                  </a:lnTo>
                  <a:lnTo>
                    <a:pt x="13576" y="1"/>
                  </a:lnTo>
                  <a:close/>
                </a:path>
              </a:pathLst>
            </a:custGeom>
            <a:solidFill>
              <a:srgbClr val="B0EA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3" name="Google Shape;533;p29"/>
            <p:cNvSpPr/>
            <p:nvPr/>
          </p:nvSpPr>
          <p:spPr>
            <a:xfrm>
              <a:off x="880869" y="1807484"/>
              <a:ext cx="445258" cy="391638"/>
            </a:xfrm>
            <a:custGeom>
              <a:rect b="b" l="l" r="r" t="t"/>
              <a:pathLst>
                <a:path extrusionOk="0" h="11942" w="13577">
                  <a:moveTo>
                    <a:pt x="0" y="1"/>
                  </a:moveTo>
                  <a:lnTo>
                    <a:pt x="0" y="11941"/>
                  </a:lnTo>
                  <a:lnTo>
                    <a:pt x="13576" y="1"/>
                  </a:lnTo>
                  <a:close/>
                </a:path>
              </a:pathLst>
            </a:custGeom>
            <a:solidFill>
              <a:srgbClr val="78C8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4" name="Google Shape;534;p29"/>
            <p:cNvSpPr/>
            <p:nvPr/>
          </p:nvSpPr>
          <p:spPr>
            <a:xfrm>
              <a:off x="1835632" y="1807484"/>
              <a:ext cx="386260" cy="391638"/>
            </a:xfrm>
            <a:custGeom>
              <a:rect b="b" l="l" r="r" t="t"/>
              <a:pathLst>
                <a:path extrusionOk="0" h="11942" w="11778">
                  <a:moveTo>
                    <a:pt x="1" y="1"/>
                  </a:moveTo>
                  <a:lnTo>
                    <a:pt x="1" y="11941"/>
                  </a:lnTo>
                  <a:lnTo>
                    <a:pt x="11778" y="1194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3E97C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35" name="Google Shape;535;p29"/>
          <p:cNvSpPr/>
          <p:nvPr/>
        </p:nvSpPr>
        <p:spPr>
          <a:xfrm>
            <a:off x="3356530" y="1670532"/>
            <a:ext cx="5490000" cy="229500"/>
          </a:xfrm>
          <a:prstGeom prst="roundRect">
            <a:avLst>
              <a:gd fmla="val 50000" name="adj"/>
            </a:avLst>
          </a:prstGeom>
          <a:solidFill>
            <a:srgbClr val="113748"/>
          </a:solidFill>
          <a:ln>
            <a:noFill/>
          </a:ln>
        </p:spPr>
        <p:txBody>
          <a:bodyPr anchorCtr="0" anchor="ctr" bIns="0" lIns="75675" spcFirstLastPara="1" rIns="75675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28">
                <a:solidFill>
                  <a:srgbClr val="FFFFFF"/>
                </a:solidFill>
                <a:latin typeface="Archivo"/>
                <a:ea typeface="Archivo"/>
                <a:cs typeface="Archivo"/>
                <a:sym typeface="Archivo"/>
              </a:rPr>
              <a:t>Impacto</a:t>
            </a:r>
            <a:r>
              <a:rPr lang="es" sz="1028">
                <a:solidFill>
                  <a:srgbClr val="FFFFFF"/>
                </a:solidFill>
                <a:latin typeface="Archivo"/>
                <a:ea typeface="Archivo"/>
                <a:cs typeface="Archivo"/>
                <a:sym typeface="Archivo"/>
              </a:rPr>
              <a:t> (a cuántas personas llegamos efectivamente)</a:t>
            </a:r>
            <a:endParaRPr sz="1028">
              <a:solidFill>
                <a:srgbClr val="FFFFFF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536" name="Google Shape;536;p29"/>
          <p:cNvSpPr/>
          <p:nvPr/>
        </p:nvSpPr>
        <p:spPr>
          <a:xfrm>
            <a:off x="3358980" y="3482132"/>
            <a:ext cx="5490000" cy="229500"/>
          </a:xfrm>
          <a:prstGeom prst="roundRect">
            <a:avLst>
              <a:gd fmla="val 50000" name="adj"/>
            </a:avLst>
          </a:prstGeom>
          <a:solidFill>
            <a:srgbClr val="113748"/>
          </a:solidFill>
          <a:ln>
            <a:noFill/>
          </a:ln>
        </p:spPr>
        <p:txBody>
          <a:bodyPr anchorCtr="0" anchor="ctr" bIns="0" lIns="75675" spcFirstLastPara="1" rIns="75675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28">
                <a:solidFill>
                  <a:srgbClr val="FFFFFF"/>
                </a:solidFill>
                <a:latin typeface="Archivo"/>
                <a:ea typeface="Archivo"/>
                <a:cs typeface="Archivo"/>
                <a:sym typeface="Archivo"/>
              </a:rPr>
              <a:t>Alcance objetivo </a:t>
            </a:r>
            <a:r>
              <a:rPr lang="es" sz="1028">
                <a:solidFill>
                  <a:srgbClr val="FFFFFF"/>
                </a:solidFill>
                <a:latin typeface="Archivo"/>
                <a:ea typeface="Archivo"/>
                <a:cs typeface="Archivo"/>
                <a:sym typeface="Archivo"/>
              </a:rPr>
              <a:t>(a cuántas personas podemos llegar)</a:t>
            </a:r>
            <a:endParaRPr sz="1028">
              <a:solidFill>
                <a:srgbClr val="FFFFFF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cxnSp>
        <p:nvCxnSpPr>
          <p:cNvPr id="537" name="Google Shape;537;p29"/>
          <p:cNvCxnSpPr/>
          <p:nvPr/>
        </p:nvCxnSpPr>
        <p:spPr>
          <a:xfrm rot="10800000">
            <a:off x="181799" y="2292454"/>
            <a:ext cx="24771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38" name="Google Shape;538;p29"/>
          <p:cNvSpPr/>
          <p:nvPr/>
        </p:nvSpPr>
        <p:spPr>
          <a:xfrm>
            <a:off x="3573106" y="856140"/>
            <a:ext cx="3288600" cy="752700"/>
          </a:xfrm>
          <a:prstGeom prst="roundRect">
            <a:avLst>
              <a:gd fmla="val 9634" name="adj"/>
            </a:avLst>
          </a:prstGeom>
          <a:solidFill>
            <a:srgbClr val="F0F5FB"/>
          </a:solidFill>
          <a:ln>
            <a:noFill/>
          </a:ln>
        </p:spPr>
        <p:txBody>
          <a:bodyPr anchorCtr="0" anchor="ctr" bIns="75675" lIns="1594250" spcFirstLastPara="1" rIns="75675" wrap="square" tIns="136800">
            <a:noAutofit/>
          </a:bodyPr>
          <a:lstStyle/>
          <a:p>
            <a:pPr indent="0" lvl="0" marL="37845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28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136782" lvl="0" marL="14303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B0EAFF"/>
              </a:buClr>
              <a:buSzPts val="1028"/>
              <a:buFont typeface="Archivo"/>
              <a:buChar char="●"/>
            </a:pPr>
            <a:r>
              <a:rPr b="1" lang="es" sz="1028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Digital: xx (xx%)</a:t>
            </a:r>
            <a:endParaRPr sz="1028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136782" lvl="0" marL="14303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B0EAFF"/>
              </a:buClr>
              <a:buSzPts val="1028"/>
              <a:buFont typeface="Archivo"/>
              <a:buChar char="●"/>
            </a:pPr>
            <a:r>
              <a:rPr b="1" lang="es" sz="1028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Mail: xx (xx%)</a:t>
            </a:r>
            <a:endParaRPr b="1" sz="1028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130432" lvl="0" marL="14303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B0EAFF"/>
              </a:buClr>
              <a:buSzPts val="928"/>
              <a:buFont typeface="Archivo"/>
              <a:buChar char="●"/>
            </a:pPr>
            <a:r>
              <a:rPr b="1" lang="es" sz="1028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Call Center: xx (xx%)</a:t>
            </a:r>
            <a:r>
              <a:rPr b="1" lang="es" sz="928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 </a:t>
            </a:r>
            <a:endParaRPr b="1" sz="928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28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539" name="Google Shape;539;p29"/>
          <p:cNvSpPr/>
          <p:nvPr/>
        </p:nvSpPr>
        <p:spPr>
          <a:xfrm>
            <a:off x="3573106" y="856365"/>
            <a:ext cx="1523400" cy="752700"/>
          </a:xfrm>
          <a:prstGeom prst="roundRect">
            <a:avLst>
              <a:gd fmla="val 9890" name="adj"/>
            </a:avLst>
          </a:prstGeom>
          <a:solidFill>
            <a:srgbClr val="8DE2D6"/>
          </a:solidFill>
          <a:ln>
            <a:noFill/>
          </a:ln>
        </p:spPr>
        <p:txBody>
          <a:bodyPr anchorCtr="0" anchor="ctr" bIns="75675" lIns="581075" spcFirstLastPara="1" rIns="75675" wrap="square" tIns="756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738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xx</a:t>
            </a:r>
            <a:endParaRPr b="1" sz="1738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59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Inscriptos</a:t>
            </a:r>
            <a:endParaRPr sz="1159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540" name="Google Shape;540;p29"/>
          <p:cNvSpPr/>
          <p:nvPr/>
        </p:nvSpPr>
        <p:spPr>
          <a:xfrm>
            <a:off x="3665676" y="1120368"/>
            <a:ext cx="303915" cy="304210"/>
          </a:xfrm>
          <a:custGeom>
            <a:rect b="b" l="l" r="r" t="t"/>
            <a:pathLst>
              <a:path extrusionOk="0" h="8948" w="8940">
                <a:moveTo>
                  <a:pt x="6217" y="2764"/>
                </a:moveTo>
                <a:cubicBezTo>
                  <a:pt x="6330" y="2764"/>
                  <a:pt x="6441" y="2809"/>
                  <a:pt x="6531" y="2900"/>
                </a:cubicBezTo>
                <a:cubicBezTo>
                  <a:pt x="6701" y="3078"/>
                  <a:pt x="6701" y="3355"/>
                  <a:pt x="6504" y="3542"/>
                </a:cubicBezTo>
                <a:cubicBezTo>
                  <a:pt x="5675" y="4372"/>
                  <a:pt x="4845" y="5210"/>
                  <a:pt x="4015" y="6040"/>
                </a:cubicBezTo>
                <a:cubicBezTo>
                  <a:pt x="3913" y="6142"/>
                  <a:pt x="3797" y="6194"/>
                  <a:pt x="3681" y="6194"/>
                </a:cubicBezTo>
                <a:cubicBezTo>
                  <a:pt x="3565" y="6194"/>
                  <a:pt x="3449" y="6142"/>
                  <a:pt x="3346" y="6040"/>
                </a:cubicBezTo>
                <a:cubicBezTo>
                  <a:pt x="3034" y="5736"/>
                  <a:pt x="2731" y="5433"/>
                  <a:pt x="2436" y="5130"/>
                </a:cubicBezTo>
                <a:cubicBezTo>
                  <a:pt x="2240" y="4934"/>
                  <a:pt x="2231" y="4657"/>
                  <a:pt x="2410" y="4479"/>
                </a:cubicBezTo>
                <a:cubicBezTo>
                  <a:pt x="2497" y="4392"/>
                  <a:pt x="2607" y="4347"/>
                  <a:pt x="2720" y="4347"/>
                </a:cubicBezTo>
                <a:cubicBezTo>
                  <a:pt x="2839" y="4347"/>
                  <a:pt x="2960" y="4396"/>
                  <a:pt x="3061" y="4496"/>
                </a:cubicBezTo>
                <a:cubicBezTo>
                  <a:pt x="3266" y="4693"/>
                  <a:pt x="3471" y="4898"/>
                  <a:pt x="3676" y="5112"/>
                </a:cubicBezTo>
                <a:cubicBezTo>
                  <a:pt x="3935" y="4853"/>
                  <a:pt x="4185" y="4603"/>
                  <a:pt x="4426" y="4363"/>
                </a:cubicBezTo>
                <a:cubicBezTo>
                  <a:pt x="4907" y="3881"/>
                  <a:pt x="5389" y="3399"/>
                  <a:pt x="5871" y="2917"/>
                </a:cubicBezTo>
                <a:cubicBezTo>
                  <a:pt x="5972" y="2816"/>
                  <a:pt x="6096" y="2764"/>
                  <a:pt x="6217" y="2764"/>
                </a:cubicBezTo>
                <a:close/>
                <a:moveTo>
                  <a:pt x="4470" y="0"/>
                </a:moveTo>
                <a:cubicBezTo>
                  <a:pt x="1999" y="0"/>
                  <a:pt x="1" y="2007"/>
                  <a:pt x="1" y="4479"/>
                </a:cubicBezTo>
                <a:cubicBezTo>
                  <a:pt x="1" y="6941"/>
                  <a:pt x="1999" y="8948"/>
                  <a:pt x="4470" y="8948"/>
                </a:cubicBezTo>
                <a:cubicBezTo>
                  <a:pt x="6941" y="8948"/>
                  <a:pt x="8940" y="6950"/>
                  <a:pt x="8940" y="4479"/>
                </a:cubicBezTo>
                <a:cubicBezTo>
                  <a:pt x="8940" y="2007"/>
                  <a:pt x="6941" y="9"/>
                  <a:pt x="4470" y="0"/>
                </a:cubicBezTo>
                <a:close/>
              </a:path>
            </a:pathLst>
          </a:custGeom>
          <a:solidFill>
            <a:srgbClr val="1532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1" name="Google Shape;541;p29"/>
          <p:cNvSpPr/>
          <p:nvPr/>
        </p:nvSpPr>
        <p:spPr>
          <a:xfrm>
            <a:off x="4040612" y="1010424"/>
            <a:ext cx="17700" cy="522900"/>
          </a:xfrm>
          <a:prstGeom prst="roundRect">
            <a:avLst>
              <a:gd fmla="val 50000" name="adj"/>
            </a:avLst>
          </a:prstGeom>
          <a:solidFill>
            <a:srgbClr val="153244"/>
          </a:solidFill>
          <a:ln>
            <a:noFill/>
          </a:ln>
        </p:spPr>
        <p:txBody>
          <a:bodyPr anchorCtr="0" anchor="ctr" bIns="75675" lIns="75675" spcFirstLastPara="1" rIns="75675" wrap="square" tIns="756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59"/>
          </a:p>
        </p:txBody>
      </p:sp>
      <p:sp>
        <p:nvSpPr>
          <p:cNvPr id="542" name="Google Shape;542;p29"/>
          <p:cNvSpPr/>
          <p:nvPr/>
        </p:nvSpPr>
        <p:spPr>
          <a:xfrm>
            <a:off x="6745500" y="856125"/>
            <a:ext cx="1713300" cy="752700"/>
          </a:xfrm>
          <a:prstGeom prst="roundRect">
            <a:avLst>
              <a:gd fmla="val 9890" name="adj"/>
            </a:avLst>
          </a:prstGeom>
          <a:solidFill>
            <a:srgbClr val="8DE2D6"/>
          </a:solidFill>
          <a:ln>
            <a:noFill/>
          </a:ln>
        </p:spPr>
        <p:txBody>
          <a:bodyPr anchorCtr="0" anchor="ctr" bIns="75675" lIns="581075" spcFirstLastPara="1" rIns="75675" wrap="square" tIns="756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738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xx </a:t>
            </a:r>
            <a:r>
              <a:rPr b="1" lang="es" sz="1438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(xx%)</a:t>
            </a:r>
            <a:endParaRPr b="1" sz="1038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59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Asistentes</a:t>
            </a:r>
            <a:endParaRPr sz="1159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543" name="Google Shape;543;p29"/>
          <p:cNvSpPr/>
          <p:nvPr/>
        </p:nvSpPr>
        <p:spPr>
          <a:xfrm>
            <a:off x="7213018" y="940947"/>
            <a:ext cx="17700" cy="583500"/>
          </a:xfrm>
          <a:prstGeom prst="roundRect">
            <a:avLst>
              <a:gd fmla="val 50000" name="adj"/>
            </a:avLst>
          </a:prstGeom>
          <a:solidFill>
            <a:srgbClr val="153244"/>
          </a:solidFill>
          <a:ln>
            <a:noFill/>
          </a:ln>
        </p:spPr>
        <p:txBody>
          <a:bodyPr anchorCtr="0" anchor="ctr" bIns="75675" lIns="75675" spcFirstLastPara="1" rIns="75675" wrap="square" tIns="756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59"/>
          </a:p>
        </p:txBody>
      </p:sp>
      <p:grpSp>
        <p:nvGrpSpPr>
          <p:cNvPr id="544" name="Google Shape;544;p29"/>
          <p:cNvGrpSpPr/>
          <p:nvPr/>
        </p:nvGrpSpPr>
        <p:grpSpPr>
          <a:xfrm>
            <a:off x="6861707" y="1129434"/>
            <a:ext cx="255688" cy="206746"/>
            <a:chOff x="10290013" y="6822988"/>
            <a:chExt cx="649450" cy="470625"/>
          </a:xfrm>
        </p:grpSpPr>
        <p:sp>
          <p:nvSpPr>
            <p:cNvPr id="545" name="Google Shape;545;p29"/>
            <p:cNvSpPr/>
            <p:nvPr/>
          </p:nvSpPr>
          <p:spPr>
            <a:xfrm>
              <a:off x="10526138" y="7086038"/>
              <a:ext cx="413325" cy="207575"/>
            </a:xfrm>
            <a:custGeom>
              <a:rect b="b" l="l" r="r" t="t"/>
              <a:pathLst>
                <a:path extrusionOk="0" h="8303" w="16533">
                  <a:moveTo>
                    <a:pt x="8457" y="1"/>
                  </a:moveTo>
                  <a:cubicBezTo>
                    <a:pt x="7644" y="1"/>
                    <a:pt x="6830" y="65"/>
                    <a:pt x="6024" y="167"/>
                  </a:cubicBezTo>
                  <a:cubicBezTo>
                    <a:pt x="2701" y="576"/>
                    <a:pt x="82" y="3555"/>
                    <a:pt x="16" y="6878"/>
                  </a:cubicBezTo>
                  <a:cubicBezTo>
                    <a:pt x="0" y="7844"/>
                    <a:pt x="442" y="8302"/>
                    <a:pt x="1424" y="8302"/>
                  </a:cubicBezTo>
                  <a:lnTo>
                    <a:pt x="15223" y="8302"/>
                  </a:lnTo>
                  <a:cubicBezTo>
                    <a:pt x="16009" y="8302"/>
                    <a:pt x="16516" y="7811"/>
                    <a:pt x="16516" y="7075"/>
                  </a:cubicBezTo>
                  <a:cubicBezTo>
                    <a:pt x="16532" y="3883"/>
                    <a:pt x="14224" y="969"/>
                    <a:pt x="11098" y="265"/>
                  </a:cubicBezTo>
                  <a:cubicBezTo>
                    <a:pt x="10227" y="77"/>
                    <a:pt x="9343" y="1"/>
                    <a:pt x="8457" y="1"/>
                  </a:cubicBezTo>
                  <a:close/>
                </a:path>
              </a:pathLst>
            </a:custGeom>
            <a:solidFill>
              <a:srgbClr val="153244"/>
            </a:solidFill>
            <a:ln>
              <a:noFill/>
            </a:ln>
          </p:spPr>
          <p:txBody>
            <a:bodyPr anchorCtr="0" anchor="ctr" bIns="75675" lIns="75675" spcFirstLastPara="1" rIns="75675" wrap="square" tIns="756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6" name="Google Shape;546;p29"/>
            <p:cNvSpPr/>
            <p:nvPr/>
          </p:nvSpPr>
          <p:spPr>
            <a:xfrm>
              <a:off x="10349763" y="6822988"/>
              <a:ext cx="235725" cy="235325"/>
            </a:xfrm>
            <a:custGeom>
              <a:rect b="b" l="l" r="r" t="t"/>
              <a:pathLst>
                <a:path extrusionOk="0" h="9413" w="9429">
                  <a:moveTo>
                    <a:pt x="4760" y="0"/>
                  </a:moveTo>
                  <a:cubicBezTo>
                    <a:pt x="4750" y="0"/>
                    <a:pt x="4741" y="0"/>
                    <a:pt x="4731" y="0"/>
                  </a:cubicBezTo>
                  <a:cubicBezTo>
                    <a:pt x="2112" y="0"/>
                    <a:pt x="0" y="2112"/>
                    <a:pt x="0" y="4682"/>
                  </a:cubicBezTo>
                  <a:cubicBezTo>
                    <a:pt x="0" y="7301"/>
                    <a:pt x="2095" y="9412"/>
                    <a:pt x="4698" y="9412"/>
                  </a:cubicBezTo>
                  <a:cubicBezTo>
                    <a:pt x="7317" y="9412"/>
                    <a:pt x="9429" y="7301"/>
                    <a:pt x="9429" y="4682"/>
                  </a:cubicBezTo>
                  <a:cubicBezTo>
                    <a:pt x="9412" y="2122"/>
                    <a:pt x="7300" y="0"/>
                    <a:pt x="4760" y="0"/>
                  </a:cubicBezTo>
                  <a:close/>
                </a:path>
              </a:pathLst>
            </a:custGeom>
            <a:solidFill>
              <a:srgbClr val="153244"/>
            </a:solidFill>
            <a:ln>
              <a:noFill/>
            </a:ln>
          </p:spPr>
          <p:txBody>
            <a:bodyPr anchorCtr="0" anchor="ctr" bIns="75675" lIns="75675" spcFirstLastPara="1" rIns="75675" wrap="square" tIns="756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7" name="Google Shape;547;p29"/>
            <p:cNvSpPr/>
            <p:nvPr/>
          </p:nvSpPr>
          <p:spPr>
            <a:xfrm>
              <a:off x="10614938" y="6822988"/>
              <a:ext cx="235725" cy="235325"/>
            </a:xfrm>
            <a:custGeom>
              <a:rect b="b" l="l" r="r" t="t"/>
              <a:pathLst>
                <a:path extrusionOk="0" h="9413" w="9429">
                  <a:moveTo>
                    <a:pt x="4760" y="0"/>
                  </a:moveTo>
                  <a:cubicBezTo>
                    <a:pt x="4750" y="0"/>
                    <a:pt x="4740" y="0"/>
                    <a:pt x="4731" y="0"/>
                  </a:cubicBezTo>
                  <a:cubicBezTo>
                    <a:pt x="2128" y="0"/>
                    <a:pt x="0" y="2096"/>
                    <a:pt x="0" y="4682"/>
                  </a:cubicBezTo>
                  <a:cubicBezTo>
                    <a:pt x="0" y="7301"/>
                    <a:pt x="2095" y="9412"/>
                    <a:pt x="4698" y="9412"/>
                  </a:cubicBezTo>
                  <a:cubicBezTo>
                    <a:pt x="7317" y="9412"/>
                    <a:pt x="9428" y="7301"/>
                    <a:pt x="9428" y="4682"/>
                  </a:cubicBezTo>
                  <a:cubicBezTo>
                    <a:pt x="9428" y="2122"/>
                    <a:pt x="7300" y="0"/>
                    <a:pt x="4760" y="0"/>
                  </a:cubicBezTo>
                  <a:close/>
                </a:path>
              </a:pathLst>
            </a:custGeom>
            <a:solidFill>
              <a:srgbClr val="153244"/>
            </a:solidFill>
            <a:ln>
              <a:noFill/>
            </a:ln>
          </p:spPr>
          <p:txBody>
            <a:bodyPr anchorCtr="0" anchor="ctr" bIns="75675" lIns="75675" spcFirstLastPara="1" rIns="75675" wrap="square" tIns="756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8" name="Google Shape;548;p29"/>
            <p:cNvSpPr/>
            <p:nvPr/>
          </p:nvSpPr>
          <p:spPr>
            <a:xfrm>
              <a:off x="10290013" y="7087413"/>
              <a:ext cx="245950" cy="206200"/>
            </a:xfrm>
            <a:custGeom>
              <a:rect b="b" l="l" r="r" t="t"/>
              <a:pathLst>
                <a:path extrusionOk="0" h="8248" w="9838">
                  <a:moveTo>
                    <a:pt x="7256" y="1"/>
                  </a:moveTo>
                  <a:cubicBezTo>
                    <a:pt x="6899" y="1"/>
                    <a:pt x="6543" y="15"/>
                    <a:pt x="6188" y="30"/>
                  </a:cubicBezTo>
                  <a:cubicBezTo>
                    <a:pt x="5058" y="79"/>
                    <a:pt x="4027" y="407"/>
                    <a:pt x="3094" y="1029"/>
                  </a:cubicBezTo>
                  <a:cubicBezTo>
                    <a:pt x="999" y="2404"/>
                    <a:pt x="0" y="4384"/>
                    <a:pt x="17" y="6872"/>
                  </a:cubicBezTo>
                  <a:cubicBezTo>
                    <a:pt x="33" y="7789"/>
                    <a:pt x="492" y="8247"/>
                    <a:pt x="1392" y="8247"/>
                  </a:cubicBezTo>
                  <a:lnTo>
                    <a:pt x="7235" y="8247"/>
                  </a:lnTo>
                  <a:cubicBezTo>
                    <a:pt x="6777" y="5203"/>
                    <a:pt x="7792" y="2666"/>
                    <a:pt x="9838" y="423"/>
                  </a:cubicBezTo>
                  <a:cubicBezTo>
                    <a:pt x="9740" y="390"/>
                    <a:pt x="9658" y="341"/>
                    <a:pt x="9576" y="325"/>
                  </a:cubicBezTo>
                  <a:cubicBezTo>
                    <a:pt x="8813" y="67"/>
                    <a:pt x="8034" y="1"/>
                    <a:pt x="7256" y="1"/>
                  </a:cubicBezTo>
                  <a:close/>
                </a:path>
              </a:pathLst>
            </a:custGeom>
            <a:solidFill>
              <a:srgbClr val="153244"/>
            </a:solidFill>
            <a:ln>
              <a:noFill/>
            </a:ln>
          </p:spPr>
          <p:txBody>
            <a:bodyPr anchorCtr="0" anchor="ctr" bIns="75675" lIns="75675" spcFirstLastPara="1" rIns="75675" wrap="square" tIns="756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49" name="Google Shape;549;p29"/>
          <p:cNvSpPr/>
          <p:nvPr/>
        </p:nvSpPr>
        <p:spPr>
          <a:xfrm>
            <a:off x="6313889" y="4306386"/>
            <a:ext cx="1224300" cy="437400"/>
          </a:xfrm>
          <a:prstGeom prst="roundRect">
            <a:avLst>
              <a:gd fmla="val 8271" name="adj"/>
            </a:avLst>
          </a:prstGeom>
          <a:solidFill>
            <a:srgbClr val="F1F6FD"/>
          </a:solidFill>
          <a:ln>
            <a:noFill/>
          </a:ln>
        </p:spPr>
        <p:txBody>
          <a:bodyPr anchorCtr="0" anchor="t" bIns="0" lIns="91425" spcFirstLastPara="1" rIns="91425" wrap="square" tIns="234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s" sz="9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xx</a:t>
            </a:r>
            <a:endParaRPr b="1" sz="9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 sz="9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550" name="Google Shape;550;p29"/>
          <p:cNvSpPr/>
          <p:nvPr/>
        </p:nvSpPr>
        <p:spPr>
          <a:xfrm>
            <a:off x="6313889" y="4306377"/>
            <a:ext cx="1224300" cy="189600"/>
          </a:xfrm>
          <a:prstGeom prst="roundRect">
            <a:avLst>
              <a:gd fmla="val 16667" name="adj"/>
            </a:avLst>
          </a:prstGeom>
          <a:solidFill>
            <a:srgbClr val="C27BA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latin typeface="Archivo"/>
                <a:ea typeface="Archivo"/>
                <a:cs typeface="Archivo"/>
                <a:sym typeface="Archivo"/>
              </a:rPr>
              <a:t>Audiencia</a:t>
            </a:r>
            <a:endParaRPr b="1" sz="800">
              <a:solidFill>
                <a:srgbClr val="153244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pic>
        <p:nvPicPr>
          <p:cNvPr id="551" name="Google Shape;551;p29" title="telefon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374322" y="4339260"/>
            <a:ext cx="129475" cy="129457"/>
          </a:xfrm>
          <a:prstGeom prst="rect">
            <a:avLst/>
          </a:prstGeom>
          <a:noFill/>
          <a:ln>
            <a:noFill/>
          </a:ln>
        </p:spPr>
      </p:pic>
      <p:sp>
        <p:nvSpPr>
          <p:cNvPr id="552" name="Google Shape;552;p29"/>
          <p:cNvSpPr/>
          <p:nvPr/>
        </p:nvSpPr>
        <p:spPr>
          <a:xfrm>
            <a:off x="4919449" y="4306386"/>
            <a:ext cx="1286100" cy="437400"/>
          </a:xfrm>
          <a:prstGeom prst="roundRect">
            <a:avLst>
              <a:gd fmla="val 8271" name="adj"/>
            </a:avLst>
          </a:prstGeom>
          <a:solidFill>
            <a:srgbClr val="F1F6FD"/>
          </a:solidFill>
          <a:ln>
            <a:noFill/>
          </a:ln>
        </p:spPr>
        <p:txBody>
          <a:bodyPr anchorCtr="0" anchor="t" bIns="0" lIns="91425" spcFirstLastPara="1" rIns="91425" wrap="square" tIns="234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s" sz="9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xx</a:t>
            </a:r>
            <a:endParaRPr b="1" sz="9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553" name="Google Shape;553;p29"/>
          <p:cNvSpPr/>
          <p:nvPr/>
        </p:nvSpPr>
        <p:spPr>
          <a:xfrm>
            <a:off x="4919449" y="4306377"/>
            <a:ext cx="1286100" cy="189600"/>
          </a:xfrm>
          <a:prstGeom prst="roundRect">
            <a:avLst>
              <a:gd fmla="val 16667" name="adj"/>
            </a:avLst>
          </a:prstGeom>
          <a:solidFill>
            <a:srgbClr val="B4A7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Mails enviados</a:t>
            </a:r>
            <a:endParaRPr b="1" sz="8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grpSp>
        <p:nvGrpSpPr>
          <p:cNvPr id="554" name="Google Shape;554;p29"/>
          <p:cNvGrpSpPr/>
          <p:nvPr/>
        </p:nvGrpSpPr>
        <p:grpSpPr>
          <a:xfrm>
            <a:off x="6029816" y="4355569"/>
            <a:ext cx="129482" cy="96839"/>
            <a:chOff x="11542348" y="3083222"/>
            <a:chExt cx="361681" cy="274875"/>
          </a:xfrm>
        </p:grpSpPr>
        <p:sp>
          <p:nvSpPr>
            <p:cNvPr id="555" name="Google Shape;555;p29"/>
            <p:cNvSpPr/>
            <p:nvPr/>
          </p:nvSpPr>
          <p:spPr>
            <a:xfrm>
              <a:off x="11545963" y="3083222"/>
              <a:ext cx="354449" cy="169989"/>
            </a:xfrm>
            <a:custGeom>
              <a:rect b="b" l="l" r="r" t="t"/>
              <a:pathLst>
                <a:path extrusionOk="0" h="298" w="635">
                  <a:moveTo>
                    <a:pt x="298" y="290"/>
                  </a:moveTo>
                  <a:cubicBezTo>
                    <a:pt x="304" y="295"/>
                    <a:pt x="311" y="298"/>
                    <a:pt x="318" y="298"/>
                  </a:cubicBezTo>
                  <a:cubicBezTo>
                    <a:pt x="325" y="298"/>
                    <a:pt x="331" y="295"/>
                    <a:pt x="337" y="290"/>
                  </a:cubicBezTo>
                  <a:cubicBezTo>
                    <a:pt x="383" y="248"/>
                    <a:pt x="540" y="115"/>
                    <a:pt x="629" y="40"/>
                  </a:cubicBezTo>
                  <a:cubicBezTo>
                    <a:pt x="635" y="35"/>
                    <a:pt x="635" y="27"/>
                    <a:pt x="631" y="21"/>
                  </a:cubicBezTo>
                  <a:cubicBezTo>
                    <a:pt x="620" y="8"/>
                    <a:pt x="605" y="0"/>
                    <a:pt x="588" y="0"/>
                  </a:cubicBezTo>
                  <a:lnTo>
                    <a:pt x="47" y="0"/>
                  </a:lnTo>
                  <a:cubicBezTo>
                    <a:pt x="30" y="0"/>
                    <a:pt x="15" y="8"/>
                    <a:pt x="4" y="21"/>
                  </a:cubicBezTo>
                  <a:cubicBezTo>
                    <a:pt x="0" y="27"/>
                    <a:pt x="1" y="35"/>
                    <a:pt x="6" y="40"/>
                  </a:cubicBezTo>
                  <a:cubicBezTo>
                    <a:pt x="96" y="115"/>
                    <a:pt x="252" y="248"/>
                    <a:pt x="298" y="290"/>
                  </a:cubicBezTo>
                </a:path>
              </a:pathLst>
            </a:custGeom>
            <a:solidFill>
              <a:srgbClr val="153244"/>
            </a:solidFill>
            <a:ln>
              <a:noFill/>
            </a:ln>
          </p:spPr>
          <p:txBody>
            <a:bodyPr anchorCtr="0" anchor="t" bIns="6700" lIns="13400" spcFirstLastPara="1" rIns="13400" wrap="square" tIns="6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i="0" sz="234" u="none">
                <a:solidFill>
                  <a:srgbClr val="000000"/>
                </a:solidFill>
                <a:latin typeface="Nunito Medium"/>
                <a:ea typeface="Nunito Medium"/>
                <a:cs typeface="Nunito Medium"/>
                <a:sym typeface="Nunito Medium"/>
              </a:endParaRPr>
            </a:p>
          </p:txBody>
        </p:sp>
        <p:sp>
          <p:nvSpPr>
            <p:cNvPr id="556" name="Google Shape;556;p29"/>
            <p:cNvSpPr/>
            <p:nvPr/>
          </p:nvSpPr>
          <p:spPr>
            <a:xfrm>
              <a:off x="11542348" y="3159174"/>
              <a:ext cx="361681" cy="198924"/>
            </a:xfrm>
            <a:custGeom>
              <a:rect b="b" l="l" r="r" t="t"/>
              <a:pathLst>
                <a:path extrusionOk="0" h="358" w="650">
                  <a:moveTo>
                    <a:pt x="642" y="3"/>
                  </a:moveTo>
                  <a:cubicBezTo>
                    <a:pt x="637" y="0"/>
                    <a:pt x="631" y="1"/>
                    <a:pt x="627" y="5"/>
                  </a:cubicBezTo>
                  <a:cubicBezTo>
                    <a:pt x="528" y="88"/>
                    <a:pt x="402" y="196"/>
                    <a:pt x="362" y="232"/>
                  </a:cubicBezTo>
                  <a:cubicBezTo>
                    <a:pt x="340" y="252"/>
                    <a:pt x="309" y="252"/>
                    <a:pt x="287" y="232"/>
                  </a:cubicBezTo>
                  <a:cubicBezTo>
                    <a:pt x="245" y="194"/>
                    <a:pt x="103" y="73"/>
                    <a:pt x="22" y="5"/>
                  </a:cubicBezTo>
                  <a:cubicBezTo>
                    <a:pt x="18" y="1"/>
                    <a:pt x="12" y="1"/>
                    <a:pt x="8" y="3"/>
                  </a:cubicBezTo>
                  <a:cubicBezTo>
                    <a:pt x="3" y="5"/>
                    <a:pt x="0" y="10"/>
                    <a:pt x="0" y="15"/>
                  </a:cubicBezTo>
                  <a:lnTo>
                    <a:pt x="0" y="304"/>
                  </a:lnTo>
                  <a:cubicBezTo>
                    <a:pt x="0" y="334"/>
                    <a:pt x="24" y="358"/>
                    <a:pt x="54" y="358"/>
                  </a:cubicBezTo>
                  <a:lnTo>
                    <a:pt x="595" y="358"/>
                  </a:lnTo>
                  <a:cubicBezTo>
                    <a:pt x="625" y="358"/>
                    <a:pt x="650" y="334"/>
                    <a:pt x="650" y="304"/>
                  </a:cubicBezTo>
                  <a:lnTo>
                    <a:pt x="650" y="15"/>
                  </a:lnTo>
                  <a:cubicBezTo>
                    <a:pt x="650" y="10"/>
                    <a:pt x="646" y="5"/>
                    <a:pt x="642" y="3"/>
                  </a:cubicBezTo>
                </a:path>
              </a:pathLst>
            </a:custGeom>
            <a:solidFill>
              <a:srgbClr val="153244"/>
            </a:solidFill>
            <a:ln>
              <a:noFill/>
            </a:ln>
          </p:spPr>
          <p:txBody>
            <a:bodyPr anchorCtr="0" anchor="t" bIns="6700" lIns="13400" spcFirstLastPara="1" rIns="13400" wrap="square" tIns="6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i="0" sz="234" u="none">
                <a:solidFill>
                  <a:srgbClr val="000000"/>
                </a:solidFill>
                <a:latin typeface="Nunito Medium"/>
                <a:ea typeface="Nunito Medium"/>
                <a:cs typeface="Nunito Medium"/>
                <a:sym typeface="Nunito Medium"/>
              </a:endParaRPr>
            </a:p>
          </p:txBody>
        </p:sp>
      </p:grpSp>
      <p:sp>
        <p:nvSpPr>
          <p:cNvPr id="557" name="Google Shape;557;p29"/>
          <p:cNvSpPr/>
          <p:nvPr/>
        </p:nvSpPr>
        <p:spPr>
          <a:xfrm>
            <a:off x="6312887" y="3782010"/>
            <a:ext cx="1224300" cy="437400"/>
          </a:xfrm>
          <a:prstGeom prst="roundRect">
            <a:avLst>
              <a:gd fmla="val 8271" name="adj"/>
            </a:avLst>
          </a:prstGeom>
          <a:solidFill>
            <a:srgbClr val="F1F6FD"/>
          </a:solidFill>
          <a:ln>
            <a:noFill/>
          </a:ln>
        </p:spPr>
        <p:txBody>
          <a:bodyPr anchorCtr="0" anchor="t" bIns="0" lIns="91425" spcFirstLastPara="1" rIns="91425" wrap="square" tIns="234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s" sz="9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xx</a:t>
            </a:r>
            <a:endParaRPr b="1" sz="9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 sz="9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558" name="Google Shape;558;p29"/>
          <p:cNvSpPr/>
          <p:nvPr/>
        </p:nvSpPr>
        <p:spPr>
          <a:xfrm>
            <a:off x="6312887" y="3782000"/>
            <a:ext cx="1224300" cy="189600"/>
          </a:xfrm>
          <a:prstGeom prst="roundRect">
            <a:avLst>
              <a:gd fmla="val 16667" name="adj"/>
            </a:avLst>
          </a:prstGeom>
          <a:solidFill>
            <a:srgbClr val="C27BA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latin typeface="Archivo"/>
                <a:ea typeface="Archivo"/>
                <a:cs typeface="Archivo"/>
                <a:sym typeface="Archivo"/>
              </a:rPr>
              <a:t>Llamados</a:t>
            </a:r>
            <a:endParaRPr b="1" sz="800">
              <a:solidFill>
                <a:srgbClr val="153244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pic>
        <p:nvPicPr>
          <p:cNvPr id="559" name="Google Shape;559;p29" title="telefon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373319" y="3814884"/>
            <a:ext cx="129475" cy="129457"/>
          </a:xfrm>
          <a:prstGeom prst="rect">
            <a:avLst/>
          </a:prstGeom>
          <a:noFill/>
          <a:ln>
            <a:noFill/>
          </a:ln>
        </p:spPr>
      </p:pic>
      <p:sp>
        <p:nvSpPr>
          <p:cNvPr id="560" name="Google Shape;560;p29"/>
          <p:cNvSpPr/>
          <p:nvPr/>
        </p:nvSpPr>
        <p:spPr>
          <a:xfrm>
            <a:off x="4918446" y="3782010"/>
            <a:ext cx="1286100" cy="437400"/>
          </a:xfrm>
          <a:prstGeom prst="roundRect">
            <a:avLst>
              <a:gd fmla="val 8271" name="adj"/>
            </a:avLst>
          </a:prstGeom>
          <a:solidFill>
            <a:srgbClr val="F1F6FD"/>
          </a:solidFill>
          <a:ln>
            <a:noFill/>
          </a:ln>
        </p:spPr>
        <p:txBody>
          <a:bodyPr anchorCtr="0" anchor="t" bIns="0" lIns="91425" spcFirstLastPara="1" rIns="91425" wrap="square" tIns="234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s" sz="9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xx</a:t>
            </a:r>
            <a:endParaRPr b="1" sz="9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561" name="Google Shape;561;p29"/>
          <p:cNvSpPr/>
          <p:nvPr/>
        </p:nvSpPr>
        <p:spPr>
          <a:xfrm>
            <a:off x="4918446" y="3782000"/>
            <a:ext cx="1286100" cy="189600"/>
          </a:xfrm>
          <a:prstGeom prst="roundRect">
            <a:avLst>
              <a:gd fmla="val 16667" name="adj"/>
            </a:avLst>
          </a:prstGeom>
          <a:solidFill>
            <a:srgbClr val="B4A7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Mails entregados</a:t>
            </a:r>
            <a:endParaRPr b="1" sz="8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grpSp>
        <p:nvGrpSpPr>
          <p:cNvPr id="562" name="Google Shape;562;p29"/>
          <p:cNvGrpSpPr/>
          <p:nvPr/>
        </p:nvGrpSpPr>
        <p:grpSpPr>
          <a:xfrm>
            <a:off x="6028813" y="3831193"/>
            <a:ext cx="129482" cy="96839"/>
            <a:chOff x="11542348" y="3083222"/>
            <a:chExt cx="361681" cy="274875"/>
          </a:xfrm>
        </p:grpSpPr>
        <p:sp>
          <p:nvSpPr>
            <p:cNvPr id="563" name="Google Shape;563;p29"/>
            <p:cNvSpPr/>
            <p:nvPr/>
          </p:nvSpPr>
          <p:spPr>
            <a:xfrm>
              <a:off x="11545963" y="3083222"/>
              <a:ext cx="354449" cy="169989"/>
            </a:xfrm>
            <a:custGeom>
              <a:rect b="b" l="l" r="r" t="t"/>
              <a:pathLst>
                <a:path extrusionOk="0" h="298" w="635">
                  <a:moveTo>
                    <a:pt x="298" y="290"/>
                  </a:moveTo>
                  <a:cubicBezTo>
                    <a:pt x="304" y="295"/>
                    <a:pt x="311" y="298"/>
                    <a:pt x="318" y="298"/>
                  </a:cubicBezTo>
                  <a:cubicBezTo>
                    <a:pt x="325" y="298"/>
                    <a:pt x="331" y="295"/>
                    <a:pt x="337" y="290"/>
                  </a:cubicBezTo>
                  <a:cubicBezTo>
                    <a:pt x="383" y="248"/>
                    <a:pt x="540" y="115"/>
                    <a:pt x="629" y="40"/>
                  </a:cubicBezTo>
                  <a:cubicBezTo>
                    <a:pt x="635" y="35"/>
                    <a:pt x="635" y="27"/>
                    <a:pt x="631" y="21"/>
                  </a:cubicBezTo>
                  <a:cubicBezTo>
                    <a:pt x="620" y="8"/>
                    <a:pt x="605" y="0"/>
                    <a:pt x="588" y="0"/>
                  </a:cubicBezTo>
                  <a:lnTo>
                    <a:pt x="47" y="0"/>
                  </a:lnTo>
                  <a:cubicBezTo>
                    <a:pt x="30" y="0"/>
                    <a:pt x="15" y="8"/>
                    <a:pt x="4" y="21"/>
                  </a:cubicBezTo>
                  <a:cubicBezTo>
                    <a:pt x="0" y="27"/>
                    <a:pt x="1" y="35"/>
                    <a:pt x="6" y="40"/>
                  </a:cubicBezTo>
                  <a:cubicBezTo>
                    <a:pt x="96" y="115"/>
                    <a:pt x="252" y="248"/>
                    <a:pt x="298" y="290"/>
                  </a:cubicBezTo>
                </a:path>
              </a:pathLst>
            </a:custGeom>
            <a:solidFill>
              <a:srgbClr val="153244"/>
            </a:solidFill>
            <a:ln>
              <a:noFill/>
            </a:ln>
          </p:spPr>
          <p:txBody>
            <a:bodyPr anchorCtr="0" anchor="t" bIns="6700" lIns="13400" spcFirstLastPara="1" rIns="13400" wrap="square" tIns="6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i="0" sz="234" u="none">
                <a:solidFill>
                  <a:srgbClr val="000000"/>
                </a:solidFill>
                <a:latin typeface="Nunito Medium"/>
                <a:ea typeface="Nunito Medium"/>
                <a:cs typeface="Nunito Medium"/>
                <a:sym typeface="Nunito Medium"/>
              </a:endParaRPr>
            </a:p>
          </p:txBody>
        </p:sp>
        <p:sp>
          <p:nvSpPr>
            <p:cNvPr id="564" name="Google Shape;564;p29"/>
            <p:cNvSpPr/>
            <p:nvPr/>
          </p:nvSpPr>
          <p:spPr>
            <a:xfrm>
              <a:off x="11542348" y="3159174"/>
              <a:ext cx="361681" cy="198924"/>
            </a:xfrm>
            <a:custGeom>
              <a:rect b="b" l="l" r="r" t="t"/>
              <a:pathLst>
                <a:path extrusionOk="0" h="358" w="650">
                  <a:moveTo>
                    <a:pt x="642" y="3"/>
                  </a:moveTo>
                  <a:cubicBezTo>
                    <a:pt x="637" y="0"/>
                    <a:pt x="631" y="1"/>
                    <a:pt x="627" y="5"/>
                  </a:cubicBezTo>
                  <a:cubicBezTo>
                    <a:pt x="528" y="88"/>
                    <a:pt x="402" y="196"/>
                    <a:pt x="362" y="232"/>
                  </a:cubicBezTo>
                  <a:cubicBezTo>
                    <a:pt x="340" y="252"/>
                    <a:pt x="309" y="252"/>
                    <a:pt x="287" y="232"/>
                  </a:cubicBezTo>
                  <a:cubicBezTo>
                    <a:pt x="245" y="194"/>
                    <a:pt x="103" y="73"/>
                    <a:pt x="22" y="5"/>
                  </a:cubicBezTo>
                  <a:cubicBezTo>
                    <a:pt x="18" y="1"/>
                    <a:pt x="12" y="1"/>
                    <a:pt x="8" y="3"/>
                  </a:cubicBezTo>
                  <a:cubicBezTo>
                    <a:pt x="3" y="5"/>
                    <a:pt x="0" y="10"/>
                    <a:pt x="0" y="15"/>
                  </a:cubicBezTo>
                  <a:lnTo>
                    <a:pt x="0" y="304"/>
                  </a:lnTo>
                  <a:cubicBezTo>
                    <a:pt x="0" y="334"/>
                    <a:pt x="24" y="358"/>
                    <a:pt x="54" y="358"/>
                  </a:cubicBezTo>
                  <a:lnTo>
                    <a:pt x="595" y="358"/>
                  </a:lnTo>
                  <a:cubicBezTo>
                    <a:pt x="625" y="358"/>
                    <a:pt x="650" y="334"/>
                    <a:pt x="650" y="304"/>
                  </a:cubicBezTo>
                  <a:lnTo>
                    <a:pt x="650" y="15"/>
                  </a:lnTo>
                  <a:cubicBezTo>
                    <a:pt x="650" y="10"/>
                    <a:pt x="646" y="5"/>
                    <a:pt x="642" y="3"/>
                  </a:cubicBezTo>
                </a:path>
              </a:pathLst>
            </a:custGeom>
            <a:solidFill>
              <a:srgbClr val="153244"/>
            </a:solidFill>
            <a:ln>
              <a:noFill/>
            </a:ln>
          </p:spPr>
          <p:txBody>
            <a:bodyPr anchorCtr="0" anchor="t" bIns="6700" lIns="13400" spcFirstLastPara="1" rIns="13400" wrap="square" tIns="6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i="0" sz="234" u="none">
                <a:solidFill>
                  <a:srgbClr val="000000"/>
                </a:solidFill>
                <a:latin typeface="Nunito Medium"/>
                <a:ea typeface="Nunito Medium"/>
                <a:cs typeface="Nunito Medium"/>
                <a:sym typeface="Nunito Medium"/>
              </a:endParaRPr>
            </a:p>
          </p:txBody>
        </p:sp>
      </p:grpSp>
      <p:sp>
        <p:nvSpPr>
          <p:cNvPr id="565" name="Google Shape;565;p29"/>
          <p:cNvSpPr/>
          <p:nvPr/>
        </p:nvSpPr>
        <p:spPr>
          <a:xfrm>
            <a:off x="6314914" y="2465357"/>
            <a:ext cx="1224300" cy="437400"/>
          </a:xfrm>
          <a:prstGeom prst="roundRect">
            <a:avLst>
              <a:gd fmla="val 8271" name="adj"/>
            </a:avLst>
          </a:prstGeom>
          <a:solidFill>
            <a:srgbClr val="F1F6FD"/>
          </a:solidFill>
          <a:ln>
            <a:noFill/>
          </a:ln>
        </p:spPr>
        <p:txBody>
          <a:bodyPr anchorCtr="0" anchor="t" bIns="0" lIns="91425" spcFirstLastPara="1" rIns="91425" wrap="square" tIns="234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s" sz="9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xx</a:t>
            </a:r>
            <a:r>
              <a:rPr b="1" lang="es" sz="900">
                <a:solidFill>
                  <a:srgbClr val="6AA84F"/>
                </a:solidFill>
                <a:latin typeface="Archivo"/>
                <a:ea typeface="Archivo"/>
                <a:cs typeface="Archivo"/>
                <a:sym typeface="Archivo"/>
              </a:rPr>
              <a:t> </a:t>
            </a:r>
            <a:r>
              <a:rPr b="1" lang="es" sz="900">
                <a:solidFill>
                  <a:srgbClr val="38761D"/>
                </a:solidFill>
                <a:latin typeface="Archivo"/>
                <a:ea typeface="Archivo"/>
                <a:cs typeface="Archivo"/>
                <a:sym typeface="Archivo"/>
              </a:rPr>
              <a:t>(xx%)</a:t>
            </a:r>
            <a:endParaRPr b="1" sz="900">
              <a:solidFill>
                <a:srgbClr val="38761D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566" name="Google Shape;566;p29"/>
          <p:cNvSpPr/>
          <p:nvPr/>
        </p:nvSpPr>
        <p:spPr>
          <a:xfrm>
            <a:off x="6314914" y="2465348"/>
            <a:ext cx="1224300" cy="189600"/>
          </a:xfrm>
          <a:prstGeom prst="roundRect">
            <a:avLst>
              <a:gd fmla="val 16667" name="adj"/>
            </a:avLst>
          </a:prstGeom>
          <a:solidFill>
            <a:srgbClr val="C27BA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latin typeface="Archivo"/>
                <a:ea typeface="Archivo"/>
                <a:cs typeface="Archivo"/>
                <a:sym typeface="Archivo"/>
              </a:rPr>
              <a:t>Escucha +75%</a:t>
            </a:r>
            <a:endParaRPr b="1" sz="800">
              <a:solidFill>
                <a:srgbClr val="153244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pic>
        <p:nvPicPr>
          <p:cNvPr id="567" name="Google Shape;567;p29" title="telefon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375347" y="2498231"/>
            <a:ext cx="129475" cy="129457"/>
          </a:xfrm>
          <a:prstGeom prst="rect">
            <a:avLst/>
          </a:prstGeom>
          <a:noFill/>
          <a:ln>
            <a:noFill/>
          </a:ln>
        </p:spPr>
      </p:pic>
      <p:sp>
        <p:nvSpPr>
          <p:cNvPr id="568" name="Google Shape;568;p29"/>
          <p:cNvSpPr/>
          <p:nvPr/>
        </p:nvSpPr>
        <p:spPr>
          <a:xfrm>
            <a:off x="4920474" y="2465357"/>
            <a:ext cx="1286100" cy="437400"/>
          </a:xfrm>
          <a:prstGeom prst="roundRect">
            <a:avLst>
              <a:gd fmla="val 8271" name="adj"/>
            </a:avLst>
          </a:prstGeom>
          <a:solidFill>
            <a:srgbClr val="F1F6FD"/>
          </a:solidFill>
          <a:ln>
            <a:noFill/>
          </a:ln>
        </p:spPr>
        <p:txBody>
          <a:bodyPr anchorCtr="0" anchor="t" bIns="0" lIns="91425" spcFirstLastPara="1" rIns="91425" wrap="square" tIns="234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s" sz="9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xx</a:t>
            </a:r>
            <a:r>
              <a:rPr b="1" lang="es" sz="9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</a:t>
            </a:r>
            <a:r>
              <a:rPr b="1" lang="es" sz="900">
                <a:solidFill>
                  <a:srgbClr val="FFCC19"/>
                </a:solidFill>
                <a:latin typeface="Archivo"/>
                <a:ea typeface="Archivo"/>
                <a:cs typeface="Archivo"/>
                <a:sym typeface="Archivo"/>
              </a:rPr>
              <a:t>(xx%)</a:t>
            </a:r>
            <a:endParaRPr b="1" sz="900">
              <a:solidFill>
                <a:srgbClr val="FFCC19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569" name="Google Shape;569;p29"/>
          <p:cNvSpPr/>
          <p:nvPr/>
        </p:nvSpPr>
        <p:spPr>
          <a:xfrm>
            <a:off x="4920474" y="2465348"/>
            <a:ext cx="1286100" cy="189600"/>
          </a:xfrm>
          <a:prstGeom prst="roundRect">
            <a:avLst>
              <a:gd fmla="val 16667" name="adj"/>
            </a:avLst>
          </a:prstGeom>
          <a:solidFill>
            <a:srgbClr val="B4A7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Aperturas (OR)</a:t>
            </a:r>
            <a:endParaRPr b="1" sz="8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grpSp>
        <p:nvGrpSpPr>
          <p:cNvPr id="570" name="Google Shape;570;p29"/>
          <p:cNvGrpSpPr/>
          <p:nvPr/>
        </p:nvGrpSpPr>
        <p:grpSpPr>
          <a:xfrm>
            <a:off x="6030841" y="2514540"/>
            <a:ext cx="129482" cy="96839"/>
            <a:chOff x="11542348" y="3083222"/>
            <a:chExt cx="361681" cy="274875"/>
          </a:xfrm>
        </p:grpSpPr>
        <p:sp>
          <p:nvSpPr>
            <p:cNvPr id="571" name="Google Shape;571;p29"/>
            <p:cNvSpPr/>
            <p:nvPr/>
          </p:nvSpPr>
          <p:spPr>
            <a:xfrm>
              <a:off x="11545963" y="3083222"/>
              <a:ext cx="354449" cy="169989"/>
            </a:xfrm>
            <a:custGeom>
              <a:rect b="b" l="l" r="r" t="t"/>
              <a:pathLst>
                <a:path extrusionOk="0" h="298" w="635">
                  <a:moveTo>
                    <a:pt x="298" y="290"/>
                  </a:moveTo>
                  <a:cubicBezTo>
                    <a:pt x="304" y="295"/>
                    <a:pt x="311" y="298"/>
                    <a:pt x="318" y="298"/>
                  </a:cubicBezTo>
                  <a:cubicBezTo>
                    <a:pt x="325" y="298"/>
                    <a:pt x="331" y="295"/>
                    <a:pt x="337" y="290"/>
                  </a:cubicBezTo>
                  <a:cubicBezTo>
                    <a:pt x="383" y="248"/>
                    <a:pt x="540" y="115"/>
                    <a:pt x="629" y="40"/>
                  </a:cubicBezTo>
                  <a:cubicBezTo>
                    <a:pt x="635" y="35"/>
                    <a:pt x="635" y="27"/>
                    <a:pt x="631" y="21"/>
                  </a:cubicBezTo>
                  <a:cubicBezTo>
                    <a:pt x="620" y="8"/>
                    <a:pt x="605" y="0"/>
                    <a:pt x="588" y="0"/>
                  </a:cubicBezTo>
                  <a:lnTo>
                    <a:pt x="47" y="0"/>
                  </a:lnTo>
                  <a:cubicBezTo>
                    <a:pt x="30" y="0"/>
                    <a:pt x="15" y="8"/>
                    <a:pt x="4" y="21"/>
                  </a:cubicBezTo>
                  <a:cubicBezTo>
                    <a:pt x="0" y="27"/>
                    <a:pt x="1" y="35"/>
                    <a:pt x="6" y="40"/>
                  </a:cubicBezTo>
                  <a:cubicBezTo>
                    <a:pt x="96" y="115"/>
                    <a:pt x="252" y="248"/>
                    <a:pt x="298" y="290"/>
                  </a:cubicBezTo>
                </a:path>
              </a:pathLst>
            </a:custGeom>
            <a:solidFill>
              <a:srgbClr val="153244"/>
            </a:solidFill>
            <a:ln>
              <a:noFill/>
            </a:ln>
          </p:spPr>
          <p:txBody>
            <a:bodyPr anchorCtr="0" anchor="t" bIns="6700" lIns="13400" spcFirstLastPara="1" rIns="13400" wrap="square" tIns="6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i="0" sz="234" u="none">
                <a:solidFill>
                  <a:srgbClr val="000000"/>
                </a:solidFill>
                <a:latin typeface="Nunito Medium"/>
                <a:ea typeface="Nunito Medium"/>
                <a:cs typeface="Nunito Medium"/>
                <a:sym typeface="Nunito Medium"/>
              </a:endParaRPr>
            </a:p>
          </p:txBody>
        </p:sp>
        <p:sp>
          <p:nvSpPr>
            <p:cNvPr id="572" name="Google Shape;572;p29"/>
            <p:cNvSpPr/>
            <p:nvPr/>
          </p:nvSpPr>
          <p:spPr>
            <a:xfrm>
              <a:off x="11542348" y="3159174"/>
              <a:ext cx="361681" cy="198924"/>
            </a:xfrm>
            <a:custGeom>
              <a:rect b="b" l="l" r="r" t="t"/>
              <a:pathLst>
                <a:path extrusionOk="0" h="358" w="650">
                  <a:moveTo>
                    <a:pt x="642" y="3"/>
                  </a:moveTo>
                  <a:cubicBezTo>
                    <a:pt x="637" y="0"/>
                    <a:pt x="631" y="1"/>
                    <a:pt x="627" y="5"/>
                  </a:cubicBezTo>
                  <a:cubicBezTo>
                    <a:pt x="528" y="88"/>
                    <a:pt x="402" y="196"/>
                    <a:pt x="362" y="232"/>
                  </a:cubicBezTo>
                  <a:cubicBezTo>
                    <a:pt x="340" y="252"/>
                    <a:pt x="309" y="252"/>
                    <a:pt x="287" y="232"/>
                  </a:cubicBezTo>
                  <a:cubicBezTo>
                    <a:pt x="245" y="194"/>
                    <a:pt x="103" y="73"/>
                    <a:pt x="22" y="5"/>
                  </a:cubicBezTo>
                  <a:cubicBezTo>
                    <a:pt x="18" y="1"/>
                    <a:pt x="12" y="1"/>
                    <a:pt x="8" y="3"/>
                  </a:cubicBezTo>
                  <a:cubicBezTo>
                    <a:pt x="3" y="5"/>
                    <a:pt x="0" y="10"/>
                    <a:pt x="0" y="15"/>
                  </a:cubicBezTo>
                  <a:lnTo>
                    <a:pt x="0" y="304"/>
                  </a:lnTo>
                  <a:cubicBezTo>
                    <a:pt x="0" y="334"/>
                    <a:pt x="24" y="358"/>
                    <a:pt x="54" y="358"/>
                  </a:cubicBezTo>
                  <a:lnTo>
                    <a:pt x="595" y="358"/>
                  </a:lnTo>
                  <a:cubicBezTo>
                    <a:pt x="625" y="358"/>
                    <a:pt x="650" y="334"/>
                    <a:pt x="650" y="304"/>
                  </a:cubicBezTo>
                  <a:lnTo>
                    <a:pt x="650" y="15"/>
                  </a:lnTo>
                  <a:cubicBezTo>
                    <a:pt x="650" y="10"/>
                    <a:pt x="646" y="5"/>
                    <a:pt x="642" y="3"/>
                  </a:cubicBezTo>
                </a:path>
              </a:pathLst>
            </a:custGeom>
            <a:solidFill>
              <a:srgbClr val="153244"/>
            </a:solidFill>
            <a:ln>
              <a:noFill/>
            </a:ln>
          </p:spPr>
          <p:txBody>
            <a:bodyPr anchorCtr="0" anchor="t" bIns="6700" lIns="13400" spcFirstLastPara="1" rIns="13400" wrap="square" tIns="6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i="0" sz="234" u="none">
                <a:solidFill>
                  <a:srgbClr val="000000"/>
                </a:solidFill>
                <a:latin typeface="Nunito Medium"/>
                <a:ea typeface="Nunito Medium"/>
                <a:cs typeface="Nunito Medium"/>
                <a:sym typeface="Nunito Medium"/>
              </a:endParaRPr>
            </a:p>
          </p:txBody>
        </p:sp>
      </p:grpSp>
      <p:sp>
        <p:nvSpPr>
          <p:cNvPr id="573" name="Google Shape;573;p29"/>
          <p:cNvSpPr/>
          <p:nvPr/>
        </p:nvSpPr>
        <p:spPr>
          <a:xfrm>
            <a:off x="6313912" y="1959028"/>
            <a:ext cx="1224300" cy="437400"/>
          </a:xfrm>
          <a:prstGeom prst="roundRect">
            <a:avLst>
              <a:gd fmla="val 8271" name="adj"/>
            </a:avLst>
          </a:prstGeom>
          <a:solidFill>
            <a:srgbClr val="F1F6FD"/>
          </a:solidFill>
          <a:ln>
            <a:noFill/>
          </a:ln>
        </p:spPr>
        <p:txBody>
          <a:bodyPr anchorCtr="0" anchor="t" bIns="0" lIns="91425" spcFirstLastPara="1" rIns="91425" wrap="square" tIns="234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s" sz="9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xx</a:t>
            </a:r>
            <a:endParaRPr b="1" sz="9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 sz="9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574" name="Google Shape;574;p29"/>
          <p:cNvSpPr/>
          <p:nvPr/>
        </p:nvSpPr>
        <p:spPr>
          <a:xfrm>
            <a:off x="6313912" y="1959019"/>
            <a:ext cx="1224300" cy="189600"/>
          </a:xfrm>
          <a:prstGeom prst="roundRect">
            <a:avLst>
              <a:gd fmla="val 16667" name="adj"/>
            </a:avLst>
          </a:prstGeom>
          <a:solidFill>
            <a:srgbClr val="C27BA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latin typeface="Archivo"/>
                <a:ea typeface="Archivo"/>
                <a:cs typeface="Archivo"/>
                <a:sym typeface="Archivo"/>
              </a:rPr>
              <a:t>Marque 1</a:t>
            </a:r>
            <a:endParaRPr b="1" sz="800">
              <a:solidFill>
                <a:srgbClr val="153244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pic>
        <p:nvPicPr>
          <p:cNvPr id="575" name="Google Shape;575;p29" title="telefon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374344" y="1991902"/>
            <a:ext cx="129475" cy="129457"/>
          </a:xfrm>
          <a:prstGeom prst="rect">
            <a:avLst/>
          </a:prstGeom>
          <a:noFill/>
          <a:ln>
            <a:noFill/>
          </a:ln>
        </p:spPr>
      </p:pic>
      <p:sp>
        <p:nvSpPr>
          <p:cNvPr id="576" name="Google Shape;576;p29"/>
          <p:cNvSpPr/>
          <p:nvPr/>
        </p:nvSpPr>
        <p:spPr>
          <a:xfrm>
            <a:off x="4919471" y="1959028"/>
            <a:ext cx="1286100" cy="437400"/>
          </a:xfrm>
          <a:prstGeom prst="roundRect">
            <a:avLst>
              <a:gd fmla="val 8271" name="adj"/>
            </a:avLst>
          </a:prstGeom>
          <a:solidFill>
            <a:srgbClr val="F1F6FD"/>
          </a:solidFill>
          <a:ln>
            <a:noFill/>
          </a:ln>
        </p:spPr>
        <p:txBody>
          <a:bodyPr anchorCtr="0" anchor="t" bIns="0" lIns="91425" spcFirstLastPara="1" rIns="91425" wrap="square" tIns="234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s" sz="9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xx</a:t>
            </a:r>
            <a:r>
              <a:rPr b="1" lang="es" sz="9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</a:t>
            </a:r>
            <a:r>
              <a:rPr b="1" lang="es" sz="900">
                <a:solidFill>
                  <a:srgbClr val="38761D"/>
                </a:solidFill>
                <a:latin typeface="Archivo"/>
                <a:ea typeface="Archivo"/>
                <a:cs typeface="Archivo"/>
                <a:sym typeface="Archivo"/>
              </a:rPr>
              <a:t>(xx%)</a:t>
            </a:r>
            <a:endParaRPr b="1" sz="900">
              <a:solidFill>
                <a:srgbClr val="38761D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577" name="Google Shape;577;p29"/>
          <p:cNvSpPr/>
          <p:nvPr/>
        </p:nvSpPr>
        <p:spPr>
          <a:xfrm>
            <a:off x="4919471" y="1959019"/>
            <a:ext cx="1286100" cy="189600"/>
          </a:xfrm>
          <a:prstGeom prst="roundRect">
            <a:avLst>
              <a:gd fmla="val 16667" name="adj"/>
            </a:avLst>
          </a:prstGeom>
          <a:solidFill>
            <a:srgbClr val="B4A7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Clics (CTOR)</a:t>
            </a:r>
            <a:endParaRPr b="1" sz="8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grpSp>
        <p:nvGrpSpPr>
          <p:cNvPr id="578" name="Google Shape;578;p29"/>
          <p:cNvGrpSpPr/>
          <p:nvPr/>
        </p:nvGrpSpPr>
        <p:grpSpPr>
          <a:xfrm>
            <a:off x="6029838" y="2008211"/>
            <a:ext cx="129482" cy="96839"/>
            <a:chOff x="11542348" y="3083222"/>
            <a:chExt cx="361681" cy="274875"/>
          </a:xfrm>
        </p:grpSpPr>
        <p:sp>
          <p:nvSpPr>
            <p:cNvPr id="579" name="Google Shape;579;p29"/>
            <p:cNvSpPr/>
            <p:nvPr/>
          </p:nvSpPr>
          <p:spPr>
            <a:xfrm>
              <a:off x="11545963" y="3083222"/>
              <a:ext cx="354449" cy="169989"/>
            </a:xfrm>
            <a:custGeom>
              <a:rect b="b" l="l" r="r" t="t"/>
              <a:pathLst>
                <a:path extrusionOk="0" h="298" w="635">
                  <a:moveTo>
                    <a:pt x="298" y="290"/>
                  </a:moveTo>
                  <a:cubicBezTo>
                    <a:pt x="304" y="295"/>
                    <a:pt x="311" y="298"/>
                    <a:pt x="318" y="298"/>
                  </a:cubicBezTo>
                  <a:cubicBezTo>
                    <a:pt x="325" y="298"/>
                    <a:pt x="331" y="295"/>
                    <a:pt x="337" y="290"/>
                  </a:cubicBezTo>
                  <a:cubicBezTo>
                    <a:pt x="383" y="248"/>
                    <a:pt x="540" y="115"/>
                    <a:pt x="629" y="40"/>
                  </a:cubicBezTo>
                  <a:cubicBezTo>
                    <a:pt x="635" y="35"/>
                    <a:pt x="635" y="27"/>
                    <a:pt x="631" y="21"/>
                  </a:cubicBezTo>
                  <a:cubicBezTo>
                    <a:pt x="620" y="8"/>
                    <a:pt x="605" y="0"/>
                    <a:pt x="588" y="0"/>
                  </a:cubicBezTo>
                  <a:lnTo>
                    <a:pt x="47" y="0"/>
                  </a:lnTo>
                  <a:cubicBezTo>
                    <a:pt x="30" y="0"/>
                    <a:pt x="15" y="8"/>
                    <a:pt x="4" y="21"/>
                  </a:cubicBezTo>
                  <a:cubicBezTo>
                    <a:pt x="0" y="27"/>
                    <a:pt x="1" y="35"/>
                    <a:pt x="6" y="40"/>
                  </a:cubicBezTo>
                  <a:cubicBezTo>
                    <a:pt x="96" y="115"/>
                    <a:pt x="252" y="248"/>
                    <a:pt x="298" y="290"/>
                  </a:cubicBezTo>
                </a:path>
              </a:pathLst>
            </a:custGeom>
            <a:solidFill>
              <a:srgbClr val="153244"/>
            </a:solidFill>
            <a:ln>
              <a:noFill/>
            </a:ln>
          </p:spPr>
          <p:txBody>
            <a:bodyPr anchorCtr="0" anchor="t" bIns="6700" lIns="13400" spcFirstLastPara="1" rIns="13400" wrap="square" tIns="6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i="0" sz="234" u="none">
                <a:solidFill>
                  <a:srgbClr val="000000"/>
                </a:solidFill>
                <a:latin typeface="Nunito Medium"/>
                <a:ea typeface="Nunito Medium"/>
                <a:cs typeface="Nunito Medium"/>
                <a:sym typeface="Nunito Medium"/>
              </a:endParaRPr>
            </a:p>
          </p:txBody>
        </p:sp>
        <p:sp>
          <p:nvSpPr>
            <p:cNvPr id="580" name="Google Shape;580;p29"/>
            <p:cNvSpPr/>
            <p:nvPr/>
          </p:nvSpPr>
          <p:spPr>
            <a:xfrm>
              <a:off x="11542348" y="3159174"/>
              <a:ext cx="361681" cy="198924"/>
            </a:xfrm>
            <a:custGeom>
              <a:rect b="b" l="l" r="r" t="t"/>
              <a:pathLst>
                <a:path extrusionOk="0" h="358" w="650">
                  <a:moveTo>
                    <a:pt x="642" y="3"/>
                  </a:moveTo>
                  <a:cubicBezTo>
                    <a:pt x="637" y="0"/>
                    <a:pt x="631" y="1"/>
                    <a:pt x="627" y="5"/>
                  </a:cubicBezTo>
                  <a:cubicBezTo>
                    <a:pt x="528" y="88"/>
                    <a:pt x="402" y="196"/>
                    <a:pt x="362" y="232"/>
                  </a:cubicBezTo>
                  <a:cubicBezTo>
                    <a:pt x="340" y="252"/>
                    <a:pt x="309" y="252"/>
                    <a:pt x="287" y="232"/>
                  </a:cubicBezTo>
                  <a:cubicBezTo>
                    <a:pt x="245" y="194"/>
                    <a:pt x="103" y="73"/>
                    <a:pt x="22" y="5"/>
                  </a:cubicBezTo>
                  <a:cubicBezTo>
                    <a:pt x="18" y="1"/>
                    <a:pt x="12" y="1"/>
                    <a:pt x="8" y="3"/>
                  </a:cubicBezTo>
                  <a:cubicBezTo>
                    <a:pt x="3" y="5"/>
                    <a:pt x="0" y="10"/>
                    <a:pt x="0" y="15"/>
                  </a:cubicBezTo>
                  <a:lnTo>
                    <a:pt x="0" y="304"/>
                  </a:lnTo>
                  <a:cubicBezTo>
                    <a:pt x="0" y="334"/>
                    <a:pt x="24" y="358"/>
                    <a:pt x="54" y="358"/>
                  </a:cubicBezTo>
                  <a:lnTo>
                    <a:pt x="595" y="358"/>
                  </a:lnTo>
                  <a:cubicBezTo>
                    <a:pt x="625" y="358"/>
                    <a:pt x="650" y="334"/>
                    <a:pt x="650" y="304"/>
                  </a:cubicBezTo>
                  <a:lnTo>
                    <a:pt x="650" y="15"/>
                  </a:lnTo>
                  <a:cubicBezTo>
                    <a:pt x="650" y="10"/>
                    <a:pt x="646" y="5"/>
                    <a:pt x="642" y="3"/>
                  </a:cubicBezTo>
                </a:path>
              </a:pathLst>
            </a:custGeom>
            <a:solidFill>
              <a:srgbClr val="153244"/>
            </a:solidFill>
            <a:ln>
              <a:noFill/>
            </a:ln>
          </p:spPr>
          <p:txBody>
            <a:bodyPr anchorCtr="0" anchor="t" bIns="6700" lIns="13400" spcFirstLastPara="1" rIns="13400" wrap="square" tIns="6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i="0" sz="234" u="none">
                <a:solidFill>
                  <a:srgbClr val="000000"/>
                </a:solidFill>
                <a:latin typeface="Nunito Medium"/>
                <a:ea typeface="Nunito Medium"/>
                <a:cs typeface="Nunito Medium"/>
                <a:sym typeface="Nunito Medium"/>
              </a:endParaRPr>
            </a:p>
          </p:txBody>
        </p:sp>
      </p:grpSp>
      <p:sp>
        <p:nvSpPr>
          <p:cNvPr id="581" name="Google Shape;581;p29"/>
          <p:cNvSpPr/>
          <p:nvPr/>
        </p:nvSpPr>
        <p:spPr>
          <a:xfrm>
            <a:off x="6322935" y="2978704"/>
            <a:ext cx="1224300" cy="437400"/>
          </a:xfrm>
          <a:prstGeom prst="roundRect">
            <a:avLst>
              <a:gd fmla="val 8271" name="adj"/>
            </a:avLst>
          </a:prstGeom>
          <a:solidFill>
            <a:srgbClr val="F1F6FD"/>
          </a:solidFill>
          <a:ln>
            <a:noFill/>
          </a:ln>
        </p:spPr>
        <p:txBody>
          <a:bodyPr anchorCtr="0" anchor="t" bIns="0" lIns="91425" spcFirstLastPara="1" rIns="91425" wrap="square" tIns="234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s" sz="9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xx</a:t>
            </a:r>
            <a:r>
              <a:rPr b="1" lang="es" sz="9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(xx%)</a:t>
            </a:r>
            <a:endParaRPr b="1" sz="9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 sz="9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582" name="Google Shape;582;p29"/>
          <p:cNvSpPr/>
          <p:nvPr/>
        </p:nvSpPr>
        <p:spPr>
          <a:xfrm>
            <a:off x="6322935" y="2978695"/>
            <a:ext cx="1224300" cy="189600"/>
          </a:xfrm>
          <a:prstGeom prst="roundRect">
            <a:avLst>
              <a:gd fmla="val 16667" name="adj"/>
            </a:avLst>
          </a:prstGeom>
          <a:solidFill>
            <a:srgbClr val="C27BA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latin typeface="Archivo"/>
                <a:ea typeface="Archivo"/>
                <a:cs typeface="Archivo"/>
                <a:sym typeface="Archivo"/>
              </a:rPr>
              <a:t>Atendidos</a:t>
            </a:r>
            <a:endParaRPr b="1" sz="800">
              <a:solidFill>
                <a:srgbClr val="153244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pic>
        <p:nvPicPr>
          <p:cNvPr id="583" name="Google Shape;583;p29" title="telefon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383368" y="3011578"/>
            <a:ext cx="129475" cy="129457"/>
          </a:xfrm>
          <a:prstGeom prst="rect">
            <a:avLst/>
          </a:prstGeom>
          <a:noFill/>
          <a:ln>
            <a:noFill/>
          </a:ln>
        </p:spPr>
      </p:pic>
      <p:sp>
        <p:nvSpPr>
          <p:cNvPr id="584" name="Google Shape;584;p29"/>
          <p:cNvSpPr/>
          <p:nvPr/>
        </p:nvSpPr>
        <p:spPr>
          <a:xfrm>
            <a:off x="3431332" y="2465357"/>
            <a:ext cx="1406700" cy="437400"/>
          </a:xfrm>
          <a:prstGeom prst="roundRect">
            <a:avLst>
              <a:gd fmla="val 8271" name="adj"/>
            </a:avLst>
          </a:prstGeom>
          <a:solidFill>
            <a:srgbClr val="F1F6FD"/>
          </a:solidFill>
          <a:ln>
            <a:noFill/>
          </a:ln>
        </p:spPr>
        <p:txBody>
          <a:bodyPr anchorCtr="0" anchor="t" bIns="0" lIns="91425" spcFirstLastPara="1" rIns="91425" wrap="square" tIns="234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s" sz="900">
                <a:latin typeface="Archivo"/>
                <a:ea typeface="Archivo"/>
                <a:cs typeface="Archivo"/>
                <a:sym typeface="Archivo"/>
              </a:rPr>
              <a:t>xx</a:t>
            </a:r>
            <a:endParaRPr b="1" sz="900">
              <a:solidFill>
                <a:srgbClr val="000000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 sz="900">
              <a:solidFill>
                <a:srgbClr val="000000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585" name="Google Shape;585;p29"/>
          <p:cNvSpPr/>
          <p:nvPr/>
        </p:nvSpPr>
        <p:spPr>
          <a:xfrm>
            <a:off x="3431332" y="2465348"/>
            <a:ext cx="1406700" cy="1896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latin typeface="Archivo"/>
                <a:ea typeface="Archivo"/>
                <a:cs typeface="Archivo"/>
                <a:sym typeface="Archivo"/>
              </a:rPr>
              <a:t>Impresiones</a:t>
            </a:r>
            <a:endParaRPr b="1" sz="800">
              <a:solidFill>
                <a:srgbClr val="153244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pic>
        <p:nvPicPr>
          <p:cNvPr id="586" name="Google Shape;586;p29" title="telefono-movil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684697" y="2498222"/>
            <a:ext cx="129475" cy="129475"/>
          </a:xfrm>
          <a:prstGeom prst="rect">
            <a:avLst/>
          </a:prstGeom>
          <a:noFill/>
          <a:ln>
            <a:noFill/>
          </a:ln>
        </p:spPr>
      </p:pic>
      <p:sp>
        <p:nvSpPr>
          <p:cNvPr id="587" name="Google Shape;587;p29"/>
          <p:cNvSpPr/>
          <p:nvPr/>
        </p:nvSpPr>
        <p:spPr>
          <a:xfrm>
            <a:off x="3429879" y="1963991"/>
            <a:ext cx="1406700" cy="437400"/>
          </a:xfrm>
          <a:prstGeom prst="roundRect">
            <a:avLst>
              <a:gd fmla="val 8271" name="adj"/>
            </a:avLst>
          </a:prstGeom>
          <a:solidFill>
            <a:srgbClr val="F1F6FD"/>
          </a:solidFill>
          <a:ln>
            <a:noFill/>
          </a:ln>
        </p:spPr>
        <p:txBody>
          <a:bodyPr anchorCtr="0" anchor="t" bIns="0" lIns="91425" spcFirstLastPara="1" rIns="91425" wrap="square" tIns="234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s" sz="900">
                <a:latin typeface="Archivo"/>
                <a:ea typeface="Archivo"/>
                <a:cs typeface="Archivo"/>
                <a:sym typeface="Archivo"/>
              </a:rPr>
              <a:t>xx</a:t>
            </a:r>
            <a:r>
              <a:rPr b="1" lang="es" sz="900">
                <a:latin typeface="Archivo"/>
                <a:ea typeface="Archivo"/>
                <a:cs typeface="Archivo"/>
                <a:sym typeface="Archivo"/>
              </a:rPr>
              <a:t> </a:t>
            </a:r>
            <a:r>
              <a:rPr b="1" lang="es" sz="900">
                <a:solidFill>
                  <a:srgbClr val="6AA84F"/>
                </a:solidFill>
                <a:latin typeface="Archivo"/>
                <a:ea typeface="Archivo"/>
                <a:cs typeface="Archivo"/>
                <a:sym typeface="Archivo"/>
              </a:rPr>
              <a:t>(xx%)</a:t>
            </a:r>
            <a:endParaRPr b="1" sz="900">
              <a:solidFill>
                <a:srgbClr val="6AA84F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 sz="900">
              <a:solidFill>
                <a:srgbClr val="000000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588" name="Google Shape;588;p29"/>
          <p:cNvSpPr/>
          <p:nvPr/>
        </p:nvSpPr>
        <p:spPr>
          <a:xfrm>
            <a:off x="3430329" y="1959019"/>
            <a:ext cx="1406700" cy="1896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000000"/>
                </a:solidFill>
                <a:latin typeface="Archivo"/>
                <a:ea typeface="Archivo"/>
                <a:cs typeface="Archivo"/>
                <a:sym typeface="Archivo"/>
              </a:rPr>
              <a:t>Clics (CTR)</a:t>
            </a:r>
            <a:endParaRPr b="1" sz="800">
              <a:solidFill>
                <a:srgbClr val="000000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pic>
        <p:nvPicPr>
          <p:cNvPr id="589" name="Google Shape;589;p29" title="telefono-movil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683694" y="1991893"/>
            <a:ext cx="129475" cy="129475"/>
          </a:xfrm>
          <a:prstGeom prst="rect">
            <a:avLst/>
          </a:prstGeom>
          <a:noFill/>
          <a:ln>
            <a:noFill/>
          </a:ln>
        </p:spPr>
      </p:pic>
      <p:sp>
        <p:nvSpPr>
          <p:cNvPr id="590" name="Google Shape;590;p29"/>
          <p:cNvSpPr/>
          <p:nvPr/>
        </p:nvSpPr>
        <p:spPr>
          <a:xfrm>
            <a:off x="3439353" y="2978704"/>
            <a:ext cx="1406700" cy="437400"/>
          </a:xfrm>
          <a:prstGeom prst="roundRect">
            <a:avLst>
              <a:gd fmla="val 8271" name="adj"/>
            </a:avLst>
          </a:prstGeom>
          <a:solidFill>
            <a:srgbClr val="F1F6FD"/>
          </a:solidFill>
          <a:ln>
            <a:noFill/>
          </a:ln>
        </p:spPr>
        <p:txBody>
          <a:bodyPr anchorCtr="0" anchor="t" bIns="0" lIns="91425" spcFirstLastPara="1" rIns="91425" wrap="square" tIns="234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s" sz="900">
                <a:latin typeface="Archivo"/>
                <a:ea typeface="Archivo"/>
                <a:cs typeface="Archivo"/>
                <a:sym typeface="Archivo"/>
              </a:rPr>
              <a:t>xx</a:t>
            </a:r>
            <a:r>
              <a:rPr b="1" lang="es" sz="900">
                <a:latin typeface="Archivo"/>
                <a:ea typeface="Archivo"/>
                <a:cs typeface="Archivo"/>
                <a:sym typeface="Archivo"/>
              </a:rPr>
              <a:t> </a:t>
            </a:r>
            <a:r>
              <a:rPr b="1" lang="es" sz="900">
                <a:solidFill>
                  <a:srgbClr val="000000"/>
                </a:solidFill>
                <a:latin typeface="Archivo"/>
                <a:ea typeface="Archivo"/>
                <a:cs typeface="Archivo"/>
                <a:sym typeface="Archivo"/>
              </a:rPr>
              <a:t>(</a:t>
            </a:r>
            <a:r>
              <a:rPr b="1" lang="es" sz="900">
                <a:latin typeface="Archivo"/>
                <a:ea typeface="Archivo"/>
                <a:cs typeface="Archivo"/>
                <a:sym typeface="Archivo"/>
              </a:rPr>
              <a:t>xx</a:t>
            </a:r>
            <a:r>
              <a:rPr b="1" lang="es" sz="900">
                <a:latin typeface="Archivo"/>
                <a:ea typeface="Archivo"/>
                <a:cs typeface="Archivo"/>
                <a:sym typeface="Archivo"/>
              </a:rPr>
              <a:t>%</a:t>
            </a:r>
            <a:r>
              <a:rPr b="1" lang="es" sz="900">
                <a:solidFill>
                  <a:srgbClr val="000000"/>
                </a:solidFill>
                <a:latin typeface="Archivo"/>
                <a:ea typeface="Archivo"/>
                <a:cs typeface="Archivo"/>
                <a:sym typeface="Archivo"/>
              </a:rPr>
              <a:t>)</a:t>
            </a:r>
            <a:endParaRPr b="1" sz="900">
              <a:solidFill>
                <a:srgbClr val="000000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 sz="900">
              <a:solidFill>
                <a:srgbClr val="000000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591" name="Google Shape;591;p29"/>
          <p:cNvSpPr/>
          <p:nvPr/>
        </p:nvSpPr>
        <p:spPr>
          <a:xfrm>
            <a:off x="3439353" y="2978695"/>
            <a:ext cx="1406700" cy="1896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latin typeface="Archivo"/>
                <a:ea typeface="Archivo"/>
                <a:cs typeface="Archivo"/>
                <a:sym typeface="Archivo"/>
              </a:rPr>
              <a:t>Alcance</a:t>
            </a:r>
            <a:endParaRPr b="1" sz="800">
              <a:solidFill>
                <a:srgbClr val="153244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pic>
        <p:nvPicPr>
          <p:cNvPr id="592" name="Google Shape;592;p29" title="telefono-movil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692718" y="3011569"/>
            <a:ext cx="129475" cy="129475"/>
          </a:xfrm>
          <a:prstGeom prst="rect">
            <a:avLst/>
          </a:prstGeom>
          <a:noFill/>
          <a:ln>
            <a:noFill/>
          </a:ln>
        </p:spPr>
      </p:pic>
      <p:sp>
        <p:nvSpPr>
          <p:cNvPr id="593" name="Google Shape;593;p29"/>
          <p:cNvSpPr/>
          <p:nvPr/>
        </p:nvSpPr>
        <p:spPr>
          <a:xfrm>
            <a:off x="3416138" y="3909642"/>
            <a:ext cx="1406700" cy="437400"/>
          </a:xfrm>
          <a:prstGeom prst="roundRect">
            <a:avLst>
              <a:gd fmla="val 8271" name="adj"/>
            </a:avLst>
          </a:prstGeom>
          <a:solidFill>
            <a:srgbClr val="F1F6FD"/>
          </a:solidFill>
          <a:ln>
            <a:noFill/>
          </a:ln>
        </p:spPr>
        <p:txBody>
          <a:bodyPr anchorCtr="0" anchor="t" bIns="0" lIns="91425" spcFirstLastPara="1" rIns="91425" wrap="square" tIns="234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s" sz="900">
                <a:latin typeface="Archivo"/>
                <a:ea typeface="Archivo"/>
                <a:cs typeface="Archivo"/>
                <a:sym typeface="Archivo"/>
              </a:rPr>
              <a:t>xx</a:t>
            </a:r>
            <a:endParaRPr b="1" sz="900">
              <a:solidFill>
                <a:srgbClr val="000000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 sz="900">
              <a:solidFill>
                <a:srgbClr val="000000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594" name="Google Shape;594;p29"/>
          <p:cNvSpPr/>
          <p:nvPr/>
        </p:nvSpPr>
        <p:spPr>
          <a:xfrm>
            <a:off x="3416138" y="3909633"/>
            <a:ext cx="1406700" cy="1896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latin typeface="Archivo"/>
                <a:ea typeface="Archivo"/>
                <a:cs typeface="Archivo"/>
                <a:sym typeface="Archivo"/>
              </a:rPr>
              <a:t>Habitantes del eje</a:t>
            </a:r>
            <a:endParaRPr b="1" sz="800">
              <a:solidFill>
                <a:srgbClr val="153244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595" name="Google Shape;595;p29"/>
          <p:cNvSpPr/>
          <p:nvPr/>
        </p:nvSpPr>
        <p:spPr>
          <a:xfrm>
            <a:off x="7632170" y="4296458"/>
            <a:ext cx="1224300" cy="437400"/>
          </a:xfrm>
          <a:prstGeom prst="roundRect">
            <a:avLst>
              <a:gd fmla="val 8271" name="adj"/>
            </a:avLst>
          </a:prstGeom>
          <a:solidFill>
            <a:srgbClr val="F1F6FD"/>
          </a:solidFill>
          <a:ln>
            <a:noFill/>
          </a:ln>
        </p:spPr>
        <p:txBody>
          <a:bodyPr anchorCtr="0" anchor="t" bIns="0" lIns="91425" spcFirstLastPara="1" rIns="91425" wrap="square" tIns="234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s" sz="900">
                <a:latin typeface="Archivo"/>
                <a:ea typeface="Archivo"/>
                <a:cs typeface="Archivo"/>
                <a:sym typeface="Archivo"/>
              </a:rPr>
              <a:t>xx</a:t>
            </a:r>
            <a:endParaRPr b="1" sz="900">
              <a:solidFill>
                <a:srgbClr val="000000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 sz="900">
              <a:solidFill>
                <a:srgbClr val="000000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596" name="Google Shape;596;p29"/>
          <p:cNvSpPr/>
          <p:nvPr/>
        </p:nvSpPr>
        <p:spPr>
          <a:xfrm>
            <a:off x="7632170" y="4296448"/>
            <a:ext cx="1224300" cy="189600"/>
          </a:xfrm>
          <a:prstGeom prst="roundRect">
            <a:avLst>
              <a:gd fmla="val 16667" name="adj"/>
            </a:avLst>
          </a:prstGeom>
          <a:solidFill>
            <a:srgbClr val="FFCC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latin typeface="Archivo"/>
                <a:ea typeface="Archivo"/>
                <a:cs typeface="Archivo"/>
                <a:sym typeface="Archivo"/>
              </a:rPr>
              <a:t>Base total</a:t>
            </a:r>
            <a:endParaRPr b="1" sz="800">
              <a:solidFill>
                <a:srgbClr val="153244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597" name="Google Shape;597;p29"/>
          <p:cNvSpPr/>
          <p:nvPr/>
        </p:nvSpPr>
        <p:spPr>
          <a:xfrm>
            <a:off x="7631167" y="3772081"/>
            <a:ext cx="1224300" cy="437400"/>
          </a:xfrm>
          <a:prstGeom prst="roundRect">
            <a:avLst>
              <a:gd fmla="val 8271" name="adj"/>
            </a:avLst>
          </a:prstGeom>
          <a:solidFill>
            <a:srgbClr val="F1F6FD"/>
          </a:solidFill>
          <a:ln>
            <a:noFill/>
          </a:ln>
        </p:spPr>
        <p:txBody>
          <a:bodyPr anchorCtr="0" anchor="t" bIns="0" lIns="91425" spcFirstLastPara="1" rIns="91425" wrap="square" tIns="234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s" sz="900">
                <a:latin typeface="Archivo"/>
                <a:ea typeface="Archivo"/>
                <a:cs typeface="Archivo"/>
                <a:sym typeface="Archivo"/>
              </a:rPr>
              <a:t>xx</a:t>
            </a:r>
            <a:endParaRPr b="1" sz="900"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 sz="900">
              <a:solidFill>
                <a:srgbClr val="000000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598" name="Google Shape;598;p29"/>
          <p:cNvSpPr/>
          <p:nvPr/>
        </p:nvSpPr>
        <p:spPr>
          <a:xfrm>
            <a:off x="7631167" y="3772072"/>
            <a:ext cx="1224300" cy="189600"/>
          </a:xfrm>
          <a:prstGeom prst="roundRect">
            <a:avLst>
              <a:gd fmla="val 16667" name="adj"/>
            </a:avLst>
          </a:prstGeom>
          <a:solidFill>
            <a:srgbClr val="FFCC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latin typeface="Archivo"/>
                <a:ea typeface="Archivo"/>
                <a:cs typeface="Archivo"/>
                <a:sym typeface="Archivo"/>
              </a:rPr>
              <a:t>Base llamada</a:t>
            </a:r>
            <a:endParaRPr b="1" sz="800">
              <a:solidFill>
                <a:srgbClr val="153244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grpSp>
        <p:nvGrpSpPr>
          <p:cNvPr id="599" name="Google Shape;599;p29"/>
          <p:cNvGrpSpPr/>
          <p:nvPr/>
        </p:nvGrpSpPr>
        <p:grpSpPr>
          <a:xfrm>
            <a:off x="8705947" y="3821402"/>
            <a:ext cx="77078" cy="96820"/>
            <a:chOff x="3731750" y="3001050"/>
            <a:chExt cx="1526300" cy="1940275"/>
          </a:xfrm>
        </p:grpSpPr>
        <p:sp>
          <p:nvSpPr>
            <p:cNvPr id="600" name="Google Shape;600;p29"/>
            <p:cNvSpPr/>
            <p:nvPr/>
          </p:nvSpPr>
          <p:spPr>
            <a:xfrm>
              <a:off x="3731750" y="3194975"/>
              <a:ext cx="1526300" cy="1746350"/>
            </a:xfrm>
            <a:custGeom>
              <a:rect b="b" l="l" r="r" t="t"/>
              <a:pathLst>
                <a:path extrusionOk="0" h="69854" w="61052">
                  <a:moveTo>
                    <a:pt x="30954" y="1"/>
                  </a:moveTo>
                  <a:cubicBezTo>
                    <a:pt x="29984" y="1"/>
                    <a:pt x="29005" y="73"/>
                    <a:pt x="28021" y="204"/>
                  </a:cubicBezTo>
                  <a:cubicBezTo>
                    <a:pt x="22892" y="878"/>
                    <a:pt x="18971" y="3373"/>
                    <a:pt x="16496" y="7947"/>
                  </a:cubicBezTo>
                  <a:cubicBezTo>
                    <a:pt x="14219" y="12165"/>
                    <a:pt x="14080" y="16700"/>
                    <a:pt x="14754" y="21314"/>
                  </a:cubicBezTo>
                  <a:cubicBezTo>
                    <a:pt x="15506" y="26462"/>
                    <a:pt x="17843" y="30918"/>
                    <a:pt x="21031" y="34958"/>
                  </a:cubicBezTo>
                  <a:cubicBezTo>
                    <a:pt x="21486" y="35532"/>
                    <a:pt x="21922" y="36126"/>
                    <a:pt x="22259" y="36760"/>
                  </a:cubicBezTo>
                  <a:cubicBezTo>
                    <a:pt x="23387" y="38839"/>
                    <a:pt x="22813" y="40918"/>
                    <a:pt x="20813" y="42146"/>
                  </a:cubicBezTo>
                  <a:cubicBezTo>
                    <a:pt x="20278" y="42463"/>
                    <a:pt x="19704" y="42700"/>
                    <a:pt x="19150" y="42958"/>
                  </a:cubicBezTo>
                  <a:cubicBezTo>
                    <a:pt x="15862" y="44582"/>
                    <a:pt x="12516" y="46087"/>
                    <a:pt x="9328" y="47869"/>
                  </a:cubicBezTo>
                  <a:cubicBezTo>
                    <a:pt x="7288" y="48998"/>
                    <a:pt x="5347" y="50423"/>
                    <a:pt x="3585" y="51948"/>
                  </a:cubicBezTo>
                  <a:cubicBezTo>
                    <a:pt x="912" y="54265"/>
                    <a:pt x="1" y="57335"/>
                    <a:pt x="674" y="60780"/>
                  </a:cubicBezTo>
                  <a:cubicBezTo>
                    <a:pt x="1268" y="63731"/>
                    <a:pt x="3387" y="65394"/>
                    <a:pt x="5941" y="66582"/>
                  </a:cubicBezTo>
                  <a:cubicBezTo>
                    <a:pt x="9783" y="68404"/>
                    <a:pt x="13902" y="69097"/>
                    <a:pt x="18061" y="69394"/>
                  </a:cubicBezTo>
                  <a:cubicBezTo>
                    <a:pt x="22714" y="69731"/>
                    <a:pt x="27368" y="69830"/>
                    <a:pt x="32021" y="69850"/>
                  </a:cubicBezTo>
                  <a:cubicBezTo>
                    <a:pt x="32434" y="69852"/>
                    <a:pt x="32848" y="69854"/>
                    <a:pt x="33261" y="69854"/>
                  </a:cubicBezTo>
                  <a:cubicBezTo>
                    <a:pt x="38768" y="69854"/>
                    <a:pt x="44269" y="69586"/>
                    <a:pt x="49685" y="68444"/>
                  </a:cubicBezTo>
                  <a:cubicBezTo>
                    <a:pt x="52358" y="67869"/>
                    <a:pt x="54952" y="67117"/>
                    <a:pt x="57249" y="65572"/>
                  </a:cubicBezTo>
                  <a:cubicBezTo>
                    <a:pt x="58735" y="64562"/>
                    <a:pt x="59923" y="63295"/>
                    <a:pt x="60259" y="61473"/>
                  </a:cubicBezTo>
                  <a:cubicBezTo>
                    <a:pt x="61051" y="57315"/>
                    <a:pt x="59982" y="53770"/>
                    <a:pt x="56675" y="50978"/>
                  </a:cubicBezTo>
                  <a:cubicBezTo>
                    <a:pt x="54517" y="49156"/>
                    <a:pt x="52121" y="47711"/>
                    <a:pt x="49546" y="46562"/>
                  </a:cubicBezTo>
                  <a:cubicBezTo>
                    <a:pt x="46853" y="45334"/>
                    <a:pt x="44101" y="44245"/>
                    <a:pt x="41388" y="43037"/>
                  </a:cubicBezTo>
                  <a:cubicBezTo>
                    <a:pt x="39308" y="42126"/>
                    <a:pt x="37962" y="40700"/>
                    <a:pt x="38398" y="38205"/>
                  </a:cubicBezTo>
                  <a:cubicBezTo>
                    <a:pt x="38417" y="38146"/>
                    <a:pt x="38378" y="38087"/>
                    <a:pt x="38338" y="37968"/>
                  </a:cubicBezTo>
                  <a:cubicBezTo>
                    <a:pt x="37615" y="37968"/>
                    <a:pt x="36907" y="37973"/>
                    <a:pt x="36204" y="37973"/>
                  </a:cubicBezTo>
                  <a:cubicBezTo>
                    <a:pt x="35501" y="37973"/>
                    <a:pt x="34803" y="37968"/>
                    <a:pt x="34100" y="37948"/>
                  </a:cubicBezTo>
                  <a:cubicBezTo>
                    <a:pt x="31823" y="37888"/>
                    <a:pt x="29962" y="36067"/>
                    <a:pt x="29744" y="33710"/>
                  </a:cubicBezTo>
                  <a:cubicBezTo>
                    <a:pt x="29546" y="31453"/>
                    <a:pt x="31051" y="29195"/>
                    <a:pt x="33269" y="28878"/>
                  </a:cubicBezTo>
                  <a:cubicBezTo>
                    <a:pt x="34081" y="28760"/>
                    <a:pt x="34902" y="28720"/>
                    <a:pt x="35727" y="28720"/>
                  </a:cubicBezTo>
                  <a:cubicBezTo>
                    <a:pt x="36551" y="28720"/>
                    <a:pt x="37378" y="28760"/>
                    <a:pt x="38200" y="28799"/>
                  </a:cubicBezTo>
                  <a:cubicBezTo>
                    <a:pt x="38833" y="28819"/>
                    <a:pt x="39447" y="29235"/>
                    <a:pt x="40081" y="29453"/>
                  </a:cubicBezTo>
                  <a:cubicBezTo>
                    <a:pt x="40307" y="29540"/>
                    <a:pt x="40549" y="29658"/>
                    <a:pt x="40766" y="29658"/>
                  </a:cubicBezTo>
                  <a:cubicBezTo>
                    <a:pt x="40796" y="29658"/>
                    <a:pt x="40825" y="29655"/>
                    <a:pt x="40853" y="29651"/>
                  </a:cubicBezTo>
                  <a:cubicBezTo>
                    <a:pt x="41705" y="29492"/>
                    <a:pt x="42556" y="29314"/>
                    <a:pt x="43388" y="29076"/>
                  </a:cubicBezTo>
                  <a:cubicBezTo>
                    <a:pt x="43665" y="28997"/>
                    <a:pt x="43962" y="28720"/>
                    <a:pt x="44081" y="28443"/>
                  </a:cubicBezTo>
                  <a:cubicBezTo>
                    <a:pt x="46398" y="23472"/>
                    <a:pt x="47348" y="18264"/>
                    <a:pt x="46299" y="12819"/>
                  </a:cubicBezTo>
                  <a:cubicBezTo>
                    <a:pt x="45249" y="7373"/>
                    <a:pt x="42398" y="3274"/>
                    <a:pt x="37110" y="1135"/>
                  </a:cubicBezTo>
                  <a:cubicBezTo>
                    <a:pt x="35107" y="337"/>
                    <a:pt x="33049" y="1"/>
                    <a:pt x="30954" y="1"/>
                  </a:cubicBezTo>
                  <a:close/>
                </a:path>
              </a:pathLst>
            </a:custGeom>
            <a:solidFill>
              <a:srgbClr val="153244"/>
            </a:solidFill>
            <a:ln>
              <a:noFill/>
            </a:ln>
          </p:spPr>
          <p:txBody>
            <a:bodyPr anchorCtr="0" anchor="ctr" bIns="48525" lIns="48525" spcFirstLastPara="1" rIns="48525" wrap="square" tIns="485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1" name="Google Shape;601;p29"/>
            <p:cNvSpPr/>
            <p:nvPr/>
          </p:nvSpPr>
          <p:spPr>
            <a:xfrm>
              <a:off x="3823825" y="3001050"/>
              <a:ext cx="1339675" cy="1089200"/>
            </a:xfrm>
            <a:custGeom>
              <a:rect b="b" l="l" r="r" t="t"/>
              <a:pathLst>
                <a:path extrusionOk="0" h="43568" w="53587">
                  <a:moveTo>
                    <a:pt x="26776" y="1"/>
                  </a:moveTo>
                  <a:cubicBezTo>
                    <a:pt x="25341" y="1"/>
                    <a:pt x="23884" y="123"/>
                    <a:pt x="22417" y="377"/>
                  </a:cubicBezTo>
                  <a:cubicBezTo>
                    <a:pt x="11526" y="2258"/>
                    <a:pt x="3070" y="11684"/>
                    <a:pt x="2357" y="22754"/>
                  </a:cubicBezTo>
                  <a:cubicBezTo>
                    <a:pt x="2338" y="23031"/>
                    <a:pt x="2120" y="23387"/>
                    <a:pt x="1902" y="23546"/>
                  </a:cubicBezTo>
                  <a:cubicBezTo>
                    <a:pt x="654" y="24457"/>
                    <a:pt x="1" y="25645"/>
                    <a:pt x="21" y="27190"/>
                  </a:cubicBezTo>
                  <a:lnTo>
                    <a:pt x="21" y="34952"/>
                  </a:lnTo>
                  <a:cubicBezTo>
                    <a:pt x="21" y="35249"/>
                    <a:pt x="41" y="35566"/>
                    <a:pt x="100" y="35863"/>
                  </a:cubicBezTo>
                  <a:cubicBezTo>
                    <a:pt x="546" y="37872"/>
                    <a:pt x="2180" y="39147"/>
                    <a:pt x="4231" y="39147"/>
                  </a:cubicBezTo>
                  <a:cubicBezTo>
                    <a:pt x="4364" y="39147"/>
                    <a:pt x="4499" y="39141"/>
                    <a:pt x="4635" y="39130"/>
                  </a:cubicBezTo>
                  <a:cubicBezTo>
                    <a:pt x="6754" y="38952"/>
                    <a:pt x="8298" y="37269"/>
                    <a:pt x="8338" y="34952"/>
                  </a:cubicBezTo>
                  <a:cubicBezTo>
                    <a:pt x="8397" y="32358"/>
                    <a:pt x="8358" y="29784"/>
                    <a:pt x="8358" y="27190"/>
                  </a:cubicBezTo>
                  <a:cubicBezTo>
                    <a:pt x="8338" y="25665"/>
                    <a:pt x="7764" y="24437"/>
                    <a:pt x="6457" y="23546"/>
                  </a:cubicBezTo>
                  <a:cubicBezTo>
                    <a:pt x="6278" y="23407"/>
                    <a:pt x="6120" y="23051"/>
                    <a:pt x="6140" y="22793"/>
                  </a:cubicBezTo>
                  <a:cubicBezTo>
                    <a:pt x="6239" y="21823"/>
                    <a:pt x="6377" y="20853"/>
                    <a:pt x="6575" y="19902"/>
                  </a:cubicBezTo>
                  <a:cubicBezTo>
                    <a:pt x="8597" y="10434"/>
                    <a:pt x="17431" y="3695"/>
                    <a:pt x="26806" y="3695"/>
                  </a:cubicBezTo>
                  <a:cubicBezTo>
                    <a:pt x="28177" y="3695"/>
                    <a:pt x="29558" y="3839"/>
                    <a:pt x="30932" y="4139"/>
                  </a:cubicBezTo>
                  <a:cubicBezTo>
                    <a:pt x="40121" y="6159"/>
                    <a:pt x="46576" y="13427"/>
                    <a:pt x="47447" y="22813"/>
                  </a:cubicBezTo>
                  <a:cubicBezTo>
                    <a:pt x="47467" y="23051"/>
                    <a:pt x="47329" y="23427"/>
                    <a:pt x="47131" y="23546"/>
                  </a:cubicBezTo>
                  <a:cubicBezTo>
                    <a:pt x="45784" y="24477"/>
                    <a:pt x="45230" y="25784"/>
                    <a:pt x="45249" y="27368"/>
                  </a:cubicBezTo>
                  <a:lnTo>
                    <a:pt x="45249" y="32516"/>
                  </a:lnTo>
                  <a:lnTo>
                    <a:pt x="45249" y="36754"/>
                  </a:lnTo>
                  <a:cubicBezTo>
                    <a:pt x="42853" y="38378"/>
                    <a:pt x="39962" y="39249"/>
                    <a:pt x="36913" y="39665"/>
                  </a:cubicBezTo>
                  <a:cubicBezTo>
                    <a:pt x="36772" y="39683"/>
                    <a:pt x="36637" y="39694"/>
                    <a:pt x="36508" y="39694"/>
                  </a:cubicBezTo>
                  <a:cubicBezTo>
                    <a:pt x="36073" y="39694"/>
                    <a:pt x="35695" y="39571"/>
                    <a:pt x="35328" y="39190"/>
                  </a:cubicBezTo>
                  <a:cubicBezTo>
                    <a:pt x="35031" y="38893"/>
                    <a:pt x="34497" y="38715"/>
                    <a:pt x="34041" y="38675"/>
                  </a:cubicBezTo>
                  <a:cubicBezTo>
                    <a:pt x="33416" y="38643"/>
                    <a:pt x="32785" y="38623"/>
                    <a:pt x="32154" y="38623"/>
                  </a:cubicBezTo>
                  <a:cubicBezTo>
                    <a:pt x="31607" y="38623"/>
                    <a:pt x="31060" y="38638"/>
                    <a:pt x="30516" y="38675"/>
                  </a:cubicBezTo>
                  <a:cubicBezTo>
                    <a:pt x="29190" y="38754"/>
                    <a:pt x="28200" y="39883"/>
                    <a:pt x="28219" y="41131"/>
                  </a:cubicBezTo>
                  <a:cubicBezTo>
                    <a:pt x="28239" y="42477"/>
                    <a:pt x="29269" y="43487"/>
                    <a:pt x="30655" y="43527"/>
                  </a:cubicBezTo>
                  <a:cubicBezTo>
                    <a:pt x="31262" y="43538"/>
                    <a:pt x="31874" y="43567"/>
                    <a:pt x="32486" y="43567"/>
                  </a:cubicBezTo>
                  <a:cubicBezTo>
                    <a:pt x="32973" y="43567"/>
                    <a:pt x="33460" y="43548"/>
                    <a:pt x="33942" y="43487"/>
                  </a:cubicBezTo>
                  <a:cubicBezTo>
                    <a:pt x="34556" y="43408"/>
                    <a:pt x="35130" y="42972"/>
                    <a:pt x="35705" y="42695"/>
                  </a:cubicBezTo>
                  <a:cubicBezTo>
                    <a:pt x="36061" y="42517"/>
                    <a:pt x="36398" y="42220"/>
                    <a:pt x="36774" y="42180"/>
                  </a:cubicBezTo>
                  <a:cubicBezTo>
                    <a:pt x="40259" y="41764"/>
                    <a:pt x="43586" y="40853"/>
                    <a:pt x="46537" y="38893"/>
                  </a:cubicBezTo>
                  <a:cubicBezTo>
                    <a:pt x="46782" y="38737"/>
                    <a:pt x="46983" y="38662"/>
                    <a:pt x="47197" y="38662"/>
                  </a:cubicBezTo>
                  <a:cubicBezTo>
                    <a:pt x="47363" y="38662"/>
                    <a:pt x="47537" y="38707"/>
                    <a:pt x="47745" y="38794"/>
                  </a:cubicBezTo>
                  <a:cubicBezTo>
                    <a:pt x="48333" y="39038"/>
                    <a:pt x="48922" y="39152"/>
                    <a:pt x="49487" y="39152"/>
                  </a:cubicBezTo>
                  <a:cubicBezTo>
                    <a:pt x="51715" y="39152"/>
                    <a:pt x="53570" y="37381"/>
                    <a:pt x="53586" y="34853"/>
                  </a:cubicBezTo>
                  <a:cubicBezTo>
                    <a:pt x="53586" y="32299"/>
                    <a:pt x="53566" y="29744"/>
                    <a:pt x="53586" y="27190"/>
                  </a:cubicBezTo>
                  <a:cubicBezTo>
                    <a:pt x="53586" y="25645"/>
                    <a:pt x="52972" y="24457"/>
                    <a:pt x="51705" y="23546"/>
                  </a:cubicBezTo>
                  <a:cubicBezTo>
                    <a:pt x="51467" y="23387"/>
                    <a:pt x="51289" y="23051"/>
                    <a:pt x="51250" y="22754"/>
                  </a:cubicBezTo>
                  <a:cubicBezTo>
                    <a:pt x="51071" y="21744"/>
                    <a:pt x="51032" y="20694"/>
                    <a:pt x="50834" y="19684"/>
                  </a:cubicBezTo>
                  <a:cubicBezTo>
                    <a:pt x="48438" y="7970"/>
                    <a:pt x="38332" y="1"/>
                    <a:pt x="26776" y="1"/>
                  </a:cubicBezTo>
                  <a:close/>
                </a:path>
              </a:pathLst>
            </a:custGeom>
            <a:solidFill>
              <a:srgbClr val="153244"/>
            </a:solidFill>
            <a:ln>
              <a:noFill/>
            </a:ln>
          </p:spPr>
          <p:txBody>
            <a:bodyPr anchorCtr="0" anchor="ctr" bIns="48525" lIns="48525" spcFirstLastPara="1" rIns="48525" wrap="square" tIns="485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02" name="Google Shape;602;p29"/>
          <p:cNvGrpSpPr/>
          <p:nvPr/>
        </p:nvGrpSpPr>
        <p:grpSpPr>
          <a:xfrm>
            <a:off x="8710546" y="4348233"/>
            <a:ext cx="77078" cy="96820"/>
            <a:chOff x="3731750" y="3001050"/>
            <a:chExt cx="1526300" cy="1940275"/>
          </a:xfrm>
        </p:grpSpPr>
        <p:sp>
          <p:nvSpPr>
            <p:cNvPr id="603" name="Google Shape;603;p29"/>
            <p:cNvSpPr/>
            <p:nvPr/>
          </p:nvSpPr>
          <p:spPr>
            <a:xfrm>
              <a:off x="3731750" y="3194975"/>
              <a:ext cx="1526300" cy="1746350"/>
            </a:xfrm>
            <a:custGeom>
              <a:rect b="b" l="l" r="r" t="t"/>
              <a:pathLst>
                <a:path extrusionOk="0" h="69854" w="61052">
                  <a:moveTo>
                    <a:pt x="30954" y="1"/>
                  </a:moveTo>
                  <a:cubicBezTo>
                    <a:pt x="29984" y="1"/>
                    <a:pt x="29005" y="73"/>
                    <a:pt x="28021" y="204"/>
                  </a:cubicBezTo>
                  <a:cubicBezTo>
                    <a:pt x="22892" y="878"/>
                    <a:pt x="18971" y="3373"/>
                    <a:pt x="16496" y="7947"/>
                  </a:cubicBezTo>
                  <a:cubicBezTo>
                    <a:pt x="14219" y="12165"/>
                    <a:pt x="14080" y="16700"/>
                    <a:pt x="14754" y="21314"/>
                  </a:cubicBezTo>
                  <a:cubicBezTo>
                    <a:pt x="15506" y="26462"/>
                    <a:pt x="17843" y="30918"/>
                    <a:pt x="21031" y="34958"/>
                  </a:cubicBezTo>
                  <a:cubicBezTo>
                    <a:pt x="21486" y="35532"/>
                    <a:pt x="21922" y="36126"/>
                    <a:pt x="22259" y="36760"/>
                  </a:cubicBezTo>
                  <a:cubicBezTo>
                    <a:pt x="23387" y="38839"/>
                    <a:pt x="22813" y="40918"/>
                    <a:pt x="20813" y="42146"/>
                  </a:cubicBezTo>
                  <a:cubicBezTo>
                    <a:pt x="20278" y="42463"/>
                    <a:pt x="19704" y="42700"/>
                    <a:pt x="19150" y="42958"/>
                  </a:cubicBezTo>
                  <a:cubicBezTo>
                    <a:pt x="15862" y="44582"/>
                    <a:pt x="12516" y="46087"/>
                    <a:pt x="9328" y="47869"/>
                  </a:cubicBezTo>
                  <a:cubicBezTo>
                    <a:pt x="7288" y="48998"/>
                    <a:pt x="5347" y="50423"/>
                    <a:pt x="3585" y="51948"/>
                  </a:cubicBezTo>
                  <a:cubicBezTo>
                    <a:pt x="912" y="54265"/>
                    <a:pt x="1" y="57335"/>
                    <a:pt x="674" y="60780"/>
                  </a:cubicBezTo>
                  <a:cubicBezTo>
                    <a:pt x="1268" y="63731"/>
                    <a:pt x="3387" y="65394"/>
                    <a:pt x="5941" y="66582"/>
                  </a:cubicBezTo>
                  <a:cubicBezTo>
                    <a:pt x="9783" y="68404"/>
                    <a:pt x="13902" y="69097"/>
                    <a:pt x="18061" y="69394"/>
                  </a:cubicBezTo>
                  <a:cubicBezTo>
                    <a:pt x="22714" y="69731"/>
                    <a:pt x="27368" y="69830"/>
                    <a:pt x="32021" y="69850"/>
                  </a:cubicBezTo>
                  <a:cubicBezTo>
                    <a:pt x="32434" y="69852"/>
                    <a:pt x="32848" y="69854"/>
                    <a:pt x="33261" y="69854"/>
                  </a:cubicBezTo>
                  <a:cubicBezTo>
                    <a:pt x="38768" y="69854"/>
                    <a:pt x="44269" y="69586"/>
                    <a:pt x="49685" y="68444"/>
                  </a:cubicBezTo>
                  <a:cubicBezTo>
                    <a:pt x="52358" y="67869"/>
                    <a:pt x="54952" y="67117"/>
                    <a:pt x="57249" y="65572"/>
                  </a:cubicBezTo>
                  <a:cubicBezTo>
                    <a:pt x="58735" y="64562"/>
                    <a:pt x="59923" y="63295"/>
                    <a:pt x="60259" y="61473"/>
                  </a:cubicBezTo>
                  <a:cubicBezTo>
                    <a:pt x="61051" y="57315"/>
                    <a:pt x="59982" y="53770"/>
                    <a:pt x="56675" y="50978"/>
                  </a:cubicBezTo>
                  <a:cubicBezTo>
                    <a:pt x="54517" y="49156"/>
                    <a:pt x="52121" y="47711"/>
                    <a:pt x="49546" y="46562"/>
                  </a:cubicBezTo>
                  <a:cubicBezTo>
                    <a:pt x="46853" y="45334"/>
                    <a:pt x="44101" y="44245"/>
                    <a:pt x="41388" y="43037"/>
                  </a:cubicBezTo>
                  <a:cubicBezTo>
                    <a:pt x="39308" y="42126"/>
                    <a:pt x="37962" y="40700"/>
                    <a:pt x="38398" y="38205"/>
                  </a:cubicBezTo>
                  <a:cubicBezTo>
                    <a:pt x="38417" y="38146"/>
                    <a:pt x="38378" y="38087"/>
                    <a:pt x="38338" y="37968"/>
                  </a:cubicBezTo>
                  <a:cubicBezTo>
                    <a:pt x="37615" y="37968"/>
                    <a:pt x="36907" y="37973"/>
                    <a:pt x="36204" y="37973"/>
                  </a:cubicBezTo>
                  <a:cubicBezTo>
                    <a:pt x="35501" y="37973"/>
                    <a:pt x="34803" y="37968"/>
                    <a:pt x="34100" y="37948"/>
                  </a:cubicBezTo>
                  <a:cubicBezTo>
                    <a:pt x="31823" y="37888"/>
                    <a:pt x="29962" y="36067"/>
                    <a:pt x="29744" y="33710"/>
                  </a:cubicBezTo>
                  <a:cubicBezTo>
                    <a:pt x="29546" y="31453"/>
                    <a:pt x="31051" y="29195"/>
                    <a:pt x="33269" y="28878"/>
                  </a:cubicBezTo>
                  <a:cubicBezTo>
                    <a:pt x="34081" y="28760"/>
                    <a:pt x="34902" y="28720"/>
                    <a:pt x="35727" y="28720"/>
                  </a:cubicBezTo>
                  <a:cubicBezTo>
                    <a:pt x="36551" y="28720"/>
                    <a:pt x="37378" y="28760"/>
                    <a:pt x="38200" y="28799"/>
                  </a:cubicBezTo>
                  <a:cubicBezTo>
                    <a:pt x="38833" y="28819"/>
                    <a:pt x="39447" y="29235"/>
                    <a:pt x="40081" y="29453"/>
                  </a:cubicBezTo>
                  <a:cubicBezTo>
                    <a:pt x="40307" y="29540"/>
                    <a:pt x="40549" y="29658"/>
                    <a:pt x="40766" y="29658"/>
                  </a:cubicBezTo>
                  <a:cubicBezTo>
                    <a:pt x="40796" y="29658"/>
                    <a:pt x="40825" y="29655"/>
                    <a:pt x="40853" y="29651"/>
                  </a:cubicBezTo>
                  <a:cubicBezTo>
                    <a:pt x="41705" y="29492"/>
                    <a:pt x="42556" y="29314"/>
                    <a:pt x="43388" y="29076"/>
                  </a:cubicBezTo>
                  <a:cubicBezTo>
                    <a:pt x="43665" y="28997"/>
                    <a:pt x="43962" y="28720"/>
                    <a:pt x="44081" y="28443"/>
                  </a:cubicBezTo>
                  <a:cubicBezTo>
                    <a:pt x="46398" y="23472"/>
                    <a:pt x="47348" y="18264"/>
                    <a:pt x="46299" y="12819"/>
                  </a:cubicBezTo>
                  <a:cubicBezTo>
                    <a:pt x="45249" y="7373"/>
                    <a:pt x="42398" y="3274"/>
                    <a:pt x="37110" y="1135"/>
                  </a:cubicBezTo>
                  <a:cubicBezTo>
                    <a:pt x="35107" y="337"/>
                    <a:pt x="33049" y="1"/>
                    <a:pt x="30954" y="1"/>
                  </a:cubicBezTo>
                  <a:close/>
                </a:path>
              </a:pathLst>
            </a:custGeom>
            <a:solidFill>
              <a:srgbClr val="153244"/>
            </a:solidFill>
            <a:ln>
              <a:noFill/>
            </a:ln>
          </p:spPr>
          <p:txBody>
            <a:bodyPr anchorCtr="0" anchor="ctr" bIns="48525" lIns="48525" spcFirstLastPara="1" rIns="48525" wrap="square" tIns="485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4" name="Google Shape;604;p29"/>
            <p:cNvSpPr/>
            <p:nvPr/>
          </p:nvSpPr>
          <p:spPr>
            <a:xfrm>
              <a:off x="3823825" y="3001050"/>
              <a:ext cx="1339675" cy="1089200"/>
            </a:xfrm>
            <a:custGeom>
              <a:rect b="b" l="l" r="r" t="t"/>
              <a:pathLst>
                <a:path extrusionOk="0" h="43568" w="53587">
                  <a:moveTo>
                    <a:pt x="26776" y="1"/>
                  </a:moveTo>
                  <a:cubicBezTo>
                    <a:pt x="25341" y="1"/>
                    <a:pt x="23884" y="123"/>
                    <a:pt x="22417" y="377"/>
                  </a:cubicBezTo>
                  <a:cubicBezTo>
                    <a:pt x="11526" y="2258"/>
                    <a:pt x="3070" y="11684"/>
                    <a:pt x="2357" y="22754"/>
                  </a:cubicBezTo>
                  <a:cubicBezTo>
                    <a:pt x="2338" y="23031"/>
                    <a:pt x="2120" y="23387"/>
                    <a:pt x="1902" y="23546"/>
                  </a:cubicBezTo>
                  <a:cubicBezTo>
                    <a:pt x="654" y="24457"/>
                    <a:pt x="1" y="25645"/>
                    <a:pt x="21" y="27190"/>
                  </a:cubicBezTo>
                  <a:lnTo>
                    <a:pt x="21" y="34952"/>
                  </a:lnTo>
                  <a:cubicBezTo>
                    <a:pt x="21" y="35249"/>
                    <a:pt x="41" y="35566"/>
                    <a:pt x="100" y="35863"/>
                  </a:cubicBezTo>
                  <a:cubicBezTo>
                    <a:pt x="546" y="37872"/>
                    <a:pt x="2180" y="39147"/>
                    <a:pt x="4231" y="39147"/>
                  </a:cubicBezTo>
                  <a:cubicBezTo>
                    <a:pt x="4364" y="39147"/>
                    <a:pt x="4499" y="39141"/>
                    <a:pt x="4635" y="39130"/>
                  </a:cubicBezTo>
                  <a:cubicBezTo>
                    <a:pt x="6754" y="38952"/>
                    <a:pt x="8298" y="37269"/>
                    <a:pt x="8338" y="34952"/>
                  </a:cubicBezTo>
                  <a:cubicBezTo>
                    <a:pt x="8397" y="32358"/>
                    <a:pt x="8358" y="29784"/>
                    <a:pt x="8358" y="27190"/>
                  </a:cubicBezTo>
                  <a:cubicBezTo>
                    <a:pt x="8338" y="25665"/>
                    <a:pt x="7764" y="24437"/>
                    <a:pt x="6457" y="23546"/>
                  </a:cubicBezTo>
                  <a:cubicBezTo>
                    <a:pt x="6278" y="23407"/>
                    <a:pt x="6120" y="23051"/>
                    <a:pt x="6140" y="22793"/>
                  </a:cubicBezTo>
                  <a:cubicBezTo>
                    <a:pt x="6239" y="21823"/>
                    <a:pt x="6377" y="20853"/>
                    <a:pt x="6575" y="19902"/>
                  </a:cubicBezTo>
                  <a:cubicBezTo>
                    <a:pt x="8597" y="10434"/>
                    <a:pt x="17431" y="3695"/>
                    <a:pt x="26806" y="3695"/>
                  </a:cubicBezTo>
                  <a:cubicBezTo>
                    <a:pt x="28177" y="3695"/>
                    <a:pt x="29558" y="3839"/>
                    <a:pt x="30932" y="4139"/>
                  </a:cubicBezTo>
                  <a:cubicBezTo>
                    <a:pt x="40121" y="6159"/>
                    <a:pt x="46576" y="13427"/>
                    <a:pt x="47447" y="22813"/>
                  </a:cubicBezTo>
                  <a:cubicBezTo>
                    <a:pt x="47467" y="23051"/>
                    <a:pt x="47329" y="23427"/>
                    <a:pt x="47131" y="23546"/>
                  </a:cubicBezTo>
                  <a:cubicBezTo>
                    <a:pt x="45784" y="24477"/>
                    <a:pt x="45230" y="25784"/>
                    <a:pt x="45249" y="27368"/>
                  </a:cubicBezTo>
                  <a:lnTo>
                    <a:pt x="45249" y="32516"/>
                  </a:lnTo>
                  <a:lnTo>
                    <a:pt x="45249" y="36754"/>
                  </a:lnTo>
                  <a:cubicBezTo>
                    <a:pt x="42853" y="38378"/>
                    <a:pt x="39962" y="39249"/>
                    <a:pt x="36913" y="39665"/>
                  </a:cubicBezTo>
                  <a:cubicBezTo>
                    <a:pt x="36772" y="39683"/>
                    <a:pt x="36637" y="39694"/>
                    <a:pt x="36508" y="39694"/>
                  </a:cubicBezTo>
                  <a:cubicBezTo>
                    <a:pt x="36073" y="39694"/>
                    <a:pt x="35695" y="39571"/>
                    <a:pt x="35328" y="39190"/>
                  </a:cubicBezTo>
                  <a:cubicBezTo>
                    <a:pt x="35031" y="38893"/>
                    <a:pt x="34497" y="38715"/>
                    <a:pt x="34041" y="38675"/>
                  </a:cubicBezTo>
                  <a:cubicBezTo>
                    <a:pt x="33416" y="38643"/>
                    <a:pt x="32785" y="38623"/>
                    <a:pt x="32154" y="38623"/>
                  </a:cubicBezTo>
                  <a:cubicBezTo>
                    <a:pt x="31607" y="38623"/>
                    <a:pt x="31060" y="38638"/>
                    <a:pt x="30516" y="38675"/>
                  </a:cubicBezTo>
                  <a:cubicBezTo>
                    <a:pt x="29190" y="38754"/>
                    <a:pt x="28200" y="39883"/>
                    <a:pt x="28219" y="41131"/>
                  </a:cubicBezTo>
                  <a:cubicBezTo>
                    <a:pt x="28239" y="42477"/>
                    <a:pt x="29269" y="43487"/>
                    <a:pt x="30655" y="43527"/>
                  </a:cubicBezTo>
                  <a:cubicBezTo>
                    <a:pt x="31262" y="43538"/>
                    <a:pt x="31874" y="43567"/>
                    <a:pt x="32486" y="43567"/>
                  </a:cubicBezTo>
                  <a:cubicBezTo>
                    <a:pt x="32973" y="43567"/>
                    <a:pt x="33460" y="43548"/>
                    <a:pt x="33942" y="43487"/>
                  </a:cubicBezTo>
                  <a:cubicBezTo>
                    <a:pt x="34556" y="43408"/>
                    <a:pt x="35130" y="42972"/>
                    <a:pt x="35705" y="42695"/>
                  </a:cubicBezTo>
                  <a:cubicBezTo>
                    <a:pt x="36061" y="42517"/>
                    <a:pt x="36398" y="42220"/>
                    <a:pt x="36774" y="42180"/>
                  </a:cubicBezTo>
                  <a:cubicBezTo>
                    <a:pt x="40259" y="41764"/>
                    <a:pt x="43586" y="40853"/>
                    <a:pt x="46537" y="38893"/>
                  </a:cubicBezTo>
                  <a:cubicBezTo>
                    <a:pt x="46782" y="38737"/>
                    <a:pt x="46983" y="38662"/>
                    <a:pt x="47197" y="38662"/>
                  </a:cubicBezTo>
                  <a:cubicBezTo>
                    <a:pt x="47363" y="38662"/>
                    <a:pt x="47537" y="38707"/>
                    <a:pt x="47745" y="38794"/>
                  </a:cubicBezTo>
                  <a:cubicBezTo>
                    <a:pt x="48333" y="39038"/>
                    <a:pt x="48922" y="39152"/>
                    <a:pt x="49487" y="39152"/>
                  </a:cubicBezTo>
                  <a:cubicBezTo>
                    <a:pt x="51715" y="39152"/>
                    <a:pt x="53570" y="37381"/>
                    <a:pt x="53586" y="34853"/>
                  </a:cubicBezTo>
                  <a:cubicBezTo>
                    <a:pt x="53586" y="32299"/>
                    <a:pt x="53566" y="29744"/>
                    <a:pt x="53586" y="27190"/>
                  </a:cubicBezTo>
                  <a:cubicBezTo>
                    <a:pt x="53586" y="25645"/>
                    <a:pt x="52972" y="24457"/>
                    <a:pt x="51705" y="23546"/>
                  </a:cubicBezTo>
                  <a:cubicBezTo>
                    <a:pt x="51467" y="23387"/>
                    <a:pt x="51289" y="23051"/>
                    <a:pt x="51250" y="22754"/>
                  </a:cubicBezTo>
                  <a:cubicBezTo>
                    <a:pt x="51071" y="21744"/>
                    <a:pt x="51032" y="20694"/>
                    <a:pt x="50834" y="19684"/>
                  </a:cubicBezTo>
                  <a:cubicBezTo>
                    <a:pt x="48438" y="7970"/>
                    <a:pt x="38332" y="1"/>
                    <a:pt x="26776" y="1"/>
                  </a:cubicBezTo>
                  <a:close/>
                </a:path>
              </a:pathLst>
            </a:custGeom>
            <a:solidFill>
              <a:srgbClr val="153244"/>
            </a:solidFill>
            <a:ln>
              <a:noFill/>
            </a:ln>
          </p:spPr>
          <p:txBody>
            <a:bodyPr anchorCtr="0" anchor="ctr" bIns="48525" lIns="48525" spcFirstLastPara="1" rIns="48525" wrap="square" tIns="485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5" name="Google Shape;605;p29"/>
          <p:cNvSpPr/>
          <p:nvPr/>
        </p:nvSpPr>
        <p:spPr>
          <a:xfrm>
            <a:off x="7625602" y="2460102"/>
            <a:ext cx="1224300" cy="437400"/>
          </a:xfrm>
          <a:prstGeom prst="roundRect">
            <a:avLst>
              <a:gd fmla="val 8271" name="adj"/>
            </a:avLst>
          </a:prstGeom>
          <a:solidFill>
            <a:srgbClr val="F1F6FD"/>
          </a:solidFill>
          <a:ln>
            <a:noFill/>
          </a:ln>
        </p:spPr>
        <p:txBody>
          <a:bodyPr anchorCtr="0" anchor="t" bIns="0" lIns="91425" spcFirstLastPara="1" rIns="91425" wrap="square" tIns="234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s" sz="900">
                <a:latin typeface="Archivo"/>
                <a:ea typeface="Archivo"/>
                <a:cs typeface="Archivo"/>
                <a:sym typeface="Archivo"/>
              </a:rPr>
              <a:t>xx</a:t>
            </a:r>
            <a:r>
              <a:rPr b="1" lang="es" sz="900">
                <a:solidFill>
                  <a:srgbClr val="FBAB04"/>
                </a:solidFill>
                <a:latin typeface="Archivo"/>
                <a:ea typeface="Archivo"/>
                <a:cs typeface="Archivo"/>
                <a:sym typeface="Archivo"/>
              </a:rPr>
              <a:t>(xx%)</a:t>
            </a:r>
            <a:endParaRPr b="1" sz="900">
              <a:solidFill>
                <a:srgbClr val="FBAB04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606" name="Google Shape;606;p29"/>
          <p:cNvSpPr/>
          <p:nvPr/>
        </p:nvSpPr>
        <p:spPr>
          <a:xfrm>
            <a:off x="7625602" y="2460093"/>
            <a:ext cx="1224300" cy="189600"/>
          </a:xfrm>
          <a:prstGeom prst="roundRect">
            <a:avLst>
              <a:gd fmla="val 16667" name="adj"/>
            </a:avLst>
          </a:prstGeom>
          <a:solidFill>
            <a:srgbClr val="FFCC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latin typeface="Archivo"/>
                <a:ea typeface="Archivo"/>
                <a:cs typeface="Archivo"/>
                <a:sym typeface="Archivo"/>
              </a:rPr>
              <a:t>Contactados</a:t>
            </a:r>
            <a:endParaRPr b="1" sz="800">
              <a:solidFill>
                <a:srgbClr val="153244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607" name="Google Shape;607;p29"/>
          <p:cNvSpPr/>
          <p:nvPr/>
        </p:nvSpPr>
        <p:spPr>
          <a:xfrm>
            <a:off x="7624600" y="1953773"/>
            <a:ext cx="1224300" cy="437400"/>
          </a:xfrm>
          <a:prstGeom prst="roundRect">
            <a:avLst>
              <a:gd fmla="val 8271" name="adj"/>
            </a:avLst>
          </a:prstGeom>
          <a:solidFill>
            <a:srgbClr val="F1F6FD"/>
          </a:solidFill>
          <a:ln>
            <a:noFill/>
          </a:ln>
        </p:spPr>
        <p:txBody>
          <a:bodyPr anchorCtr="0" anchor="t" bIns="0" lIns="91425" spcFirstLastPara="1" rIns="91425" wrap="square" tIns="234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s" sz="900">
                <a:latin typeface="Archivo"/>
                <a:ea typeface="Archivo"/>
                <a:cs typeface="Archivo"/>
                <a:sym typeface="Archivo"/>
              </a:rPr>
              <a:t>xx</a:t>
            </a:r>
            <a:r>
              <a:rPr b="1" lang="es" sz="900">
                <a:solidFill>
                  <a:srgbClr val="38761D"/>
                </a:solidFill>
                <a:latin typeface="Archivo"/>
                <a:ea typeface="Archivo"/>
                <a:cs typeface="Archivo"/>
                <a:sym typeface="Archivo"/>
              </a:rPr>
              <a:t>(xx%)</a:t>
            </a:r>
            <a:endParaRPr b="1" sz="900">
              <a:solidFill>
                <a:srgbClr val="38761D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 sz="900">
              <a:solidFill>
                <a:srgbClr val="38761D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608" name="Google Shape;608;p29"/>
          <p:cNvSpPr/>
          <p:nvPr/>
        </p:nvSpPr>
        <p:spPr>
          <a:xfrm>
            <a:off x="7624600" y="1953764"/>
            <a:ext cx="1224300" cy="189600"/>
          </a:xfrm>
          <a:prstGeom prst="roundRect">
            <a:avLst>
              <a:gd fmla="val 16667" name="adj"/>
            </a:avLst>
          </a:prstGeom>
          <a:solidFill>
            <a:srgbClr val="FFCC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latin typeface="Archivo"/>
                <a:ea typeface="Archivo"/>
                <a:cs typeface="Archivo"/>
                <a:sym typeface="Archivo"/>
              </a:rPr>
              <a:t>Efectivos</a:t>
            </a:r>
            <a:endParaRPr b="1" sz="800">
              <a:solidFill>
                <a:srgbClr val="153244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grpSp>
        <p:nvGrpSpPr>
          <p:cNvPr id="609" name="Google Shape;609;p29"/>
          <p:cNvGrpSpPr/>
          <p:nvPr/>
        </p:nvGrpSpPr>
        <p:grpSpPr>
          <a:xfrm>
            <a:off x="8698701" y="2000146"/>
            <a:ext cx="77078" cy="96820"/>
            <a:chOff x="3731750" y="3001050"/>
            <a:chExt cx="1526300" cy="1940275"/>
          </a:xfrm>
        </p:grpSpPr>
        <p:sp>
          <p:nvSpPr>
            <p:cNvPr id="610" name="Google Shape;610;p29"/>
            <p:cNvSpPr/>
            <p:nvPr/>
          </p:nvSpPr>
          <p:spPr>
            <a:xfrm>
              <a:off x="3731750" y="3194975"/>
              <a:ext cx="1526300" cy="1746350"/>
            </a:xfrm>
            <a:custGeom>
              <a:rect b="b" l="l" r="r" t="t"/>
              <a:pathLst>
                <a:path extrusionOk="0" h="69854" w="61052">
                  <a:moveTo>
                    <a:pt x="30954" y="1"/>
                  </a:moveTo>
                  <a:cubicBezTo>
                    <a:pt x="29984" y="1"/>
                    <a:pt x="29005" y="73"/>
                    <a:pt x="28021" y="204"/>
                  </a:cubicBezTo>
                  <a:cubicBezTo>
                    <a:pt x="22892" y="878"/>
                    <a:pt x="18971" y="3373"/>
                    <a:pt x="16496" y="7947"/>
                  </a:cubicBezTo>
                  <a:cubicBezTo>
                    <a:pt x="14219" y="12165"/>
                    <a:pt x="14080" y="16700"/>
                    <a:pt x="14754" y="21314"/>
                  </a:cubicBezTo>
                  <a:cubicBezTo>
                    <a:pt x="15506" y="26462"/>
                    <a:pt x="17843" y="30918"/>
                    <a:pt x="21031" y="34958"/>
                  </a:cubicBezTo>
                  <a:cubicBezTo>
                    <a:pt x="21486" y="35532"/>
                    <a:pt x="21922" y="36126"/>
                    <a:pt x="22259" y="36760"/>
                  </a:cubicBezTo>
                  <a:cubicBezTo>
                    <a:pt x="23387" y="38839"/>
                    <a:pt x="22813" y="40918"/>
                    <a:pt x="20813" y="42146"/>
                  </a:cubicBezTo>
                  <a:cubicBezTo>
                    <a:pt x="20278" y="42463"/>
                    <a:pt x="19704" y="42700"/>
                    <a:pt x="19150" y="42958"/>
                  </a:cubicBezTo>
                  <a:cubicBezTo>
                    <a:pt x="15862" y="44582"/>
                    <a:pt x="12516" y="46087"/>
                    <a:pt x="9328" y="47869"/>
                  </a:cubicBezTo>
                  <a:cubicBezTo>
                    <a:pt x="7288" y="48998"/>
                    <a:pt x="5347" y="50423"/>
                    <a:pt x="3585" y="51948"/>
                  </a:cubicBezTo>
                  <a:cubicBezTo>
                    <a:pt x="912" y="54265"/>
                    <a:pt x="1" y="57335"/>
                    <a:pt x="674" y="60780"/>
                  </a:cubicBezTo>
                  <a:cubicBezTo>
                    <a:pt x="1268" y="63731"/>
                    <a:pt x="3387" y="65394"/>
                    <a:pt x="5941" y="66582"/>
                  </a:cubicBezTo>
                  <a:cubicBezTo>
                    <a:pt x="9783" y="68404"/>
                    <a:pt x="13902" y="69097"/>
                    <a:pt x="18061" y="69394"/>
                  </a:cubicBezTo>
                  <a:cubicBezTo>
                    <a:pt x="22714" y="69731"/>
                    <a:pt x="27368" y="69830"/>
                    <a:pt x="32021" y="69850"/>
                  </a:cubicBezTo>
                  <a:cubicBezTo>
                    <a:pt x="32434" y="69852"/>
                    <a:pt x="32848" y="69854"/>
                    <a:pt x="33261" y="69854"/>
                  </a:cubicBezTo>
                  <a:cubicBezTo>
                    <a:pt x="38768" y="69854"/>
                    <a:pt x="44269" y="69586"/>
                    <a:pt x="49685" y="68444"/>
                  </a:cubicBezTo>
                  <a:cubicBezTo>
                    <a:pt x="52358" y="67869"/>
                    <a:pt x="54952" y="67117"/>
                    <a:pt x="57249" y="65572"/>
                  </a:cubicBezTo>
                  <a:cubicBezTo>
                    <a:pt x="58735" y="64562"/>
                    <a:pt x="59923" y="63295"/>
                    <a:pt x="60259" y="61473"/>
                  </a:cubicBezTo>
                  <a:cubicBezTo>
                    <a:pt x="61051" y="57315"/>
                    <a:pt x="59982" y="53770"/>
                    <a:pt x="56675" y="50978"/>
                  </a:cubicBezTo>
                  <a:cubicBezTo>
                    <a:pt x="54517" y="49156"/>
                    <a:pt x="52121" y="47711"/>
                    <a:pt x="49546" y="46562"/>
                  </a:cubicBezTo>
                  <a:cubicBezTo>
                    <a:pt x="46853" y="45334"/>
                    <a:pt x="44101" y="44245"/>
                    <a:pt x="41388" y="43037"/>
                  </a:cubicBezTo>
                  <a:cubicBezTo>
                    <a:pt x="39308" y="42126"/>
                    <a:pt x="37962" y="40700"/>
                    <a:pt x="38398" y="38205"/>
                  </a:cubicBezTo>
                  <a:cubicBezTo>
                    <a:pt x="38417" y="38146"/>
                    <a:pt x="38378" y="38087"/>
                    <a:pt x="38338" y="37968"/>
                  </a:cubicBezTo>
                  <a:cubicBezTo>
                    <a:pt x="37615" y="37968"/>
                    <a:pt x="36907" y="37973"/>
                    <a:pt x="36204" y="37973"/>
                  </a:cubicBezTo>
                  <a:cubicBezTo>
                    <a:pt x="35501" y="37973"/>
                    <a:pt x="34803" y="37968"/>
                    <a:pt x="34100" y="37948"/>
                  </a:cubicBezTo>
                  <a:cubicBezTo>
                    <a:pt x="31823" y="37888"/>
                    <a:pt x="29962" y="36067"/>
                    <a:pt x="29744" y="33710"/>
                  </a:cubicBezTo>
                  <a:cubicBezTo>
                    <a:pt x="29546" y="31453"/>
                    <a:pt x="31051" y="29195"/>
                    <a:pt x="33269" y="28878"/>
                  </a:cubicBezTo>
                  <a:cubicBezTo>
                    <a:pt x="34081" y="28760"/>
                    <a:pt x="34902" y="28720"/>
                    <a:pt x="35727" y="28720"/>
                  </a:cubicBezTo>
                  <a:cubicBezTo>
                    <a:pt x="36551" y="28720"/>
                    <a:pt x="37378" y="28760"/>
                    <a:pt x="38200" y="28799"/>
                  </a:cubicBezTo>
                  <a:cubicBezTo>
                    <a:pt x="38833" y="28819"/>
                    <a:pt x="39447" y="29235"/>
                    <a:pt x="40081" y="29453"/>
                  </a:cubicBezTo>
                  <a:cubicBezTo>
                    <a:pt x="40307" y="29540"/>
                    <a:pt x="40549" y="29658"/>
                    <a:pt x="40766" y="29658"/>
                  </a:cubicBezTo>
                  <a:cubicBezTo>
                    <a:pt x="40796" y="29658"/>
                    <a:pt x="40825" y="29655"/>
                    <a:pt x="40853" y="29651"/>
                  </a:cubicBezTo>
                  <a:cubicBezTo>
                    <a:pt x="41705" y="29492"/>
                    <a:pt x="42556" y="29314"/>
                    <a:pt x="43388" y="29076"/>
                  </a:cubicBezTo>
                  <a:cubicBezTo>
                    <a:pt x="43665" y="28997"/>
                    <a:pt x="43962" y="28720"/>
                    <a:pt x="44081" y="28443"/>
                  </a:cubicBezTo>
                  <a:cubicBezTo>
                    <a:pt x="46398" y="23472"/>
                    <a:pt x="47348" y="18264"/>
                    <a:pt x="46299" y="12819"/>
                  </a:cubicBezTo>
                  <a:cubicBezTo>
                    <a:pt x="45249" y="7373"/>
                    <a:pt x="42398" y="3274"/>
                    <a:pt x="37110" y="1135"/>
                  </a:cubicBezTo>
                  <a:cubicBezTo>
                    <a:pt x="35107" y="337"/>
                    <a:pt x="33049" y="1"/>
                    <a:pt x="30954" y="1"/>
                  </a:cubicBezTo>
                  <a:close/>
                </a:path>
              </a:pathLst>
            </a:custGeom>
            <a:solidFill>
              <a:srgbClr val="153244"/>
            </a:solidFill>
            <a:ln>
              <a:noFill/>
            </a:ln>
          </p:spPr>
          <p:txBody>
            <a:bodyPr anchorCtr="0" anchor="ctr" bIns="48525" lIns="48525" spcFirstLastPara="1" rIns="48525" wrap="square" tIns="485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1" name="Google Shape;611;p29"/>
            <p:cNvSpPr/>
            <p:nvPr/>
          </p:nvSpPr>
          <p:spPr>
            <a:xfrm>
              <a:off x="3823825" y="3001050"/>
              <a:ext cx="1339675" cy="1089200"/>
            </a:xfrm>
            <a:custGeom>
              <a:rect b="b" l="l" r="r" t="t"/>
              <a:pathLst>
                <a:path extrusionOk="0" h="43568" w="53587">
                  <a:moveTo>
                    <a:pt x="26776" y="1"/>
                  </a:moveTo>
                  <a:cubicBezTo>
                    <a:pt x="25341" y="1"/>
                    <a:pt x="23884" y="123"/>
                    <a:pt x="22417" y="377"/>
                  </a:cubicBezTo>
                  <a:cubicBezTo>
                    <a:pt x="11526" y="2258"/>
                    <a:pt x="3070" y="11684"/>
                    <a:pt x="2357" y="22754"/>
                  </a:cubicBezTo>
                  <a:cubicBezTo>
                    <a:pt x="2338" y="23031"/>
                    <a:pt x="2120" y="23387"/>
                    <a:pt x="1902" y="23546"/>
                  </a:cubicBezTo>
                  <a:cubicBezTo>
                    <a:pt x="654" y="24457"/>
                    <a:pt x="1" y="25645"/>
                    <a:pt x="21" y="27190"/>
                  </a:cubicBezTo>
                  <a:lnTo>
                    <a:pt x="21" y="34952"/>
                  </a:lnTo>
                  <a:cubicBezTo>
                    <a:pt x="21" y="35249"/>
                    <a:pt x="41" y="35566"/>
                    <a:pt x="100" y="35863"/>
                  </a:cubicBezTo>
                  <a:cubicBezTo>
                    <a:pt x="546" y="37872"/>
                    <a:pt x="2180" y="39147"/>
                    <a:pt x="4231" y="39147"/>
                  </a:cubicBezTo>
                  <a:cubicBezTo>
                    <a:pt x="4364" y="39147"/>
                    <a:pt x="4499" y="39141"/>
                    <a:pt x="4635" y="39130"/>
                  </a:cubicBezTo>
                  <a:cubicBezTo>
                    <a:pt x="6754" y="38952"/>
                    <a:pt x="8298" y="37269"/>
                    <a:pt x="8338" y="34952"/>
                  </a:cubicBezTo>
                  <a:cubicBezTo>
                    <a:pt x="8397" y="32358"/>
                    <a:pt x="8358" y="29784"/>
                    <a:pt x="8358" y="27190"/>
                  </a:cubicBezTo>
                  <a:cubicBezTo>
                    <a:pt x="8338" y="25665"/>
                    <a:pt x="7764" y="24437"/>
                    <a:pt x="6457" y="23546"/>
                  </a:cubicBezTo>
                  <a:cubicBezTo>
                    <a:pt x="6278" y="23407"/>
                    <a:pt x="6120" y="23051"/>
                    <a:pt x="6140" y="22793"/>
                  </a:cubicBezTo>
                  <a:cubicBezTo>
                    <a:pt x="6239" y="21823"/>
                    <a:pt x="6377" y="20853"/>
                    <a:pt x="6575" y="19902"/>
                  </a:cubicBezTo>
                  <a:cubicBezTo>
                    <a:pt x="8597" y="10434"/>
                    <a:pt x="17431" y="3695"/>
                    <a:pt x="26806" y="3695"/>
                  </a:cubicBezTo>
                  <a:cubicBezTo>
                    <a:pt x="28177" y="3695"/>
                    <a:pt x="29558" y="3839"/>
                    <a:pt x="30932" y="4139"/>
                  </a:cubicBezTo>
                  <a:cubicBezTo>
                    <a:pt x="40121" y="6159"/>
                    <a:pt x="46576" y="13427"/>
                    <a:pt x="47447" y="22813"/>
                  </a:cubicBezTo>
                  <a:cubicBezTo>
                    <a:pt x="47467" y="23051"/>
                    <a:pt x="47329" y="23427"/>
                    <a:pt x="47131" y="23546"/>
                  </a:cubicBezTo>
                  <a:cubicBezTo>
                    <a:pt x="45784" y="24477"/>
                    <a:pt x="45230" y="25784"/>
                    <a:pt x="45249" y="27368"/>
                  </a:cubicBezTo>
                  <a:lnTo>
                    <a:pt x="45249" y="32516"/>
                  </a:lnTo>
                  <a:lnTo>
                    <a:pt x="45249" y="36754"/>
                  </a:lnTo>
                  <a:cubicBezTo>
                    <a:pt x="42853" y="38378"/>
                    <a:pt x="39962" y="39249"/>
                    <a:pt x="36913" y="39665"/>
                  </a:cubicBezTo>
                  <a:cubicBezTo>
                    <a:pt x="36772" y="39683"/>
                    <a:pt x="36637" y="39694"/>
                    <a:pt x="36508" y="39694"/>
                  </a:cubicBezTo>
                  <a:cubicBezTo>
                    <a:pt x="36073" y="39694"/>
                    <a:pt x="35695" y="39571"/>
                    <a:pt x="35328" y="39190"/>
                  </a:cubicBezTo>
                  <a:cubicBezTo>
                    <a:pt x="35031" y="38893"/>
                    <a:pt x="34497" y="38715"/>
                    <a:pt x="34041" y="38675"/>
                  </a:cubicBezTo>
                  <a:cubicBezTo>
                    <a:pt x="33416" y="38643"/>
                    <a:pt x="32785" y="38623"/>
                    <a:pt x="32154" y="38623"/>
                  </a:cubicBezTo>
                  <a:cubicBezTo>
                    <a:pt x="31607" y="38623"/>
                    <a:pt x="31060" y="38638"/>
                    <a:pt x="30516" y="38675"/>
                  </a:cubicBezTo>
                  <a:cubicBezTo>
                    <a:pt x="29190" y="38754"/>
                    <a:pt x="28200" y="39883"/>
                    <a:pt x="28219" y="41131"/>
                  </a:cubicBezTo>
                  <a:cubicBezTo>
                    <a:pt x="28239" y="42477"/>
                    <a:pt x="29269" y="43487"/>
                    <a:pt x="30655" y="43527"/>
                  </a:cubicBezTo>
                  <a:cubicBezTo>
                    <a:pt x="31262" y="43538"/>
                    <a:pt x="31874" y="43567"/>
                    <a:pt x="32486" y="43567"/>
                  </a:cubicBezTo>
                  <a:cubicBezTo>
                    <a:pt x="32973" y="43567"/>
                    <a:pt x="33460" y="43548"/>
                    <a:pt x="33942" y="43487"/>
                  </a:cubicBezTo>
                  <a:cubicBezTo>
                    <a:pt x="34556" y="43408"/>
                    <a:pt x="35130" y="42972"/>
                    <a:pt x="35705" y="42695"/>
                  </a:cubicBezTo>
                  <a:cubicBezTo>
                    <a:pt x="36061" y="42517"/>
                    <a:pt x="36398" y="42220"/>
                    <a:pt x="36774" y="42180"/>
                  </a:cubicBezTo>
                  <a:cubicBezTo>
                    <a:pt x="40259" y="41764"/>
                    <a:pt x="43586" y="40853"/>
                    <a:pt x="46537" y="38893"/>
                  </a:cubicBezTo>
                  <a:cubicBezTo>
                    <a:pt x="46782" y="38737"/>
                    <a:pt x="46983" y="38662"/>
                    <a:pt x="47197" y="38662"/>
                  </a:cubicBezTo>
                  <a:cubicBezTo>
                    <a:pt x="47363" y="38662"/>
                    <a:pt x="47537" y="38707"/>
                    <a:pt x="47745" y="38794"/>
                  </a:cubicBezTo>
                  <a:cubicBezTo>
                    <a:pt x="48333" y="39038"/>
                    <a:pt x="48922" y="39152"/>
                    <a:pt x="49487" y="39152"/>
                  </a:cubicBezTo>
                  <a:cubicBezTo>
                    <a:pt x="51715" y="39152"/>
                    <a:pt x="53570" y="37381"/>
                    <a:pt x="53586" y="34853"/>
                  </a:cubicBezTo>
                  <a:cubicBezTo>
                    <a:pt x="53586" y="32299"/>
                    <a:pt x="53566" y="29744"/>
                    <a:pt x="53586" y="27190"/>
                  </a:cubicBezTo>
                  <a:cubicBezTo>
                    <a:pt x="53586" y="25645"/>
                    <a:pt x="52972" y="24457"/>
                    <a:pt x="51705" y="23546"/>
                  </a:cubicBezTo>
                  <a:cubicBezTo>
                    <a:pt x="51467" y="23387"/>
                    <a:pt x="51289" y="23051"/>
                    <a:pt x="51250" y="22754"/>
                  </a:cubicBezTo>
                  <a:cubicBezTo>
                    <a:pt x="51071" y="21744"/>
                    <a:pt x="51032" y="20694"/>
                    <a:pt x="50834" y="19684"/>
                  </a:cubicBezTo>
                  <a:cubicBezTo>
                    <a:pt x="48438" y="7970"/>
                    <a:pt x="38332" y="1"/>
                    <a:pt x="26776" y="1"/>
                  </a:cubicBezTo>
                  <a:close/>
                </a:path>
              </a:pathLst>
            </a:custGeom>
            <a:solidFill>
              <a:srgbClr val="153244"/>
            </a:solidFill>
            <a:ln>
              <a:noFill/>
            </a:ln>
          </p:spPr>
          <p:txBody>
            <a:bodyPr anchorCtr="0" anchor="ctr" bIns="48525" lIns="48525" spcFirstLastPara="1" rIns="48525" wrap="square" tIns="485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12" name="Google Shape;612;p29"/>
          <p:cNvGrpSpPr/>
          <p:nvPr/>
        </p:nvGrpSpPr>
        <p:grpSpPr>
          <a:xfrm>
            <a:off x="8703299" y="2517123"/>
            <a:ext cx="77078" cy="96820"/>
            <a:chOff x="3731750" y="3001050"/>
            <a:chExt cx="1526300" cy="1940275"/>
          </a:xfrm>
        </p:grpSpPr>
        <p:sp>
          <p:nvSpPr>
            <p:cNvPr id="613" name="Google Shape;613;p29"/>
            <p:cNvSpPr/>
            <p:nvPr/>
          </p:nvSpPr>
          <p:spPr>
            <a:xfrm>
              <a:off x="3731750" y="3194975"/>
              <a:ext cx="1526300" cy="1746350"/>
            </a:xfrm>
            <a:custGeom>
              <a:rect b="b" l="l" r="r" t="t"/>
              <a:pathLst>
                <a:path extrusionOk="0" h="69854" w="61052">
                  <a:moveTo>
                    <a:pt x="30954" y="1"/>
                  </a:moveTo>
                  <a:cubicBezTo>
                    <a:pt x="29984" y="1"/>
                    <a:pt x="29005" y="73"/>
                    <a:pt x="28021" y="204"/>
                  </a:cubicBezTo>
                  <a:cubicBezTo>
                    <a:pt x="22892" y="878"/>
                    <a:pt x="18971" y="3373"/>
                    <a:pt x="16496" y="7947"/>
                  </a:cubicBezTo>
                  <a:cubicBezTo>
                    <a:pt x="14219" y="12165"/>
                    <a:pt x="14080" y="16700"/>
                    <a:pt x="14754" y="21314"/>
                  </a:cubicBezTo>
                  <a:cubicBezTo>
                    <a:pt x="15506" y="26462"/>
                    <a:pt x="17843" y="30918"/>
                    <a:pt x="21031" y="34958"/>
                  </a:cubicBezTo>
                  <a:cubicBezTo>
                    <a:pt x="21486" y="35532"/>
                    <a:pt x="21922" y="36126"/>
                    <a:pt x="22259" y="36760"/>
                  </a:cubicBezTo>
                  <a:cubicBezTo>
                    <a:pt x="23387" y="38839"/>
                    <a:pt x="22813" y="40918"/>
                    <a:pt x="20813" y="42146"/>
                  </a:cubicBezTo>
                  <a:cubicBezTo>
                    <a:pt x="20278" y="42463"/>
                    <a:pt x="19704" y="42700"/>
                    <a:pt x="19150" y="42958"/>
                  </a:cubicBezTo>
                  <a:cubicBezTo>
                    <a:pt x="15862" y="44582"/>
                    <a:pt x="12516" y="46087"/>
                    <a:pt x="9328" y="47869"/>
                  </a:cubicBezTo>
                  <a:cubicBezTo>
                    <a:pt x="7288" y="48998"/>
                    <a:pt x="5347" y="50423"/>
                    <a:pt x="3585" y="51948"/>
                  </a:cubicBezTo>
                  <a:cubicBezTo>
                    <a:pt x="912" y="54265"/>
                    <a:pt x="1" y="57335"/>
                    <a:pt x="674" y="60780"/>
                  </a:cubicBezTo>
                  <a:cubicBezTo>
                    <a:pt x="1268" y="63731"/>
                    <a:pt x="3387" y="65394"/>
                    <a:pt x="5941" y="66582"/>
                  </a:cubicBezTo>
                  <a:cubicBezTo>
                    <a:pt x="9783" y="68404"/>
                    <a:pt x="13902" y="69097"/>
                    <a:pt x="18061" y="69394"/>
                  </a:cubicBezTo>
                  <a:cubicBezTo>
                    <a:pt x="22714" y="69731"/>
                    <a:pt x="27368" y="69830"/>
                    <a:pt x="32021" y="69850"/>
                  </a:cubicBezTo>
                  <a:cubicBezTo>
                    <a:pt x="32434" y="69852"/>
                    <a:pt x="32848" y="69854"/>
                    <a:pt x="33261" y="69854"/>
                  </a:cubicBezTo>
                  <a:cubicBezTo>
                    <a:pt x="38768" y="69854"/>
                    <a:pt x="44269" y="69586"/>
                    <a:pt x="49685" y="68444"/>
                  </a:cubicBezTo>
                  <a:cubicBezTo>
                    <a:pt x="52358" y="67869"/>
                    <a:pt x="54952" y="67117"/>
                    <a:pt x="57249" y="65572"/>
                  </a:cubicBezTo>
                  <a:cubicBezTo>
                    <a:pt x="58735" y="64562"/>
                    <a:pt x="59923" y="63295"/>
                    <a:pt x="60259" y="61473"/>
                  </a:cubicBezTo>
                  <a:cubicBezTo>
                    <a:pt x="61051" y="57315"/>
                    <a:pt x="59982" y="53770"/>
                    <a:pt x="56675" y="50978"/>
                  </a:cubicBezTo>
                  <a:cubicBezTo>
                    <a:pt x="54517" y="49156"/>
                    <a:pt x="52121" y="47711"/>
                    <a:pt x="49546" y="46562"/>
                  </a:cubicBezTo>
                  <a:cubicBezTo>
                    <a:pt x="46853" y="45334"/>
                    <a:pt x="44101" y="44245"/>
                    <a:pt x="41388" y="43037"/>
                  </a:cubicBezTo>
                  <a:cubicBezTo>
                    <a:pt x="39308" y="42126"/>
                    <a:pt x="37962" y="40700"/>
                    <a:pt x="38398" y="38205"/>
                  </a:cubicBezTo>
                  <a:cubicBezTo>
                    <a:pt x="38417" y="38146"/>
                    <a:pt x="38378" y="38087"/>
                    <a:pt x="38338" y="37968"/>
                  </a:cubicBezTo>
                  <a:cubicBezTo>
                    <a:pt x="37615" y="37968"/>
                    <a:pt x="36907" y="37973"/>
                    <a:pt x="36204" y="37973"/>
                  </a:cubicBezTo>
                  <a:cubicBezTo>
                    <a:pt x="35501" y="37973"/>
                    <a:pt x="34803" y="37968"/>
                    <a:pt x="34100" y="37948"/>
                  </a:cubicBezTo>
                  <a:cubicBezTo>
                    <a:pt x="31823" y="37888"/>
                    <a:pt x="29962" y="36067"/>
                    <a:pt x="29744" y="33710"/>
                  </a:cubicBezTo>
                  <a:cubicBezTo>
                    <a:pt x="29546" y="31453"/>
                    <a:pt x="31051" y="29195"/>
                    <a:pt x="33269" y="28878"/>
                  </a:cubicBezTo>
                  <a:cubicBezTo>
                    <a:pt x="34081" y="28760"/>
                    <a:pt x="34902" y="28720"/>
                    <a:pt x="35727" y="28720"/>
                  </a:cubicBezTo>
                  <a:cubicBezTo>
                    <a:pt x="36551" y="28720"/>
                    <a:pt x="37378" y="28760"/>
                    <a:pt x="38200" y="28799"/>
                  </a:cubicBezTo>
                  <a:cubicBezTo>
                    <a:pt x="38833" y="28819"/>
                    <a:pt x="39447" y="29235"/>
                    <a:pt x="40081" y="29453"/>
                  </a:cubicBezTo>
                  <a:cubicBezTo>
                    <a:pt x="40307" y="29540"/>
                    <a:pt x="40549" y="29658"/>
                    <a:pt x="40766" y="29658"/>
                  </a:cubicBezTo>
                  <a:cubicBezTo>
                    <a:pt x="40796" y="29658"/>
                    <a:pt x="40825" y="29655"/>
                    <a:pt x="40853" y="29651"/>
                  </a:cubicBezTo>
                  <a:cubicBezTo>
                    <a:pt x="41705" y="29492"/>
                    <a:pt x="42556" y="29314"/>
                    <a:pt x="43388" y="29076"/>
                  </a:cubicBezTo>
                  <a:cubicBezTo>
                    <a:pt x="43665" y="28997"/>
                    <a:pt x="43962" y="28720"/>
                    <a:pt x="44081" y="28443"/>
                  </a:cubicBezTo>
                  <a:cubicBezTo>
                    <a:pt x="46398" y="23472"/>
                    <a:pt x="47348" y="18264"/>
                    <a:pt x="46299" y="12819"/>
                  </a:cubicBezTo>
                  <a:cubicBezTo>
                    <a:pt x="45249" y="7373"/>
                    <a:pt x="42398" y="3274"/>
                    <a:pt x="37110" y="1135"/>
                  </a:cubicBezTo>
                  <a:cubicBezTo>
                    <a:pt x="35107" y="337"/>
                    <a:pt x="33049" y="1"/>
                    <a:pt x="30954" y="1"/>
                  </a:cubicBezTo>
                  <a:close/>
                </a:path>
              </a:pathLst>
            </a:custGeom>
            <a:solidFill>
              <a:srgbClr val="153244"/>
            </a:solidFill>
            <a:ln>
              <a:noFill/>
            </a:ln>
          </p:spPr>
          <p:txBody>
            <a:bodyPr anchorCtr="0" anchor="ctr" bIns="48525" lIns="48525" spcFirstLastPara="1" rIns="48525" wrap="square" tIns="485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4" name="Google Shape;614;p29"/>
            <p:cNvSpPr/>
            <p:nvPr/>
          </p:nvSpPr>
          <p:spPr>
            <a:xfrm>
              <a:off x="3823825" y="3001050"/>
              <a:ext cx="1339675" cy="1089200"/>
            </a:xfrm>
            <a:custGeom>
              <a:rect b="b" l="l" r="r" t="t"/>
              <a:pathLst>
                <a:path extrusionOk="0" h="43568" w="53587">
                  <a:moveTo>
                    <a:pt x="26776" y="1"/>
                  </a:moveTo>
                  <a:cubicBezTo>
                    <a:pt x="25341" y="1"/>
                    <a:pt x="23884" y="123"/>
                    <a:pt x="22417" y="377"/>
                  </a:cubicBezTo>
                  <a:cubicBezTo>
                    <a:pt x="11526" y="2258"/>
                    <a:pt x="3070" y="11684"/>
                    <a:pt x="2357" y="22754"/>
                  </a:cubicBezTo>
                  <a:cubicBezTo>
                    <a:pt x="2338" y="23031"/>
                    <a:pt x="2120" y="23387"/>
                    <a:pt x="1902" y="23546"/>
                  </a:cubicBezTo>
                  <a:cubicBezTo>
                    <a:pt x="654" y="24457"/>
                    <a:pt x="1" y="25645"/>
                    <a:pt x="21" y="27190"/>
                  </a:cubicBezTo>
                  <a:lnTo>
                    <a:pt x="21" y="34952"/>
                  </a:lnTo>
                  <a:cubicBezTo>
                    <a:pt x="21" y="35249"/>
                    <a:pt x="41" y="35566"/>
                    <a:pt x="100" y="35863"/>
                  </a:cubicBezTo>
                  <a:cubicBezTo>
                    <a:pt x="546" y="37872"/>
                    <a:pt x="2180" y="39147"/>
                    <a:pt x="4231" y="39147"/>
                  </a:cubicBezTo>
                  <a:cubicBezTo>
                    <a:pt x="4364" y="39147"/>
                    <a:pt x="4499" y="39141"/>
                    <a:pt x="4635" y="39130"/>
                  </a:cubicBezTo>
                  <a:cubicBezTo>
                    <a:pt x="6754" y="38952"/>
                    <a:pt x="8298" y="37269"/>
                    <a:pt x="8338" y="34952"/>
                  </a:cubicBezTo>
                  <a:cubicBezTo>
                    <a:pt x="8397" y="32358"/>
                    <a:pt x="8358" y="29784"/>
                    <a:pt x="8358" y="27190"/>
                  </a:cubicBezTo>
                  <a:cubicBezTo>
                    <a:pt x="8338" y="25665"/>
                    <a:pt x="7764" y="24437"/>
                    <a:pt x="6457" y="23546"/>
                  </a:cubicBezTo>
                  <a:cubicBezTo>
                    <a:pt x="6278" y="23407"/>
                    <a:pt x="6120" y="23051"/>
                    <a:pt x="6140" y="22793"/>
                  </a:cubicBezTo>
                  <a:cubicBezTo>
                    <a:pt x="6239" y="21823"/>
                    <a:pt x="6377" y="20853"/>
                    <a:pt x="6575" y="19902"/>
                  </a:cubicBezTo>
                  <a:cubicBezTo>
                    <a:pt x="8597" y="10434"/>
                    <a:pt x="17431" y="3695"/>
                    <a:pt x="26806" y="3695"/>
                  </a:cubicBezTo>
                  <a:cubicBezTo>
                    <a:pt x="28177" y="3695"/>
                    <a:pt x="29558" y="3839"/>
                    <a:pt x="30932" y="4139"/>
                  </a:cubicBezTo>
                  <a:cubicBezTo>
                    <a:pt x="40121" y="6159"/>
                    <a:pt x="46576" y="13427"/>
                    <a:pt x="47447" y="22813"/>
                  </a:cubicBezTo>
                  <a:cubicBezTo>
                    <a:pt x="47467" y="23051"/>
                    <a:pt x="47329" y="23427"/>
                    <a:pt x="47131" y="23546"/>
                  </a:cubicBezTo>
                  <a:cubicBezTo>
                    <a:pt x="45784" y="24477"/>
                    <a:pt x="45230" y="25784"/>
                    <a:pt x="45249" y="27368"/>
                  </a:cubicBezTo>
                  <a:lnTo>
                    <a:pt x="45249" y="32516"/>
                  </a:lnTo>
                  <a:lnTo>
                    <a:pt x="45249" y="36754"/>
                  </a:lnTo>
                  <a:cubicBezTo>
                    <a:pt x="42853" y="38378"/>
                    <a:pt x="39962" y="39249"/>
                    <a:pt x="36913" y="39665"/>
                  </a:cubicBezTo>
                  <a:cubicBezTo>
                    <a:pt x="36772" y="39683"/>
                    <a:pt x="36637" y="39694"/>
                    <a:pt x="36508" y="39694"/>
                  </a:cubicBezTo>
                  <a:cubicBezTo>
                    <a:pt x="36073" y="39694"/>
                    <a:pt x="35695" y="39571"/>
                    <a:pt x="35328" y="39190"/>
                  </a:cubicBezTo>
                  <a:cubicBezTo>
                    <a:pt x="35031" y="38893"/>
                    <a:pt x="34497" y="38715"/>
                    <a:pt x="34041" y="38675"/>
                  </a:cubicBezTo>
                  <a:cubicBezTo>
                    <a:pt x="33416" y="38643"/>
                    <a:pt x="32785" y="38623"/>
                    <a:pt x="32154" y="38623"/>
                  </a:cubicBezTo>
                  <a:cubicBezTo>
                    <a:pt x="31607" y="38623"/>
                    <a:pt x="31060" y="38638"/>
                    <a:pt x="30516" y="38675"/>
                  </a:cubicBezTo>
                  <a:cubicBezTo>
                    <a:pt x="29190" y="38754"/>
                    <a:pt x="28200" y="39883"/>
                    <a:pt x="28219" y="41131"/>
                  </a:cubicBezTo>
                  <a:cubicBezTo>
                    <a:pt x="28239" y="42477"/>
                    <a:pt x="29269" y="43487"/>
                    <a:pt x="30655" y="43527"/>
                  </a:cubicBezTo>
                  <a:cubicBezTo>
                    <a:pt x="31262" y="43538"/>
                    <a:pt x="31874" y="43567"/>
                    <a:pt x="32486" y="43567"/>
                  </a:cubicBezTo>
                  <a:cubicBezTo>
                    <a:pt x="32973" y="43567"/>
                    <a:pt x="33460" y="43548"/>
                    <a:pt x="33942" y="43487"/>
                  </a:cubicBezTo>
                  <a:cubicBezTo>
                    <a:pt x="34556" y="43408"/>
                    <a:pt x="35130" y="42972"/>
                    <a:pt x="35705" y="42695"/>
                  </a:cubicBezTo>
                  <a:cubicBezTo>
                    <a:pt x="36061" y="42517"/>
                    <a:pt x="36398" y="42220"/>
                    <a:pt x="36774" y="42180"/>
                  </a:cubicBezTo>
                  <a:cubicBezTo>
                    <a:pt x="40259" y="41764"/>
                    <a:pt x="43586" y="40853"/>
                    <a:pt x="46537" y="38893"/>
                  </a:cubicBezTo>
                  <a:cubicBezTo>
                    <a:pt x="46782" y="38737"/>
                    <a:pt x="46983" y="38662"/>
                    <a:pt x="47197" y="38662"/>
                  </a:cubicBezTo>
                  <a:cubicBezTo>
                    <a:pt x="47363" y="38662"/>
                    <a:pt x="47537" y="38707"/>
                    <a:pt x="47745" y="38794"/>
                  </a:cubicBezTo>
                  <a:cubicBezTo>
                    <a:pt x="48333" y="39038"/>
                    <a:pt x="48922" y="39152"/>
                    <a:pt x="49487" y="39152"/>
                  </a:cubicBezTo>
                  <a:cubicBezTo>
                    <a:pt x="51715" y="39152"/>
                    <a:pt x="53570" y="37381"/>
                    <a:pt x="53586" y="34853"/>
                  </a:cubicBezTo>
                  <a:cubicBezTo>
                    <a:pt x="53586" y="32299"/>
                    <a:pt x="53566" y="29744"/>
                    <a:pt x="53586" y="27190"/>
                  </a:cubicBezTo>
                  <a:cubicBezTo>
                    <a:pt x="53586" y="25645"/>
                    <a:pt x="52972" y="24457"/>
                    <a:pt x="51705" y="23546"/>
                  </a:cubicBezTo>
                  <a:cubicBezTo>
                    <a:pt x="51467" y="23387"/>
                    <a:pt x="51289" y="23051"/>
                    <a:pt x="51250" y="22754"/>
                  </a:cubicBezTo>
                  <a:cubicBezTo>
                    <a:pt x="51071" y="21744"/>
                    <a:pt x="51032" y="20694"/>
                    <a:pt x="50834" y="19684"/>
                  </a:cubicBezTo>
                  <a:cubicBezTo>
                    <a:pt x="48438" y="7970"/>
                    <a:pt x="38332" y="1"/>
                    <a:pt x="26776" y="1"/>
                  </a:cubicBezTo>
                  <a:close/>
                </a:path>
              </a:pathLst>
            </a:custGeom>
            <a:solidFill>
              <a:srgbClr val="153244"/>
            </a:solidFill>
            <a:ln>
              <a:noFill/>
            </a:ln>
          </p:spPr>
          <p:txBody>
            <a:bodyPr anchorCtr="0" anchor="ctr" bIns="48525" lIns="48525" spcFirstLastPara="1" rIns="48525" wrap="square" tIns="485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15" name="Google Shape;615;p29"/>
          <p:cNvSpPr txBox="1"/>
          <p:nvPr/>
        </p:nvSpPr>
        <p:spPr>
          <a:xfrm>
            <a:off x="1483746" y="4437753"/>
            <a:ext cx="3509400" cy="58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 u="sng">
                <a:solidFill>
                  <a:srgbClr val="434343"/>
                </a:solidFill>
                <a:latin typeface="Archivo"/>
                <a:ea typeface="Archivo"/>
                <a:cs typeface="Archivo"/>
                <a:sym typeface="Archivo"/>
              </a:rPr>
              <a:t>Antecedente</a:t>
            </a:r>
            <a:endParaRPr sz="800">
              <a:solidFill>
                <a:srgbClr val="434343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rgbClr val="434343"/>
                </a:solidFill>
                <a:latin typeface="Archivo"/>
                <a:ea typeface="Archivo"/>
                <a:cs typeface="Archivo"/>
                <a:sym typeface="Archivo"/>
              </a:rPr>
              <a:t>Mismo dispositivo: </a:t>
            </a:r>
            <a:r>
              <a:rPr b="1" lang="es" sz="800">
                <a:solidFill>
                  <a:srgbClr val="434343"/>
                </a:solidFill>
                <a:latin typeface="Archivo"/>
                <a:ea typeface="Archivo"/>
                <a:cs typeface="Archivo"/>
                <a:sym typeface="Archivo"/>
              </a:rPr>
              <a:t>27/04 (Pauls)</a:t>
            </a:r>
            <a:r>
              <a:rPr lang="es" sz="800">
                <a:solidFill>
                  <a:srgbClr val="434343"/>
                </a:solidFill>
                <a:latin typeface="Archivo"/>
                <a:ea typeface="Archivo"/>
                <a:cs typeface="Archivo"/>
                <a:sym typeface="Archivo"/>
              </a:rPr>
              <a:t> | 727 inscriptos y 128 asistentes (18%)</a:t>
            </a:r>
            <a:endParaRPr sz="800">
              <a:solidFill>
                <a:srgbClr val="434343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53244"/>
        </a:solidFill>
      </p:bgPr>
    </p:bg>
    <p:spTree>
      <p:nvGrpSpPr>
        <p:cNvPr id="619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p30"/>
          <p:cNvSpPr/>
          <p:nvPr/>
        </p:nvSpPr>
        <p:spPr>
          <a:xfrm>
            <a:off x="0" y="23486"/>
            <a:ext cx="9144000" cy="5143500"/>
          </a:xfrm>
          <a:prstGeom prst="round1Rect">
            <a:avLst>
              <a:gd fmla="val 0" name="adj"/>
            </a:avLst>
          </a:prstGeom>
          <a:solidFill>
            <a:srgbClr val="FFCB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1" name="Google Shape;621;p30"/>
          <p:cNvSpPr/>
          <p:nvPr/>
        </p:nvSpPr>
        <p:spPr>
          <a:xfrm>
            <a:off x="0" y="23486"/>
            <a:ext cx="8866800" cy="5143500"/>
          </a:xfrm>
          <a:prstGeom prst="round1Rect">
            <a:avLst>
              <a:gd fmla="val 5332" name="adj"/>
            </a:avLst>
          </a:prstGeom>
          <a:solidFill>
            <a:srgbClr val="8DE2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2" name="Google Shape;622;p30"/>
          <p:cNvSpPr/>
          <p:nvPr/>
        </p:nvSpPr>
        <p:spPr>
          <a:xfrm>
            <a:off x="0" y="23486"/>
            <a:ext cx="8531700" cy="5143500"/>
          </a:xfrm>
          <a:prstGeom prst="round1Rect">
            <a:avLst>
              <a:gd fmla="val 7105" name="adj"/>
            </a:avLst>
          </a:prstGeom>
          <a:solidFill>
            <a:srgbClr val="1532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23" name="Google Shape;623;p30"/>
          <p:cNvCxnSpPr/>
          <p:nvPr/>
        </p:nvCxnSpPr>
        <p:spPr>
          <a:xfrm>
            <a:off x="173394" y="4711019"/>
            <a:ext cx="8164200" cy="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624" name="Google Shape;624;p30"/>
          <p:cNvPicPr preferRelativeResize="0"/>
          <p:nvPr/>
        </p:nvPicPr>
        <p:blipFill rotWithShape="1">
          <a:blip r:embed="rId3">
            <a:alphaModFix/>
          </a:blip>
          <a:srcRect b="32287" l="24148" r="24143" t="32283"/>
          <a:stretch/>
        </p:blipFill>
        <p:spPr>
          <a:xfrm>
            <a:off x="117775" y="4764867"/>
            <a:ext cx="442276" cy="30304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25" name="Google Shape;625;p30"/>
          <p:cNvGrpSpPr/>
          <p:nvPr/>
        </p:nvGrpSpPr>
        <p:grpSpPr>
          <a:xfrm rot="5400000">
            <a:off x="69875" y="-381850"/>
            <a:ext cx="419400" cy="91500"/>
            <a:chOff x="439425" y="-528325"/>
            <a:chExt cx="419400" cy="91500"/>
          </a:xfrm>
        </p:grpSpPr>
        <p:sp>
          <p:nvSpPr>
            <p:cNvPr id="626" name="Google Shape;626;p30"/>
            <p:cNvSpPr/>
            <p:nvPr/>
          </p:nvSpPr>
          <p:spPr>
            <a:xfrm>
              <a:off x="439425" y="-528325"/>
              <a:ext cx="91500" cy="91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7" name="Google Shape;627;p30"/>
            <p:cNvSpPr/>
            <p:nvPr/>
          </p:nvSpPr>
          <p:spPr>
            <a:xfrm>
              <a:off x="603375" y="-528325"/>
              <a:ext cx="91500" cy="91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8" name="Google Shape;628;p30"/>
            <p:cNvSpPr/>
            <p:nvPr/>
          </p:nvSpPr>
          <p:spPr>
            <a:xfrm>
              <a:off x="767325" y="-528325"/>
              <a:ext cx="91500" cy="91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29" name="Google Shape;629;p30"/>
          <p:cNvSpPr txBox="1"/>
          <p:nvPr/>
        </p:nvSpPr>
        <p:spPr>
          <a:xfrm>
            <a:off x="278350" y="2517136"/>
            <a:ext cx="7628700" cy="10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Arial"/>
              <a:buNone/>
            </a:pPr>
            <a:r>
              <a:rPr b="0" i="0" lang="es" sz="5500" u="none" cap="none" strike="noStrike">
                <a:solidFill>
                  <a:srgbClr val="FFFFFF"/>
                </a:solidFill>
                <a:latin typeface="Archivo"/>
                <a:ea typeface="Archivo"/>
                <a:cs typeface="Archivo"/>
                <a:sym typeface="Archivo"/>
              </a:rPr>
              <a:t>Comunicaciones Post</a:t>
            </a:r>
            <a:endParaRPr b="0" i="0" sz="5500" u="none" cap="none" strike="noStrike">
              <a:solidFill>
                <a:srgbClr val="FFFFFF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630" name="Google Shape;630;p30"/>
          <p:cNvSpPr txBox="1"/>
          <p:nvPr/>
        </p:nvSpPr>
        <p:spPr>
          <a:xfrm>
            <a:off x="278350" y="3429605"/>
            <a:ext cx="6932700" cy="8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s" sz="3600" u="none" cap="none" strike="noStrike">
                <a:solidFill>
                  <a:srgbClr val="8DE2D6"/>
                </a:solidFill>
                <a:latin typeface="Archivo Black"/>
                <a:ea typeface="Archivo Black"/>
                <a:cs typeface="Archivo Black"/>
                <a:sym typeface="Archivo Black"/>
              </a:rPr>
              <a:t>Semana JM</a:t>
            </a:r>
            <a:endParaRPr b="0" i="0" sz="3600" u="none" cap="none" strike="noStrike">
              <a:solidFill>
                <a:srgbClr val="8DE2D6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4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635;p31"/>
          <p:cNvSpPr/>
          <p:nvPr/>
        </p:nvSpPr>
        <p:spPr>
          <a:xfrm>
            <a:off x="274775" y="292135"/>
            <a:ext cx="366900" cy="366900"/>
          </a:xfrm>
          <a:prstGeom prst="ellipse">
            <a:avLst/>
          </a:prstGeom>
          <a:solidFill>
            <a:srgbClr val="1235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36" name="Google Shape;636;p31"/>
          <p:cNvGrpSpPr/>
          <p:nvPr/>
        </p:nvGrpSpPr>
        <p:grpSpPr>
          <a:xfrm>
            <a:off x="376133" y="369810"/>
            <a:ext cx="190480" cy="211556"/>
            <a:chOff x="2169088" y="811743"/>
            <a:chExt cx="3848087" cy="4273857"/>
          </a:xfrm>
        </p:grpSpPr>
        <p:sp>
          <p:nvSpPr>
            <p:cNvPr id="637" name="Google Shape;637;p31"/>
            <p:cNvSpPr/>
            <p:nvPr/>
          </p:nvSpPr>
          <p:spPr>
            <a:xfrm>
              <a:off x="2169088" y="811743"/>
              <a:ext cx="3345825" cy="4082275"/>
            </a:xfrm>
            <a:custGeom>
              <a:rect b="b" l="l" r="r" t="t"/>
              <a:pathLst>
                <a:path extrusionOk="0" h="163291" w="133833">
                  <a:moveTo>
                    <a:pt x="91175" y="34428"/>
                  </a:moveTo>
                  <a:cubicBezTo>
                    <a:pt x="96225" y="34428"/>
                    <a:pt x="101274" y="34428"/>
                    <a:pt x="106324" y="34456"/>
                  </a:cubicBezTo>
                  <a:cubicBezTo>
                    <a:pt x="109672" y="34456"/>
                    <a:pt x="111960" y="36520"/>
                    <a:pt x="111988" y="39506"/>
                  </a:cubicBezTo>
                  <a:cubicBezTo>
                    <a:pt x="112043" y="42602"/>
                    <a:pt x="109784" y="44862"/>
                    <a:pt x="106380" y="44890"/>
                  </a:cubicBezTo>
                  <a:cubicBezTo>
                    <a:pt x="101330" y="44904"/>
                    <a:pt x="96273" y="44911"/>
                    <a:pt x="91217" y="44911"/>
                  </a:cubicBezTo>
                  <a:cubicBezTo>
                    <a:pt x="86160" y="44911"/>
                    <a:pt x="81103" y="44904"/>
                    <a:pt x="76054" y="44890"/>
                  </a:cubicBezTo>
                  <a:cubicBezTo>
                    <a:pt x="72622" y="44862"/>
                    <a:pt x="70362" y="42658"/>
                    <a:pt x="70390" y="39561"/>
                  </a:cubicBezTo>
                  <a:cubicBezTo>
                    <a:pt x="70418" y="36492"/>
                    <a:pt x="72706" y="34456"/>
                    <a:pt x="76165" y="34456"/>
                  </a:cubicBezTo>
                  <a:cubicBezTo>
                    <a:pt x="81159" y="34428"/>
                    <a:pt x="86181" y="34428"/>
                    <a:pt x="91175" y="34428"/>
                  </a:cubicBezTo>
                  <a:close/>
                  <a:moveTo>
                    <a:pt x="42463" y="34428"/>
                  </a:moveTo>
                  <a:cubicBezTo>
                    <a:pt x="47457" y="34428"/>
                    <a:pt x="52451" y="34428"/>
                    <a:pt x="57445" y="34456"/>
                  </a:cubicBezTo>
                  <a:cubicBezTo>
                    <a:pt x="60849" y="34456"/>
                    <a:pt x="63108" y="36437"/>
                    <a:pt x="63192" y="39422"/>
                  </a:cubicBezTo>
                  <a:cubicBezTo>
                    <a:pt x="63276" y="42547"/>
                    <a:pt x="61044" y="44862"/>
                    <a:pt x="57668" y="44862"/>
                  </a:cubicBezTo>
                  <a:cubicBezTo>
                    <a:pt x="52590" y="44904"/>
                    <a:pt x="47506" y="44918"/>
                    <a:pt x="42421" y="44918"/>
                  </a:cubicBezTo>
                  <a:cubicBezTo>
                    <a:pt x="37337" y="44918"/>
                    <a:pt x="32252" y="44904"/>
                    <a:pt x="27174" y="44890"/>
                  </a:cubicBezTo>
                  <a:cubicBezTo>
                    <a:pt x="24217" y="44862"/>
                    <a:pt x="22069" y="43077"/>
                    <a:pt x="21650" y="40510"/>
                  </a:cubicBezTo>
                  <a:cubicBezTo>
                    <a:pt x="21232" y="37999"/>
                    <a:pt x="22627" y="35544"/>
                    <a:pt x="25082" y="34735"/>
                  </a:cubicBezTo>
                  <a:cubicBezTo>
                    <a:pt x="25835" y="34512"/>
                    <a:pt x="26672" y="34456"/>
                    <a:pt x="27481" y="34456"/>
                  </a:cubicBezTo>
                  <a:cubicBezTo>
                    <a:pt x="32475" y="34428"/>
                    <a:pt x="37469" y="34428"/>
                    <a:pt x="42463" y="34428"/>
                  </a:cubicBezTo>
                  <a:close/>
                  <a:moveTo>
                    <a:pt x="42425" y="55366"/>
                  </a:moveTo>
                  <a:cubicBezTo>
                    <a:pt x="47715" y="55366"/>
                    <a:pt x="53009" y="55380"/>
                    <a:pt x="58310" y="55408"/>
                  </a:cubicBezTo>
                  <a:cubicBezTo>
                    <a:pt x="60876" y="55408"/>
                    <a:pt x="62941" y="57473"/>
                    <a:pt x="63164" y="59984"/>
                  </a:cubicBezTo>
                  <a:cubicBezTo>
                    <a:pt x="63415" y="62662"/>
                    <a:pt x="61825" y="64977"/>
                    <a:pt x="59258" y="65591"/>
                  </a:cubicBezTo>
                  <a:cubicBezTo>
                    <a:pt x="58477" y="65759"/>
                    <a:pt x="57640" y="65814"/>
                    <a:pt x="56831" y="65814"/>
                  </a:cubicBezTo>
                  <a:cubicBezTo>
                    <a:pt x="55222" y="65824"/>
                    <a:pt x="53613" y="65827"/>
                    <a:pt x="52005" y="65827"/>
                  </a:cubicBezTo>
                  <a:cubicBezTo>
                    <a:pt x="48787" y="65827"/>
                    <a:pt x="45569" y="65814"/>
                    <a:pt x="42351" y="65814"/>
                  </a:cubicBezTo>
                  <a:cubicBezTo>
                    <a:pt x="39152" y="65814"/>
                    <a:pt x="35941" y="65827"/>
                    <a:pt x="32725" y="65827"/>
                  </a:cubicBezTo>
                  <a:cubicBezTo>
                    <a:pt x="31117" y="65827"/>
                    <a:pt x="29509" y="65824"/>
                    <a:pt x="27900" y="65814"/>
                  </a:cubicBezTo>
                  <a:cubicBezTo>
                    <a:pt x="27146" y="65814"/>
                    <a:pt x="26365" y="65759"/>
                    <a:pt x="25640" y="65619"/>
                  </a:cubicBezTo>
                  <a:cubicBezTo>
                    <a:pt x="23045" y="65033"/>
                    <a:pt x="21399" y="62773"/>
                    <a:pt x="21595" y="60095"/>
                  </a:cubicBezTo>
                  <a:cubicBezTo>
                    <a:pt x="21790" y="57528"/>
                    <a:pt x="23882" y="55408"/>
                    <a:pt x="26561" y="55408"/>
                  </a:cubicBezTo>
                  <a:cubicBezTo>
                    <a:pt x="31847" y="55380"/>
                    <a:pt x="37134" y="55366"/>
                    <a:pt x="42425" y="55366"/>
                  </a:cubicBezTo>
                  <a:close/>
                  <a:moveTo>
                    <a:pt x="106268" y="55352"/>
                  </a:moveTo>
                  <a:cubicBezTo>
                    <a:pt x="109644" y="55380"/>
                    <a:pt x="111904" y="57389"/>
                    <a:pt x="111988" y="60374"/>
                  </a:cubicBezTo>
                  <a:cubicBezTo>
                    <a:pt x="112071" y="63471"/>
                    <a:pt x="109811" y="65787"/>
                    <a:pt x="106436" y="65787"/>
                  </a:cubicBezTo>
                  <a:cubicBezTo>
                    <a:pt x="101358" y="65814"/>
                    <a:pt x="96273" y="65828"/>
                    <a:pt x="91189" y="65828"/>
                  </a:cubicBezTo>
                  <a:cubicBezTo>
                    <a:pt x="86104" y="65828"/>
                    <a:pt x="81020" y="65814"/>
                    <a:pt x="75942" y="65787"/>
                  </a:cubicBezTo>
                  <a:cubicBezTo>
                    <a:pt x="72566" y="65787"/>
                    <a:pt x="70306" y="63471"/>
                    <a:pt x="70390" y="60374"/>
                  </a:cubicBezTo>
                  <a:cubicBezTo>
                    <a:pt x="70474" y="57389"/>
                    <a:pt x="72734" y="55380"/>
                    <a:pt x="76109" y="55380"/>
                  </a:cubicBezTo>
                  <a:cubicBezTo>
                    <a:pt x="81159" y="55352"/>
                    <a:pt x="86237" y="55352"/>
                    <a:pt x="91286" y="55352"/>
                  </a:cubicBezTo>
                  <a:close/>
                  <a:moveTo>
                    <a:pt x="42379" y="76277"/>
                  </a:moveTo>
                  <a:cubicBezTo>
                    <a:pt x="47457" y="76277"/>
                    <a:pt x="52507" y="76277"/>
                    <a:pt x="57556" y="76304"/>
                  </a:cubicBezTo>
                  <a:cubicBezTo>
                    <a:pt x="60904" y="76304"/>
                    <a:pt x="63164" y="78369"/>
                    <a:pt x="63192" y="81382"/>
                  </a:cubicBezTo>
                  <a:cubicBezTo>
                    <a:pt x="63248" y="84479"/>
                    <a:pt x="60960" y="86711"/>
                    <a:pt x="57584" y="86739"/>
                  </a:cubicBezTo>
                  <a:cubicBezTo>
                    <a:pt x="52521" y="86753"/>
                    <a:pt x="47464" y="86760"/>
                    <a:pt x="42407" y="86760"/>
                  </a:cubicBezTo>
                  <a:cubicBezTo>
                    <a:pt x="37351" y="86760"/>
                    <a:pt x="32294" y="86753"/>
                    <a:pt x="27230" y="86739"/>
                  </a:cubicBezTo>
                  <a:cubicBezTo>
                    <a:pt x="24273" y="86739"/>
                    <a:pt x="22097" y="84981"/>
                    <a:pt x="21650" y="82442"/>
                  </a:cubicBezTo>
                  <a:cubicBezTo>
                    <a:pt x="21204" y="79931"/>
                    <a:pt x="22571" y="77448"/>
                    <a:pt x="24998" y="76639"/>
                  </a:cubicBezTo>
                  <a:cubicBezTo>
                    <a:pt x="25752" y="76360"/>
                    <a:pt x="26588" y="76304"/>
                    <a:pt x="27398" y="76304"/>
                  </a:cubicBezTo>
                  <a:cubicBezTo>
                    <a:pt x="32392" y="76277"/>
                    <a:pt x="37385" y="76277"/>
                    <a:pt x="42379" y="76277"/>
                  </a:cubicBezTo>
                  <a:close/>
                  <a:moveTo>
                    <a:pt x="83140" y="76277"/>
                  </a:moveTo>
                  <a:cubicBezTo>
                    <a:pt x="83696" y="76283"/>
                    <a:pt x="84251" y="76285"/>
                    <a:pt x="84805" y="76285"/>
                  </a:cubicBezTo>
                  <a:cubicBezTo>
                    <a:pt x="85792" y="76285"/>
                    <a:pt x="86776" y="76278"/>
                    <a:pt x="87758" y="76278"/>
                  </a:cubicBezTo>
                  <a:cubicBezTo>
                    <a:pt x="88656" y="76278"/>
                    <a:pt x="89553" y="76284"/>
                    <a:pt x="90449" y="76304"/>
                  </a:cubicBezTo>
                  <a:cubicBezTo>
                    <a:pt x="93518" y="76332"/>
                    <a:pt x="95750" y="78425"/>
                    <a:pt x="95862" y="81298"/>
                  </a:cubicBezTo>
                  <a:cubicBezTo>
                    <a:pt x="95974" y="84088"/>
                    <a:pt x="93825" y="86599"/>
                    <a:pt x="90812" y="86683"/>
                  </a:cubicBezTo>
                  <a:cubicBezTo>
                    <a:pt x="88259" y="86753"/>
                    <a:pt x="85707" y="86788"/>
                    <a:pt x="83154" y="86788"/>
                  </a:cubicBezTo>
                  <a:cubicBezTo>
                    <a:pt x="80601" y="86788"/>
                    <a:pt x="78048" y="86753"/>
                    <a:pt x="75496" y="86683"/>
                  </a:cubicBezTo>
                  <a:cubicBezTo>
                    <a:pt x="72371" y="86599"/>
                    <a:pt x="70278" y="84200"/>
                    <a:pt x="70390" y="81215"/>
                  </a:cubicBezTo>
                  <a:cubicBezTo>
                    <a:pt x="70530" y="78369"/>
                    <a:pt x="72734" y="76332"/>
                    <a:pt x="75830" y="76304"/>
                  </a:cubicBezTo>
                  <a:cubicBezTo>
                    <a:pt x="78285" y="76277"/>
                    <a:pt x="80713" y="76277"/>
                    <a:pt x="83140" y="76277"/>
                  </a:cubicBezTo>
                  <a:close/>
                  <a:moveTo>
                    <a:pt x="42491" y="97201"/>
                  </a:moveTo>
                  <a:cubicBezTo>
                    <a:pt x="47485" y="97201"/>
                    <a:pt x="52479" y="97201"/>
                    <a:pt x="57473" y="97229"/>
                  </a:cubicBezTo>
                  <a:cubicBezTo>
                    <a:pt x="60932" y="97229"/>
                    <a:pt x="63192" y="99321"/>
                    <a:pt x="63192" y="102418"/>
                  </a:cubicBezTo>
                  <a:cubicBezTo>
                    <a:pt x="63192" y="105487"/>
                    <a:pt x="60904" y="107663"/>
                    <a:pt x="57473" y="107663"/>
                  </a:cubicBezTo>
                  <a:cubicBezTo>
                    <a:pt x="52451" y="107677"/>
                    <a:pt x="47422" y="107684"/>
                    <a:pt x="42393" y="107684"/>
                  </a:cubicBezTo>
                  <a:cubicBezTo>
                    <a:pt x="37365" y="107684"/>
                    <a:pt x="32336" y="107677"/>
                    <a:pt x="27314" y="107663"/>
                  </a:cubicBezTo>
                  <a:cubicBezTo>
                    <a:pt x="23882" y="107635"/>
                    <a:pt x="21595" y="105459"/>
                    <a:pt x="21595" y="102418"/>
                  </a:cubicBezTo>
                  <a:cubicBezTo>
                    <a:pt x="21595" y="99321"/>
                    <a:pt x="23882" y="97229"/>
                    <a:pt x="27314" y="97229"/>
                  </a:cubicBezTo>
                  <a:cubicBezTo>
                    <a:pt x="32364" y="97201"/>
                    <a:pt x="37413" y="97201"/>
                    <a:pt x="42491" y="97201"/>
                  </a:cubicBezTo>
                  <a:close/>
                  <a:moveTo>
                    <a:pt x="32503" y="118476"/>
                  </a:moveTo>
                  <a:cubicBezTo>
                    <a:pt x="35795" y="118476"/>
                    <a:pt x="39087" y="118488"/>
                    <a:pt x="42379" y="118488"/>
                  </a:cubicBezTo>
                  <a:lnTo>
                    <a:pt x="57389" y="118488"/>
                  </a:lnTo>
                  <a:cubicBezTo>
                    <a:pt x="60876" y="118488"/>
                    <a:pt x="63164" y="120525"/>
                    <a:pt x="63192" y="123593"/>
                  </a:cubicBezTo>
                  <a:cubicBezTo>
                    <a:pt x="63248" y="126746"/>
                    <a:pt x="60932" y="128922"/>
                    <a:pt x="57389" y="128950"/>
                  </a:cubicBezTo>
                  <a:cubicBezTo>
                    <a:pt x="52367" y="128950"/>
                    <a:pt x="47338" y="128957"/>
                    <a:pt x="42310" y="128957"/>
                  </a:cubicBezTo>
                  <a:cubicBezTo>
                    <a:pt x="37281" y="128957"/>
                    <a:pt x="32252" y="128950"/>
                    <a:pt x="27230" y="128922"/>
                  </a:cubicBezTo>
                  <a:cubicBezTo>
                    <a:pt x="24273" y="128922"/>
                    <a:pt x="22097" y="127192"/>
                    <a:pt x="21650" y="124654"/>
                  </a:cubicBezTo>
                  <a:cubicBezTo>
                    <a:pt x="21204" y="122115"/>
                    <a:pt x="22571" y="119660"/>
                    <a:pt x="24998" y="118823"/>
                  </a:cubicBezTo>
                  <a:cubicBezTo>
                    <a:pt x="25807" y="118572"/>
                    <a:pt x="26700" y="118516"/>
                    <a:pt x="27565" y="118488"/>
                  </a:cubicBezTo>
                  <a:cubicBezTo>
                    <a:pt x="29211" y="118479"/>
                    <a:pt x="30857" y="118476"/>
                    <a:pt x="32503" y="118476"/>
                  </a:cubicBezTo>
                  <a:close/>
                  <a:moveTo>
                    <a:pt x="18498" y="0"/>
                  </a:moveTo>
                  <a:cubicBezTo>
                    <a:pt x="14871" y="837"/>
                    <a:pt x="11356" y="1953"/>
                    <a:pt x="8370" y="4325"/>
                  </a:cubicBezTo>
                  <a:cubicBezTo>
                    <a:pt x="3042" y="8538"/>
                    <a:pt x="56" y="14034"/>
                    <a:pt x="56" y="20841"/>
                  </a:cubicBezTo>
                  <a:cubicBezTo>
                    <a:pt x="1" y="61378"/>
                    <a:pt x="1" y="101944"/>
                    <a:pt x="29" y="142509"/>
                  </a:cubicBezTo>
                  <a:cubicBezTo>
                    <a:pt x="56" y="153669"/>
                    <a:pt x="9235" y="163154"/>
                    <a:pt x="20339" y="163210"/>
                  </a:cubicBezTo>
                  <a:cubicBezTo>
                    <a:pt x="29558" y="163274"/>
                    <a:pt x="38778" y="163291"/>
                    <a:pt x="47997" y="163291"/>
                  </a:cubicBezTo>
                  <a:cubicBezTo>
                    <a:pt x="59060" y="163291"/>
                    <a:pt x="70124" y="163266"/>
                    <a:pt x="81187" y="163266"/>
                  </a:cubicBezTo>
                  <a:cubicBezTo>
                    <a:pt x="81354" y="163266"/>
                    <a:pt x="81522" y="163210"/>
                    <a:pt x="81829" y="163182"/>
                  </a:cubicBezTo>
                  <a:cubicBezTo>
                    <a:pt x="71450" y="144155"/>
                    <a:pt x="70809" y="125016"/>
                    <a:pt x="82498" y="106575"/>
                  </a:cubicBezTo>
                  <a:cubicBezTo>
                    <a:pt x="93348" y="89433"/>
                    <a:pt x="109245" y="81520"/>
                    <a:pt x="128941" y="81520"/>
                  </a:cubicBezTo>
                  <a:cubicBezTo>
                    <a:pt x="130465" y="81520"/>
                    <a:pt x="132012" y="81567"/>
                    <a:pt x="133581" y="81661"/>
                  </a:cubicBezTo>
                  <a:lnTo>
                    <a:pt x="133581" y="79597"/>
                  </a:lnTo>
                  <a:cubicBezTo>
                    <a:pt x="133581" y="60597"/>
                    <a:pt x="133386" y="41598"/>
                    <a:pt x="133665" y="22599"/>
                  </a:cubicBezTo>
                  <a:cubicBezTo>
                    <a:pt x="133833" y="9933"/>
                    <a:pt x="124933" y="1423"/>
                    <a:pt x="115559" y="224"/>
                  </a:cubicBezTo>
                  <a:cubicBezTo>
                    <a:pt x="115419" y="224"/>
                    <a:pt x="115252" y="84"/>
                    <a:pt x="115112" y="0"/>
                  </a:cubicBezTo>
                  <a:close/>
                </a:path>
              </a:pathLst>
            </a:custGeom>
            <a:solidFill>
              <a:srgbClr val="8DE2D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8" name="Google Shape;638;p31"/>
            <p:cNvSpPr/>
            <p:nvPr/>
          </p:nvSpPr>
          <p:spPr>
            <a:xfrm>
              <a:off x="3700125" y="2911200"/>
              <a:ext cx="2317050" cy="2174400"/>
            </a:xfrm>
            <a:custGeom>
              <a:rect b="b" l="l" r="r" t="t"/>
              <a:pathLst>
                <a:path extrusionOk="0" h="86976" w="92682">
                  <a:moveTo>
                    <a:pt x="61246" y="27942"/>
                  </a:moveTo>
                  <a:cubicBezTo>
                    <a:pt x="62954" y="27942"/>
                    <a:pt x="64509" y="28984"/>
                    <a:pt x="65396" y="30508"/>
                  </a:cubicBezTo>
                  <a:cubicBezTo>
                    <a:pt x="66484" y="32349"/>
                    <a:pt x="66345" y="34693"/>
                    <a:pt x="64894" y="36534"/>
                  </a:cubicBezTo>
                  <a:cubicBezTo>
                    <a:pt x="61909" y="40328"/>
                    <a:pt x="58868" y="44067"/>
                    <a:pt x="55855" y="47833"/>
                  </a:cubicBezTo>
                  <a:cubicBezTo>
                    <a:pt x="53456" y="50818"/>
                    <a:pt x="51084" y="53832"/>
                    <a:pt x="48657" y="56789"/>
                  </a:cubicBezTo>
                  <a:cubicBezTo>
                    <a:pt x="47399" y="58321"/>
                    <a:pt x="45954" y="59098"/>
                    <a:pt x="44425" y="59098"/>
                  </a:cubicBezTo>
                  <a:cubicBezTo>
                    <a:pt x="43310" y="59098"/>
                    <a:pt x="42150" y="58685"/>
                    <a:pt x="40985" y="57849"/>
                  </a:cubicBezTo>
                  <a:cubicBezTo>
                    <a:pt x="36995" y="55031"/>
                    <a:pt x="33061" y="52158"/>
                    <a:pt x="29128" y="49284"/>
                  </a:cubicBezTo>
                  <a:cubicBezTo>
                    <a:pt x="26561" y="47359"/>
                    <a:pt x="26003" y="44151"/>
                    <a:pt x="27760" y="41751"/>
                  </a:cubicBezTo>
                  <a:cubicBezTo>
                    <a:pt x="28774" y="40394"/>
                    <a:pt x="30277" y="39679"/>
                    <a:pt x="31864" y="39679"/>
                  </a:cubicBezTo>
                  <a:cubicBezTo>
                    <a:pt x="32984" y="39679"/>
                    <a:pt x="34147" y="40036"/>
                    <a:pt x="35210" y="40775"/>
                  </a:cubicBezTo>
                  <a:cubicBezTo>
                    <a:pt x="37916" y="42672"/>
                    <a:pt x="40566" y="44653"/>
                    <a:pt x="43384" y="46661"/>
                  </a:cubicBezTo>
                  <a:cubicBezTo>
                    <a:pt x="47848" y="41110"/>
                    <a:pt x="52116" y="35669"/>
                    <a:pt x="56552" y="30368"/>
                  </a:cubicBezTo>
                  <a:cubicBezTo>
                    <a:pt x="57417" y="29336"/>
                    <a:pt x="58784" y="28471"/>
                    <a:pt x="60068" y="28109"/>
                  </a:cubicBezTo>
                  <a:cubicBezTo>
                    <a:pt x="60464" y="27995"/>
                    <a:pt x="60859" y="27942"/>
                    <a:pt x="61246" y="27942"/>
                  </a:cubicBezTo>
                  <a:close/>
                  <a:moveTo>
                    <a:pt x="46519" y="1"/>
                  </a:moveTo>
                  <a:cubicBezTo>
                    <a:pt x="43400" y="1"/>
                    <a:pt x="40238" y="348"/>
                    <a:pt x="37079" y="1074"/>
                  </a:cubicBezTo>
                  <a:cubicBezTo>
                    <a:pt x="14508" y="6264"/>
                    <a:pt x="1" y="27104"/>
                    <a:pt x="3600" y="50149"/>
                  </a:cubicBezTo>
                  <a:cubicBezTo>
                    <a:pt x="6250" y="67111"/>
                    <a:pt x="16210" y="78634"/>
                    <a:pt x="32336" y="84548"/>
                  </a:cubicBezTo>
                  <a:cubicBezTo>
                    <a:pt x="35628" y="85748"/>
                    <a:pt x="39199" y="86194"/>
                    <a:pt x="42631" y="86976"/>
                  </a:cubicBezTo>
                  <a:lnTo>
                    <a:pt x="50275" y="86976"/>
                  </a:lnTo>
                  <a:cubicBezTo>
                    <a:pt x="51084" y="86836"/>
                    <a:pt x="51865" y="86669"/>
                    <a:pt x="52646" y="86557"/>
                  </a:cubicBezTo>
                  <a:cubicBezTo>
                    <a:pt x="76500" y="82958"/>
                    <a:pt x="92682" y="61225"/>
                    <a:pt x="89417" y="37259"/>
                  </a:cubicBezTo>
                  <a:cubicBezTo>
                    <a:pt x="86455" y="15671"/>
                    <a:pt x="67470" y="1"/>
                    <a:pt x="46519" y="1"/>
                  </a:cubicBezTo>
                  <a:close/>
                </a:path>
              </a:pathLst>
            </a:custGeom>
            <a:solidFill>
              <a:srgbClr val="8DE2D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39" name="Google Shape;639;p31"/>
          <p:cNvSpPr txBox="1"/>
          <p:nvPr/>
        </p:nvSpPr>
        <p:spPr>
          <a:xfrm>
            <a:off x="740400" y="311200"/>
            <a:ext cx="4709100" cy="280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" sz="2000" u="none" cap="none" strike="noStrike">
                <a:solidFill>
                  <a:srgbClr val="123546"/>
                </a:solidFill>
                <a:latin typeface="Archivo ExtraBold"/>
                <a:ea typeface="Archivo ExtraBold"/>
                <a:cs typeface="Archivo ExtraBold"/>
                <a:sym typeface="Archivo ExtraBold"/>
              </a:rPr>
              <a:t>Digital | Comunicaciones post</a:t>
            </a:r>
            <a:endParaRPr b="0" i="0" sz="2000" u="none" cap="none" strike="noStrike">
              <a:solidFill>
                <a:srgbClr val="123546"/>
              </a:solidFill>
              <a:latin typeface="Archivo ExtraBold"/>
              <a:ea typeface="Archivo ExtraBold"/>
              <a:cs typeface="Archivo ExtraBold"/>
              <a:sym typeface="Archivo ExtraBold"/>
            </a:endParaRPr>
          </a:p>
        </p:txBody>
      </p:sp>
      <p:graphicFrame>
        <p:nvGraphicFramePr>
          <p:cNvPr id="640" name="Google Shape;640;p31"/>
          <p:cNvGraphicFramePr/>
          <p:nvPr/>
        </p:nvGraphicFramePr>
        <p:xfrm>
          <a:off x="177524" y="106894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{7650D8E4-4787-4E29-98DA-0F39D9B7AF57}</a:tableStyleId>
              </a:tblPr>
              <a:tblGrid>
                <a:gridCol w="2325125"/>
                <a:gridCol w="1155325"/>
                <a:gridCol w="1323450"/>
                <a:gridCol w="949850"/>
                <a:gridCol w="1170675"/>
                <a:gridCol w="940400"/>
                <a:gridCol w="1026650"/>
              </a:tblGrid>
              <a:tr h="4783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" sz="1100" u="none" cap="none" strike="noStrike">
                          <a:solidFill>
                            <a:srgbClr val="153245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Campaña</a:t>
                      </a:r>
                      <a:endParaRPr b="1" sz="1100" u="none" cap="none" strike="noStrike">
                        <a:solidFill>
                          <a:srgbClr val="153245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DE2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" sz="1100" u="none" cap="none" strike="noStrike">
                          <a:solidFill>
                            <a:srgbClr val="153245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Estado</a:t>
                      </a:r>
                      <a:endParaRPr b="1" sz="1100" u="none" cap="none" strike="noStrike">
                        <a:solidFill>
                          <a:srgbClr val="153245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DE2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" sz="1100" u="none" cap="none" strike="noStrike">
                          <a:solidFill>
                            <a:srgbClr val="153245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Período</a:t>
                      </a:r>
                      <a:endParaRPr b="1" sz="1100" u="none" cap="none" strike="noStrike">
                        <a:solidFill>
                          <a:srgbClr val="153245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DE2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" sz="1100" u="none" cap="none" strike="noStrike">
                          <a:solidFill>
                            <a:srgbClr val="153245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Alcance</a:t>
                      </a:r>
                      <a:endParaRPr b="1" sz="1100" u="none" cap="none" strike="noStrike">
                        <a:solidFill>
                          <a:srgbClr val="153245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DE2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" sz="1100" u="none" cap="none" strike="noStrike">
                          <a:solidFill>
                            <a:srgbClr val="153245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Impresiones</a:t>
                      </a:r>
                      <a:endParaRPr b="1" sz="1100" u="none" cap="none" strike="noStrike">
                        <a:solidFill>
                          <a:srgbClr val="153245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DE2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" sz="1100" u="none" cap="none" strike="noStrike">
                          <a:solidFill>
                            <a:srgbClr val="153245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Vistas</a:t>
                      </a:r>
                      <a:endParaRPr b="1" sz="1100" u="none" cap="none" strike="noStrike">
                        <a:solidFill>
                          <a:srgbClr val="153245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DE2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" sz="1100" u="none" cap="none" strike="noStrike">
                          <a:solidFill>
                            <a:srgbClr val="153245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VTR</a:t>
                      </a:r>
                      <a:endParaRPr b="1" sz="1100" u="none" cap="none" strike="noStrike">
                        <a:solidFill>
                          <a:srgbClr val="153245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DE2D6"/>
                    </a:solidFill>
                  </a:tcPr>
                </a:tc>
              </a:tr>
              <a:tr h="582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" sz="1100" u="none" cap="none" strike="noStrike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{{post_camp1}}</a:t>
                      </a:r>
                      <a:endParaRPr b="1" sz="1100" u="none" cap="none" strike="noStrike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" sz="1200" u="none" cap="none" strike="noStrike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{{post_estado1}}</a:t>
                      </a:r>
                      <a:endParaRPr sz="1200" u="none" cap="none" strike="noStrike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999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  <a:tr h="582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" sz="1100" u="none" cap="none" strike="noStrike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{{post_camp2}}</a:t>
                      </a:r>
                      <a:endParaRPr b="1" sz="1100" u="none" cap="none" strike="noStrike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" sz="1200" u="none" cap="none" strike="noStrike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{{post_estado2}}</a:t>
                      </a:r>
                      <a:endParaRPr sz="1200" u="none" cap="none" strike="noStrike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</a:tr>
              <a:tr h="582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" sz="1100" u="none" cap="none" strike="noStrike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{{post_camp3}}</a:t>
                      </a:r>
                      <a:endParaRPr b="1" sz="1100" u="none" cap="none" strike="noStrike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" sz="1200" u="none" cap="none" strike="noStrike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{{post_estado3}}</a:t>
                      </a:r>
                      <a:endParaRPr sz="1200" u="none" cap="none" strike="noStrike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</a:tbl>
          </a:graphicData>
        </a:graphic>
      </p:graphicFrame>
      <p:sp>
        <p:nvSpPr>
          <p:cNvPr id="641" name="Google Shape;641;p31"/>
          <p:cNvSpPr txBox="1"/>
          <p:nvPr/>
        </p:nvSpPr>
        <p:spPr>
          <a:xfrm>
            <a:off x="274773" y="3514829"/>
            <a:ext cx="2364000" cy="970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1" lang="es" sz="1000" u="sng" cap="none" strike="noStrik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Benchmarks VTR</a:t>
            </a:r>
            <a:r>
              <a:rPr b="0" i="1" lang="es" sz="1000" u="none" cap="none" strike="noStrik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:</a:t>
            </a:r>
            <a:endParaRPr b="0" i="1" sz="1000" u="none" cap="none" strike="noStrike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2921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Char char="●"/>
            </a:pPr>
            <a:r>
              <a:rPr b="0" i="1" lang="es" sz="1000" u="none" cap="none" strike="noStrik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ECVs: 60%</a:t>
            </a:r>
            <a:endParaRPr b="0" i="1" sz="1000" u="none" cap="none" strike="noStrike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2921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Char char="●"/>
            </a:pPr>
            <a:r>
              <a:rPr b="0" i="1" lang="es" sz="1000" u="none" cap="none" strike="noStrik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Uno a uno: 55%</a:t>
            </a:r>
            <a:endParaRPr b="0" i="1" sz="1000" u="none" cap="none" strike="noStrike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2921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Char char="●"/>
            </a:pPr>
            <a:r>
              <a:rPr b="0" i="1" lang="es" sz="1000" u="none" cap="none" strike="noStrik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Temáticas: 44%</a:t>
            </a:r>
            <a:endParaRPr b="0" i="1" sz="1000" u="none" cap="none" strike="noStrike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2921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Char char="●"/>
            </a:pPr>
            <a:r>
              <a:rPr b="0" i="1" lang="es" sz="1000" u="none" cap="none" strike="noStrik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Primera persona: 27%</a:t>
            </a:r>
            <a:endParaRPr b="0" i="1" sz="1000" u="none" cap="none" strike="noStrike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53244"/>
        </a:solidFill>
      </p:bgPr>
    </p:bg>
    <p:spTree>
      <p:nvGrpSpPr>
        <p:cNvPr id="645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Google Shape;646;p32"/>
          <p:cNvSpPr/>
          <p:nvPr/>
        </p:nvSpPr>
        <p:spPr>
          <a:xfrm>
            <a:off x="0" y="23486"/>
            <a:ext cx="9144000" cy="5143500"/>
          </a:xfrm>
          <a:prstGeom prst="round1Rect">
            <a:avLst>
              <a:gd fmla="val 0" name="adj"/>
            </a:avLst>
          </a:prstGeom>
          <a:solidFill>
            <a:srgbClr val="FFCB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7" name="Google Shape;647;p32"/>
          <p:cNvSpPr/>
          <p:nvPr/>
        </p:nvSpPr>
        <p:spPr>
          <a:xfrm>
            <a:off x="0" y="23486"/>
            <a:ext cx="8866800" cy="5143500"/>
          </a:xfrm>
          <a:prstGeom prst="round1Rect">
            <a:avLst>
              <a:gd fmla="val 5332" name="adj"/>
            </a:avLst>
          </a:prstGeom>
          <a:solidFill>
            <a:srgbClr val="8DE2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8" name="Google Shape;648;p32"/>
          <p:cNvSpPr/>
          <p:nvPr/>
        </p:nvSpPr>
        <p:spPr>
          <a:xfrm>
            <a:off x="0" y="23486"/>
            <a:ext cx="8531700" cy="5143500"/>
          </a:xfrm>
          <a:prstGeom prst="round1Rect">
            <a:avLst>
              <a:gd fmla="val 7105" name="adj"/>
            </a:avLst>
          </a:prstGeom>
          <a:solidFill>
            <a:srgbClr val="1532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49" name="Google Shape;649;p32"/>
          <p:cNvCxnSpPr/>
          <p:nvPr/>
        </p:nvCxnSpPr>
        <p:spPr>
          <a:xfrm>
            <a:off x="173394" y="4711019"/>
            <a:ext cx="8164200" cy="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650" name="Google Shape;650;p32"/>
          <p:cNvPicPr preferRelativeResize="0"/>
          <p:nvPr/>
        </p:nvPicPr>
        <p:blipFill rotWithShape="1">
          <a:blip r:embed="rId3">
            <a:alphaModFix/>
          </a:blip>
          <a:srcRect b="32287" l="24148" r="24143" t="32283"/>
          <a:stretch/>
        </p:blipFill>
        <p:spPr>
          <a:xfrm>
            <a:off x="117775" y="4764867"/>
            <a:ext cx="442276" cy="30304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51" name="Google Shape;651;p32"/>
          <p:cNvGrpSpPr/>
          <p:nvPr/>
        </p:nvGrpSpPr>
        <p:grpSpPr>
          <a:xfrm rot="5400000">
            <a:off x="69875" y="-381850"/>
            <a:ext cx="419400" cy="91500"/>
            <a:chOff x="439425" y="-528325"/>
            <a:chExt cx="419400" cy="91500"/>
          </a:xfrm>
        </p:grpSpPr>
        <p:sp>
          <p:nvSpPr>
            <p:cNvPr id="652" name="Google Shape;652;p32"/>
            <p:cNvSpPr/>
            <p:nvPr/>
          </p:nvSpPr>
          <p:spPr>
            <a:xfrm>
              <a:off x="439425" y="-528325"/>
              <a:ext cx="91500" cy="91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3" name="Google Shape;653;p32"/>
            <p:cNvSpPr/>
            <p:nvPr/>
          </p:nvSpPr>
          <p:spPr>
            <a:xfrm>
              <a:off x="603375" y="-528325"/>
              <a:ext cx="91500" cy="91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4" name="Google Shape;654;p32"/>
            <p:cNvSpPr/>
            <p:nvPr/>
          </p:nvSpPr>
          <p:spPr>
            <a:xfrm>
              <a:off x="767325" y="-528325"/>
              <a:ext cx="91500" cy="91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55" name="Google Shape;655;p32"/>
          <p:cNvSpPr txBox="1"/>
          <p:nvPr/>
        </p:nvSpPr>
        <p:spPr>
          <a:xfrm>
            <a:off x="278350" y="2517136"/>
            <a:ext cx="7628700" cy="10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Arial"/>
              <a:buNone/>
            </a:pPr>
            <a:r>
              <a:rPr b="0" i="0" lang="es" sz="5500" u="none" cap="none" strike="noStrike">
                <a:solidFill>
                  <a:srgbClr val="FFFFFF"/>
                </a:solidFill>
                <a:latin typeface="Archivo"/>
                <a:ea typeface="Archivo"/>
                <a:cs typeface="Archivo"/>
                <a:sym typeface="Archivo"/>
              </a:rPr>
              <a:t>Encuentros de ministros</a:t>
            </a:r>
            <a:endParaRPr b="0" i="0" sz="5500" u="none" cap="none" strike="noStrike">
              <a:solidFill>
                <a:srgbClr val="FFFFFF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656" name="Google Shape;656;p32"/>
          <p:cNvSpPr txBox="1"/>
          <p:nvPr/>
        </p:nvSpPr>
        <p:spPr>
          <a:xfrm>
            <a:off x="278350" y="3429605"/>
            <a:ext cx="6932700" cy="8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s" sz="3600" u="none" cap="none" strike="noStrike">
                <a:solidFill>
                  <a:srgbClr val="8DE2D6"/>
                </a:solidFill>
                <a:latin typeface="Archivo Black"/>
                <a:ea typeface="Archivo Black"/>
                <a:cs typeface="Archivo Black"/>
                <a:sym typeface="Archivo Black"/>
              </a:rPr>
              <a:t>Métricas</a:t>
            </a:r>
            <a:endParaRPr b="0" i="0" sz="3600" u="none" cap="none" strike="noStrike">
              <a:solidFill>
                <a:srgbClr val="8DE2D6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0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Google Shape;661;p33"/>
          <p:cNvSpPr/>
          <p:nvPr/>
        </p:nvSpPr>
        <p:spPr>
          <a:xfrm>
            <a:off x="274775" y="144333"/>
            <a:ext cx="366900" cy="366900"/>
          </a:xfrm>
          <a:prstGeom prst="ellipse">
            <a:avLst/>
          </a:prstGeom>
          <a:solidFill>
            <a:srgbClr val="1235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62" name="Google Shape;662;p33"/>
          <p:cNvGrpSpPr/>
          <p:nvPr/>
        </p:nvGrpSpPr>
        <p:grpSpPr>
          <a:xfrm>
            <a:off x="376133" y="222009"/>
            <a:ext cx="190480" cy="211556"/>
            <a:chOff x="2169088" y="811743"/>
            <a:chExt cx="3848087" cy="4273857"/>
          </a:xfrm>
        </p:grpSpPr>
        <p:sp>
          <p:nvSpPr>
            <p:cNvPr id="663" name="Google Shape;663;p33"/>
            <p:cNvSpPr/>
            <p:nvPr/>
          </p:nvSpPr>
          <p:spPr>
            <a:xfrm>
              <a:off x="2169088" y="811743"/>
              <a:ext cx="3345825" cy="4082275"/>
            </a:xfrm>
            <a:custGeom>
              <a:rect b="b" l="l" r="r" t="t"/>
              <a:pathLst>
                <a:path extrusionOk="0" h="163291" w="133833">
                  <a:moveTo>
                    <a:pt x="91175" y="34428"/>
                  </a:moveTo>
                  <a:cubicBezTo>
                    <a:pt x="96225" y="34428"/>
                    <a:pt x="101274" y="34428"/>
                    <a:pt x="106324" y="34456"/>
                  </a:cubicBezTo>
                  <a:cubicBezTo>
                    <a:pt x="109672" y="34456"/>
                    <a:pt x="111960" y="36520"/>
                    <a:pt x="111988" y="39506"/>
                  </a:cubicBezTo>
                  <a:cubicBezTo>
                    <a:pt x="112043" y="42602"/>
                    <a:pt x="109784" y="44862"/>
                    <a:pt x="106380" y="44890"/>
                  </a:cubicBezTo>
                  <a:cubicBezTo>
                    <a:pt x="101330" y="44904"/>
                    <a:pt x="96273" y="44911"/>
                    <a:pt x="91217" y="44911"/>
                  </a:cubicBezTo>
                  <a:cubicBezTo>
                    <a:pt x="86160" y="44911"/>
                    <a:pt x="81103" y="44904"/>
                    <a:pt x="76054" y="44890"/>
                  </a:cubicBezTo>
                  <a:cubicBezTo>
                    <a:pt x="72622" y="44862"/>
                    <a:pt x="70362" y="42658"/>
                    <a:pt x="70390" y="39561"/>
                  </a:cubicBezTo>
                  <a:cubicBezTo>
                    <a:pt x="70418" y="36492"/>
                    <a:pt x="72706" y="34456"/>
                    <a:pt x="76165" y="34456"/>
                  </a:cubicBezTo>
                  <a:cubicBezTo>
                    <a:pt x="81159" y="34428"/>
                    <a:pt x="86181" y="34428"/>
                    <a:pt x="91175" y="34428"/>
                  </a:cubicBezTo>
                  <a:close/>
                  <a:moveTo>
                    <a:pt x="42463" y="34428"/>
                  </a:moveTo>
                  <a:cubicBezTo>
                    <a:pt x="47457" y="34428"/>
                    <a:pt x="52451" y="34428"/>
                    <a:pt x="57445" y="34456"/>
                  </a:cubicBezTo>
                  <a:cubicBezTo>
                    <a:pt x="60849" y="34456"/>
                    <a:pt x="63108" y="36437"/>
                    <a:pt x="63192" y="39422"/>
                  </a:cubicBezTo>
                  <a:cubicBezTo>
                    <a:pt x="63276" y="42547"/>
                    <a:pt x="61044" y="44862"/>
                    <a:pt x="57668" y="44862"/>
                  </a:cubicBezTo>
                  <a:cubicBezTo>
                    <a:pt x="52590" y="44904"/>
                    <a:pt x="47506" y="44918"/>
                    <a:pt x="42421" y="44918"/>
                  </a:cubicBezTo>
                  <a:cubicBezTo>
                    <a:pt x="37337" y="44918"/>
                    <a:pt x="32252" y="44904"/>
                    <a:pt x="27174" y="44890"/>
                  </a:cubicBezTo>
                  <a:cubicBezTo>
                    <a:pt x="24217" y="44862"/>
                    <a:pt x="22069" y="43077"/>
                    <a:pt x="21650" y="40510"/>
                  </a:cubicBezTo>
                  <a:cubicBezTo>
                    <a:pt x="21232" y="37999"/>
                    <a:pt x="22627" y="35544"/>
                    <a:pt x="25082" y="34735"/>
                  </a:cubicBezTo>
                  <a:cubicBezTo>
                    <a:pt x="25835" y="34512"/>
                    <a:pt x="26672" y="34456"/>
                    <a:pt x="27481" y="34456"/>
                  </a:cubicBezTo>
                  <a:cubicBezTo>
                    <a:pt x="32475" y="34428"/>
                    <a:pt x="37469" y="34428"/>
                    <a:pt x="42463" y="34428"/>
                  </a:cubicBezTo>
                  <a:close/>
                  <a:moveTo>
                    <a:pt x="42425" y="55366"/>
                  </a:moveTo>
                  <a:cubicBezTo>
                    <a:pt x="47715" y="55366"/>
                    <a:pt x="53009" y="55380"/>
                    <a:pt x="58310" y="55408"/>
                  </a:cubicBezTo>
                  <a:cubicBezTo>
                    <a:pt x="60876" y="55408"/>
                    <a:pt x="62941" y="57473"/>
                    <a:pt x="63164" y="59984"/>
                  </a:cubicBezTo>
                  <a:cubicBezTo>
                    <a:pt x="63415" y="62662"/>
                    <a:pt x="61825" y="64977"/>
                    <a:pt x="59258" y="65591"/>
                  </a:cubicBezTo>
                  <a:cubicBezTo>
                    <a:pt x="58477" y="65759"/>
                    <a:pt x="57640" y="65814"/>
                    <a:pt x="56831" y="65814"/>
                  </a:cubicBezTo>
                  <a:cubicBezTo>
                    <a:pt x="55222" y="65824"/>
                    <a:pt x="53613" y="65827"/>
                    <a:pt x="52005" y="65827"/>
                  </a:cubicBezTo>
                  <a:cubicBezTo>
                    <a:pt x="48787" y="65827"/>
                    <a:pt x="45569" y="65814"/>
                    <a:pt x="42351" y="65814"/>
                  </a:cubicBezTo>
                  <a:cubicBezTo>
                    <a:pt x="39152" y="65814"/>
                    <a:pt x="35941" y="65827"/>
                    <a:pt x="32725" y="65827"/>
                  </a:cubicBezTo>
                  <a:cubicBezTo>
                    <a:pt x="31117" y="65827"/>
                    <a:pt x="29509" y="65824"/>
                    <a:pt x="27900" y="65814"/>
                  </a:cubicBezTo>
                  <a:cubicBezTo>
                    <a:pt x="27146" y="65814"/>
                    <a:pt x="26365" y="65759"/>
                    <a:pt x="25640" y="65619"/>
                  </a:cubicBezTo>
                  <a:cubicBezTo>
                    <a:pt x="23045" y="65033"/>
                    <a:pt x="21399" y="62773"/>
                    <a:pt x="21595" y="60095"/>
                  </a:cubicBezTo>
                  <a:cubicBezTo>
                    <a:pt x="21790" y="57528"/>
                    <a:pt x="23882" y="55408"/>
                    <a:pt x="26561" y="55408"/>
                  </a:cubicBezTo>
                  <a:cubicBezTo>
                    <a:pt x="31847" y="55380"/>
                    <a:pt x="37134" y="55366"/>
                    <a:pt x="42425" y="55366"/>
                  </a:cubicBezTo>
                  <a:close/>
                  <a:moveTo>
                    <a:pt x="106268" y="55352"/>
                  </a:moveTo>
                  <a:cubicBezTo>
                    <a:pt x="109644" y="55380"/>
                    <a:pt x="111904" y="57389"/>
                    <a:pt x="111988" y="60374"/>
                  </a:cubicBezTo>
                  <a:cubicBezTo>
                    <a:pt x="112071" y="63471"/>
                    <a:pt x="109811" y="65787"/>
                    <a:pt x="106436" y="65787"/>
                  </a:cubicBezTo>
                  <a:cubicBezTo>
                    <a:pt x="101358" y="65814"/>
                    <a:pt x="96273" y="65828"/>
                    <a:pt x="91189" y="65828"/>
                  </a:cubicBezTo>
                  <a:cubicBezTo>
                    <a:pt x="86104" y="65828"/>
                    <a:pt x="81020" y="65814"/>
                    <a:pt x="75942" y="65787"/>
                  </a:cubicBezTo>
                  <a:cubicBezTo>
                    <a:pt x="72566" y="65787"/>
                    <a:pt x="70306" y="63471"/>
                    <a:pt x="70390" y="60374"/>
                  </a:cubicBezTo>
                  <a:cubicBezTo>
                    <a:pt x="70474" y="57389"/>
                    <a:pt x="72734" y="55380"/>
                    <a:pt x="76109" y="55380"/>
                  </a:cubicBezTo>
                  <a:cubicBezTo>
                    <a:pt x="81159" y="55352"/>
                    <a:pt x="86237" y="55352"/>
                    <a:pt x="91286" y="55352"/>
                  </a:cubicBezTo>
                  <a:close/>
                  <a:moveTo>
                    <a:pt x="42379" y="76277"/>
                  </a:moveTo>
                  <a:cubicBezTo>
                    <a:pt x="47457" y="76277"/>
                    <a:pt x="52507" y="76277"/>
                    <a:pt x="57556" y="76304"/>
                  </a:cubicBezTo>
                  <a:cubicBezTo>
                    <a:pt x="60904" y="76304"/>
                    <a:pt x="63164" y="78369"/>
                    <a:pt x="63192" y="81382"/>
                  </a:cubicBezTo>
                  <a:cubicBezTo>
                    <a:pt x="63248" y="84479"/>
                    <a:pt x="60960" y="86711"/>
                    <a:pt x="57584" y="86739"/>
                  </a:cubicBezTo>
                  <a:cubicBezTo>
                    <a:pt x="52521" y="86753"/>
                    <a:pt x="47464" y="86760"/>
                    <a:pt x="42407" y="86760"/>
                  </a:cubicBezTo>
                  <a:cubicBezTo>
                    <a:pt x="37351" y="86760"/>
                    <a:pt x="32294" y="86753"/>
                    <a:pt x="27230" y="86739"/>
                  </a:cubicBezTo>
                  <a:cubicBezTo>
                    <a:pt x="24273" y="86739"/>
                    <a:pt x="22097" y="84981"/>
                    <a:pt x="21650" y="82442"/>
                  </a:cubicBezTo>
                  <a:cubicBezTo>
                    <a:pt x="21204" y="79931"/>
                    <a:pt x="22571" y="77448"/>
                    <a:pt x="24998" y="76639"/>
                  </a:cubicBezTo>
                  <a:cubicBezTo>
                    <a:pt x="25752" y="76360"/>
                    <a:pt x="26588" y="76304"/>
                    <a:pt x="27398" y="76304"/>
                  </a:cubicBezTo>
                  <a:cubicBezTo>
                    <a:pt x="32392" y="76277"/>
                    <a:pt x="37385" y="76277"/>
                    <a:pt x="42379" y="76277"/>
                  </a:cubicBezTo>
                  <a:close/>
                  <a:moveTo>
                    <a:pt x="83140" y="76277"/>
                  </a:moveTo>
                  <a:cubicBezTo>
                    <a:pt x="83696" y="76283"/>
                    <a:pt x="84251" y="76285"/>
                    <a:pt x="84805" y="76285"/>
                  </a:cubicBezTo>
                  <a:cubicBezTo>
                    <a:pt x="85792" y="76285"/>
                    <a:pt x="86776" y="76278"/>
                    <a:pt x="87758" y="76278"/>
                  </a:cubicBezTo>
                  <a:cubicBezTo>
                    <a:pt x="88656" y="76278"/>
                    <a:pt x="89553" y="76284"/>
                    <a:pt x="90449" y="76304"/>
                  </a:cubicBezTo>
                  <a:cubicBezTo>
                    <a:pt x="93518" y="76332"/>
                    <a:pt x="95750" y="78425"/>
                    <a:pt x="95862" y="81298"/>
                  </a:cubicBezTo>
                  <a:cubicBezTo>
                    <a:pt x="95974" y="84088"/>
                    <a:pt x="93825" y="86599"/>
                    <a:pt x="90812" y="86683"/>
                  </a:cubicBezTo>
                  <a:cubicBezTo>
                    <a:pt x="88259" y="86753"/>
                    <a:pt x="85707" y="86788"/>
                    <a:pt x="83154" y="86788"/>
                  </a:cubicBezTo>
                  <a:cubicBezTo>
                    <a:pt x="80601" y="86788"/>
                    <a:pt x="78048" y="86753"/>
                    <a:pt x="75496" y="86683"/>
                  </a:cubicBezTo>
                  <a:cubicBezTo>
                    <a:pt x="72371" y="86599"/>
                    <a:pt x="70278" y="84200"/>
                    <a:pt x="70390" y="81215"/>
                  </a:cubicBezTo>
                  <a:cubicBezTo>
                    <a:pt x="70530" y="78369"/>
                    <a:pt x="72734" y="76332"/>
                    <a:pt x="75830" y="76304"/>
                  </a:cubicBezTo>
                  <a:cubicBezTo>
                    <a:pt x="78285" y="76277"/>
                    <a:pt x="80713" y="76277"/>
                    <a:pt x="83140" y="76277"/>
                  </a:cubicBezTo>
                  <a:close/>
                  <a:moveTo>
                    <a:pt x="42491" y="97201"/>
                  </a:moveTo>
                  <a:cubicBezTo>
                    <a:pt x="47485" y="97201"/>
                    <a:pt x="52479" y="97201"/>
                    <a:pt x="57473" y="97229"/>
                  </a:cubicBezTo>
                  <a:cubicBezTo>
                    <a:pt x="60932" y="97229"/>
                    <a:pt x="63192" y="99321"/>
                    <a:pt x="63192" y="102418"/>
                  </a:cubicBezTo>
                  <a:cubicBezTo>
                    <a:pt x="63192" y="105487"/>
                    <a:pt x="60904" y="107663"/>
                    <a:pt x="57473" y="107663"/>
                  </a:cubicBezTo>
                  <a:cubicBezTo>
                    <a:pt x="52451" y="107677"/>
                    <a:pt x="47422" y="107684"/>
                    <a:pt x="42393" y="107684"/>
                  </a:cubicBezTo>
                  <a:cubicBezTo>
                    <a:pt x="37365" y="107684"/>
                    <a:pt x="32336" y="107677"/>
                    <a:pt x="27314" y="107663"/>
                  </a:cubicBezTo>
                  <a:cubicBezTo>
                    <a:pt x="23882" y="107635"/>
                    <a:pt x="21595" y="105459"/>
                    <a:pt x="21595" y="102418"/>
                  </a:cubicBezTo>
                  <a:cubicBezTo>
                    <a:pt x="21595" y="99321"/>
                    <a:pt x="23882" y="97229"/>
                    <a:pt x="27314" y="97229"/>
                  </a:cubicBezTo>
                  <a:cubicBezTo>
                    <a:pt x="32364" y="97201"/>
                    <a:pt x="37413" y="97201"/>
                    <a:pt x="42491" y="97201"/>
                  </a:cubicBezTo>
                  <a:close/>
                  <a:moveTo>
                    <a:pt x="32503" y="118476"/>
                  </a:moveTo>
                  <a:cubicBezTo>
                    <a:pt x="35795" y="118476"/>
                    <a:pt x="39087" y="118488"/>
                    <a:pt x="42379" y="118488"/>
                  </a:cubicBezTo>
                  <a:lnTo>
                    <a:pt x="57389" y="118488"/>
                  </a:lnTo>
                  <a:cubicBezTo>
                    <a:pt x="60876" y="118488"/>
                    <a:pt x="63164" y="120525"/>
                    <a:pt x="63192" y="123593"/>
                  </a:cubicBezTo>
                  <a:cubicBezTo>
                    <a:pt x="63248" y="126746"/>
                    <a:pt x="60932" y="128922"/>
                    <a:pt x="57389" y="128950"/>
                  </a:cubicBezTo>
                  <a:cubicBezTo>
                    <a:pt x="52367" y="128950"/>
                    <a:pt x="47338" y="128957"/>
                    <a:pt x="42310" y="128957"/>
                  </a:cubicBezTo>
                  <a:cubicBezTo>
                    <a:pt x="37281" y="128957"/>
                    <a:pt x="32252" y="128950"/>
                    <a:pt x="27230" y="128922"/>
                  </a:cubicBezTo>
                  <a:cubicBezTo>
                    <a:pt x="24273" y="128922"/>
                    <a:pt x="22097" y="127192"/>
                    <a:pt x="21650" y="124654"/>
                  </a:cubicBezTo>
                  <a:cubicBezTo>
                    <a:pt x="21204" y="122115"/>
                    <a:pt x="22571" y="119660"/>
                    <a:pt x="24998" y="118823"/>
                  </a:cubicBezTo>
                  <a:cubicBezTo>
                    <a:pt x="25807" y="118572"/>
                    <a:pt x="26700" y="118516"/>
                    <a:pt x="27565" y="118488"/>
                  </a:cubicBezTo>
                  <a:cubicBezTo>
                    <a:pt x="29211" y="118479"/>
                    <a:pt x="30857" y="118476"/>
                    <a:pt x="32503" y="118476"/>
                  </a:cubicBezTo>
                  <a:close/>
                  <a:moveTo>
                    <a:pt x="18498" y="0"/>
                  </a:moveTo>
                  <a:cubicBezTo>
                    <a:pt x="14871" y="837"/>
                    <a:pt x="11356" y="1953"/>
                    <a:pt x="8370" y="4325"/>
                  </a:cubicBezTo>
                  <a:cubicBezTo>
                    <a:pt x="3042" y="8538"/>
                    <a:pt x="56" y="14034"/>
                    <a:pt x="56" y="20841"/>
                  </a:cubicBezTo>
                  <a:cubicBezTo>
                    <a:pt x="1" y="61378"/>
                    <a:pt x="1" y="101944"/>
                    <a:pt x="29" y="142509"/>
                  </a:cubicBezTo>
                  <a:cubicBezTo>
                    <a:pt x="56" y="153669"/>
                    <a:pt x="9235" y="163154"/>
                    <a:pt x="20339" y="163210"/>
                  </a:cubicBezTo>
                  <a:cubicBezTo>
                    <a:pt x="29558" y="163274"/>
                    <a:pt x="38778" y="163291"/>
                    <a:pt x="47997" y="163291"/>
                  </a:cubicBezTo>
                  <a:cubicBezTo>
                    <a:pt x="59060" y="163291"/>
                    <a:pt x="70124" y="163266"/>
                    <a:pt x="81187" y="163266"/>
                  </a:cubicBezTo>
                  <a:cubicBezTo>
                    <a:pt x="81354" y="163266"/>
                    <a:pt x="81522" y="163210"/>
                    <a:pt x="81829" y="163182"/>
                  </a:cubicBezTo>
                  <a:cubicBezTo>
                    <a:pt x="71450" y="144155"/>
                    <a:pt x="70809" y="125016"/>
                    <a:pt x="82498" y="106575"/>
                  </a:cubicBezTo>
                  <a:cubicBezTo>
                    <a:pt x="93348" y="89433"/>
                    <a:pt x="109245" y="81520"/>
                    <a:pt x="128941" y="81520"/>
                  </a:cubicBezTo>
                  <a:cubicBezTo>
                    <a:pt x="130465" y="81520"/>
                    <a:pt x="132012" y="81567"/>
                    <a:pt x="133581" y="81661"/>
                  </a:cubicBezTo>
                  <a:lnTo>
                    <a:pt x="133581" y="79597"/>
                  </a:lnTo>
                  <a:cubicBezTo>
                    <a:pt x="133581" y="60597"/>
                    <a:pt x="133386" y="41598"/>
                    <a:pt x="133665" y="22599"/>
                  </a:cubicBezTo>
                  <a:cubicBezTo>
                    <a:pt x="133833" y="9933"/>
                    <a:pt x="124933" y="1423"/>
                    <a:pt x="115559" y="224"/>
                  </a:cubicBezTo>
                  <a:cubicBezTo>
                    <a:pt x="115419" y="224"/>
                    <a:pt x="115252" y="84"/>
                    <a:pt x="115112" y="0"/>
                  </a:cubicBezTo>
                  <a:close/>
                </a:path>
              </a:pathLst>
            </a:custGeom>
            <a:solidFill>
              <a:srgbClr val="8DE2D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4" name="Google Shape;664;p33"/>
            <p:cNvSpPr/>
            <p:nvPr/>
          </p:nvSpPr>
          <p:spPr>
            <a:xfrm>
              <a:off x="3700125" y="2911200"/>
              <a:ext cx="2317050" cy="2174400"/>
            </a:xfrm>
            <a:custGeom>
              <a:rect b="b" l="l" r="r" t="t"/>
              <a:pathLst>
                <a:path extrusionOk="0" h="86976" w="92682">
                  <a:moveTo>
                    <a:pt x="61246" y="27942"/>
                  </a:moveTo>
                  <a:cubicBezTo>
                    <a:pt x="62954" y="27942"/>
                    <a:pt x="64509" y="28984"/>
                    <a:pt x="65396" y="30508"/>
                  </a:cubicBezTo>
                  <a:cubicBezTo>
                    <a:pt x="66484" y="32349"/>
                    <a:pt x="66345" y="34693"/>
                    <a:pt x="64894" y="36534"/>
                  </a:cubicBezTo>
                  <a:cubicBezTo>
                    <a:pt x="61909" y="40328"/>
                    <a:pt x="58868" y="44067"/>
                    <a:pt x="55855" y="47833"/>
                  </a:cubicBezTo>
                  <a:cubicBezTo>
                    <a:pt x="53456" y="50818"/>
                    <a:pt x="51084" y="53832"/>
                    <a:pt x="48657" y="56789"/>
                  </a:cubicBezTo>
                  <a:cubicBezTo>
                    <a:pt x="47399" y="58321"/>
                    <a:pt x="45954" y="59098"/>
                    <a:pt x="44425" y="59098"/>
                  </a:cubicBezTo>
                  <a:cubicBezTo>
                    <a:pt x="43310" y="59098"/>
                    <a:pt x="42150" y="58685"/>
                    <a:pt x="40985" y="57849"/>
                  </a:cubicBezTo>
                  <a:cubicBezTo>
                    <a:pt x="36995" y="55031"/>
                    <a:pt x="33061" y="52158"/>
                    <a:pt x="29128" y="49284"/>
                  </a:cubicBezTo>
                  <a:cubicBezTo>
                    <a:pt x="26561" y="47359"/>
                    <a:pt x="26003" y="44151"/>
                    <a:pt x="27760" y="41751"/>
                  </a:cubicBezTo>
                  <a:cubicBezTo>
                    <a:pt x="28774" y="40394"/>
                    <a:pt x="30277" y="39679"/>
                    <a:pt x="31864" y="39679"/>
                  </a:cubicBezTo>
                  <a:cubicBezTo>
                    <a:pt x="32984" y="39679"/>
                    <a:pt x="34147" y="40036"/>
                    <a:pt x="35210" y="40775"/>
                  </a:cubicBezTo>
                  <a:cubicBezTo>
                    <a:pt x="37916" y="42672"/>
                    <a:pt x="40566" y="44653"/>
                    <a:pt x="43384" y="46661"/>
                  </a:cubicBezTo>
                  <a:cubicBezTo>
                    <a:pt x="47848" y="41110"/>
                    <a:pt x="52116" y="35669"/>
                    <a:pt x="56552" y="30368"/>
                  </a:cubicBezTo>
                  <a:cubicBezTo>
                    <a:pt x="57417" y="29336"/>
                    <a:pt x="58784" y="28471"/>
                    <a:pt x="60068" y="28109"/>
                  </a:cubicBezTo>
                  <a:cubicBezTo>
                    <a:pt x="60464" y="27995"/>
                    <a:pt x="60859" y="27942"/>
                    <a:pt x="61246" y="27942"/>
                  </a:cubicBezTo>
                  <a:close/>
                  <a:moveTo>
                    <a:pt x="46519" y="1"/>
                  </a:moveTo>
                  <a:cubicBezTo>
                    <a:pt x="43400" y="1"/>
                    <a:pt x="40238" y="348"/>
                    <a:pt x="37079" y="1074"/>
                  </a:cubicBezTo>
                  <a:cubicBezTo>
                    <a:pt x="14508" y="6264"/>
                    <a:pt x="1" y="27104"/>
                    <a:pt x="3600" y="50149"/>
                  </a:cubicBezTo>
                  <a:cubicBezTo>
                    <a:pt x="6250" y="67111"/>
                    <a:pt x="16210" y="78634"/>
                    <a:pt x="32336" y="84548"/>
                  </a:cubicBezTo>
                  <a:cubicBezTo>
                    <a:pt x="35628" y="85748"/>
                    <a:pt x="39199" y="86194"/>
                    <a:pt x="42631" y="86976"/>
                  </a:cubicBezTo>
                  <a:lnTo>
                    <a:pt x="50275" y="86976"/>
                  </a:lnTo>
                  <a:cubicBezTo>
                    <a:pt x="51084" y="86836"/>
                    <a:pt x="51865" y="86669"/>
                    <a:pt x="52646" y="86557"/>
                  </a:cubicBezTo>
                  <a:cubicBezTo>
                    <a:pt x="76500" y="82958"/>
                    <a:pt x="92682" y="61225"/>
                    <a:pt x="89417" y="37259"/>
                  </a:cubicBezTo>
                  <a:cubicBezTo>
                    <a:pt x="86455" y="15671"/>
                    <a:pt x="67470" y="1"/>
                    <a:pt x="46519" y="1"/>
                  </a:cubicBezTo>
                  <a:close/>
                </a:path>
              </a:pathLst>
            </a:custGeom>
            <a:solidFill>
              <a:srgbClr val="8DE2D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65" name="Google Shape;665;p33"/>
          <p:cNvSpPr txBox="1"/>
          <p:nvPr/>
        </p:nvSpPr>
        <p:spPr>
          <a:xfrm>
            <a:off x="740400" y="163400"/>
            <a:ext cx="4334100" cy="280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" sz="2000" u="none" cap="none" strike="noStrike">
                <a:solidFill>
                  <a:srgbClr val="123546"/>
                </a:solidFill>
                <a:latin typeface="Archivo ExtraBold"/>
                <a:ea typeface="Archivo ExtraBold"/>
                <a:cs typeface="Archivo ExtraBold"/>
                <a:sym typeface="Archivo ExtraBold"/>
              </a:rPr>
              <a:t>Encuentros de ministros</a:t>
            </a:r>
            <a:endParaRPr b="0" i="0" sz="2000" u="none" cap="none" strike="noStrike">
              <a:solidFill>
                <a:srgbClr val="123546"/>
              </a:solidFill>
              <a:latin typeface="Archivo ExtraBold"/>
              <a:ea typeface="Archivo ExtraBold"/>
              <a:cs typeface="Archivo ExtraBold"/>
              <a:sym typeface="Archivo ExtraBold"/>
            </a:endParaRPr>
          </a:p>
        </p:txBody>
      </p:sp>
      <p:sp>
        <p:nvSpPr>
          <p:cNvPr id="666" name="Google Shape;666;p33"/>
          <p:cNvSpPr txBox="1"/>
          <p:nvPr/>
        </p:nvSpPr>
        <p:spPr>
          <a:xfrm>
            <a:off x="740400" y="485498"/>
            <a:ext cx="44835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" sz="1600" u="none" cap="none" strike="noStrike">
                <a:solidFill>
                  <a:srgbClr val="123546"/>
                </a:solidFill>
                <a:latin typeface="Archivo"/>
                <a:ea typeface="Archivo"/>
                <a:cs typeface="Archivo"/>
                <a:sym typeface="Archivo"/>
              </a:rPr>
              <a:t>Semana del {{periodo}}</a:t>
            </a:r>
            <a:endParaRPr b="0" i="0" sz="1800" u="none" cap="none" strike="noStrike">
              <a:solidFill>
                <a:srgbClr val="133446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123546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667" name="Google Shape;667;p33"/>
          <p:cNvSpPr/>
          <p:nvPr/>
        </p:nvSpPr>
        <p:spPr>
          <a:xfrm>
            <a:off x="2904616" y="1161358"/>
            <a:ext cx="2222700" cy="475200"/>
          </a:xfrm>
          <a:prstGeom prst="roundRect">
            <a:avLst>
              <a:gd fmla="val 50000" name="adj"/>
            </a:avLst>
          </a:prstGeom>
          <a:solidFill>
            <a:srgbClr val="8DE2D6"/>
          </a:solidFill>
          <a:ln>
            <a:noFill/>
          </a:ln>
        </p:spPr>
        <p:txBody>
          <a:bodyPr anchorCtr="0" anchor="ctr" bIns="57950" lIns="57950" spcFirstLastPara="1" rIns="57950" wrap="square" tIns="579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45"/>
              <a:buFont typeface="Arial"/>
              <a:buNone/>
            </a:pPr>
            <a:r>
              <a:rPr b="1" i="0" lang="es" sz="1245" u="none" cap="none" strike="noStrike">
                <a:solidFill>
                  <a:srgbClr val="153245"/>
                </a:solidFill>
                <a:latin typeface="Archivo"/>
                <a:ea typeface="Archivo"/>
                <a:cs typeface="Archivo"/>
                <a:sym typeface="Archivo"/>
              </a:rPr>
              <a:t>Alcance semanal </a:t>
            </a:r>
            <a:endParaRPr b="0" i="0" sz="1145" u="none" cap="none" strike="noStrike">
              <a:solidFill>
                <a:srgbClr val="153245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668" name="Google Shape;668;p33"/>
          <p:cNvSpPr/>
          <p:nvPr/>
        </p:nvSpPr>
        <p:spPr>
          <a:xfrm>
            <a:off x="4694215" y="3213050"/>
            <a:ext cx="1469400" cy="499800"/>
          </a:xfrm>
          <a:prstGeom prst="roundRect">
            <a:avLst>
              <a:gd fmla="val 8271" name="adj"/>
            </a:avLst>
          </a:prstGeom>
          <a:solidFill>
            <a:srgbClr val="F1F6FD"/>
          </a:solidFill>
          <a:ln>
            <a:noFill/>
          </a:ln>
        </p:spPr>
        <p:txBody>
          <a:bodyPr anchorCtr="0" anchor="t" bIns="0" lIns="104450" spcFirstLastPara="1" rIns="104450" wrap="square" tIns="2673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7"/>
              <a:buFont typeface="Arial"/>
              <a:buNone/>
            </a:pPr>
            <a:r>
              <a:rPr b="1" i="0" lang="es" sz="1028" u="none" cap="none" strike="noStrike">
                <a:solidFill>
                  <a:srgbClr val="000000"/>
                </a:solidFill>
                <a:latin typeface="Archivo"/>
                <a:ea typeface="Archivo"/>
                <a:cs typeface="Archivo"/>
                <a:sym typeface="Archivo"/>
              </a:rPr>
              <a:t>{{emin_alcance_semanal}}</a:t>
            </a:r>
            <a:endParaRPr b="1" i="0" sz="1028" u="none" cap="none" strike="noStrike">
              <a:solidFill>
                <a:srgbClr val="000000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7"/>
              <a:buFont typeface="Arial"/>
              <a:buNone/>
            </a:pPr>
            <a:r>
              <a:t/>
            </a:r>
            <a:endParaRPr b="1" i="0" sz="1028" u="none" cap="none" strike="noStrike">
              <a:solidFill>
                <a:srgbClr val="000000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28"/>
              <a:buFont typeface="Arial"/>
              <a:buNone/>
            </a:pPr>
            <a:r>
              <a:t/>
            </a:r>
            <a:endParaRPr b="1" i="0" sz="1028" u="none" cap="none" strike="noStrike">
              <a:solidFill>
                <a:srgbClr val="000000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669" name="Google Shape;669;p33"/>
          <p:cNvSpPr/>
          <p:nvPr/>
        </p:nvSpPr>
        <p:spPr>
          <a:xfrm>
            <a:off x="4694215" y="3213040"/>
            <a:ext cx="1469400" cy="216600"/>
          </a:xfrm>
          <a:prstGeom prst="roundRect">
            <a:avLst>
              <a:gd fmla="val 16667" name="adj"/>
            </a:avLst>
          </a:prstGeom>
          <a:solidFill>
            <a:srgbClr val="B4A7D6"/>
          </a:solidFill>
          <a:ln>
            <a:noFill/>
          </a:ln>
        </p:spPr>
        <p:txBody>
          <a:bodyPr anchorCtr="0" anchor="ctr" bIns="104450" lIns="104450" spcFirstLastPara="1" rIns="104450" wrap="square" tIns="1044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14"/>
              <a:buFont typeface="Arial"/>
              <a:buNone/>
            </a:pPr>
            <a:r>
              <a:rPr b="1" i="0" lang="es" sz="914" u="none" cap="none" strike="noStrike">
                <a:solidFill>
                  <a:srgbClr val="000000"/>
                </a:solidFill>
                <a:latin typeface="Archivo"/>
                <a:ea typeface="Archivo"/>
                <a:cs typeface="Archivo"/>
                <a:sym typeface="Archivo"/>
              </a:rPr>
              <a:t>Mails entregados</a:t>
            </a:r>
            <a:endParaRPr b="1" i="0" sz="914" u="none" cap="none" strike="noStrike">
              <a:solidFill>
                <a:srgbClr val="000000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grpSp>
        <p:nvGrpSpPr>
          <p:cNvPr id="670" name="Google Shape;670;p33"/>
          <p:cNvGrpSpPr/>
          <p:nvPr/>
        </p:nvGrpSpPr>
        <p:grpSpPr>
          <a:xfrm>
            <a:off x="5962716" y="3269266"/>
            <a:ext cx="147928" cy="110637"/>
            <a:chOff x="11542348" y="3083222"/>
            <a:chExt cx="361681" cy="274876"/>
          </a:xfrm>
        </p:grpSpPr>
        <p:sp>
          <p:nvSpPr>
            <p:cNvPr id="671" name="Google Shape;671;p33"/>
            <p:cNvSpPr/>
            <p:nvPr/>
          </p:nvSpPr>
          <p:spPr>
            <a:xfrm>
              <a:off x="11545963" y="3083222"/>
              <a:ext cx="354449" cy="169989"/>
            </a:xfrm>
            <a:custGeom>
              <a:rect b="b" l="l" r="r" t="t"/>
              <a:pathLst>
                <a:path extrusionOk="0" h="298" w="635">
                  <a:moveTo>
                    <a:pt x="298" y="290"/>
                  </a:moveTo>
                  <a:cubicBezTo>
                    <a:pt x="304" y="295"/>
                    <a:pt x="311" y="298"/>
                    <a:pt x="318" y="298"/>
                  </a:cubicBezTo>
                  <a:cubicBezTo>
                    <a:pt x="325" y="298"/>
                    <a:pt x="331" y="295"/>
                    <a:pt x="337" y="290"/>
                  </a:cubicBezTo>
                  <a:cubicBezTo>
                    <a:pt x="383" y="248"/>
                    <a:pt x="540" y="115"/>
                    <a:pt x="629" y="40"/>
                  </a:cubicBezTo>
                  <a:cubicBezTo>
                    <a:pt x="635" y="35"/>
                    <a:pt x="635" y="27"/>
                    <a:pt x="631" y="21"/>
                  </a:cubicBezTo>
                  <a:cubicBezTo>
                    <a:pt x="620" y="8"/>
                    <a:pt x="605" y="0"/>
                    <a:pt x="588" y="0"/>
                  </a:cubicBezTo>
                  <a:lnTo>
                    <a:pt x="47" y="0"/>
                  </a:lnTo>
                  <a:cubicBezTo>
                    <a:pt x="30" y="0"/>
                    <a:pt x="15" y="8"/>
                    <a:pt x="4" y="21"/>
                  </a:cubicBezTo>
                  <a:cubicBezTo>
                    <a:pt x="0" y="27"/>
                    <a:pt x="1" y="35"/>
                    <a:pt x="6" y="40"/>
                  </a:cubicBezTo>
                  <a:cubicBezTo>
                    <a:pt x="96" y="115"/>
                    <a:pt x="252" y="248"/>
                    <a:pt x="298" y="290"/>
                  </a:cubicBezTo>
                </a:path>
              </a:pathLst>
            </a:custGeom>
            <a:solidFill>
              <a:srgbClr val="153244"/>
            </a:solidFill>
            <a:ln>
              <a:noFill/>
            </a:ln>
          </p:spPr>
          <p:txBody>
            <a:bodyPr anchorCtr="0" anchor="t" bIns="7650" lIns="15300" spcFirstLastPara="1" rIns="15300" wrap="square" tIns="76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68"/>
                <a:buFont typeface="Arial"/>
                <a:buNone/>
              </a:pPr>
              <a:r>
                <a:t/>
              </a:r>
              <a:endParaRPr b="0" i="0" sz="268" u="none" cap="none" strike="noStrike">
                <a:solidFill>
                  <a:srgbClr val="000000"/>
                </a:solidFill>
                <a:latin typeface="Nunito Medium"/>
                <a:ea typeface="Nunito Medium"/>
                <a:cs typeface="Nunito Medium"/>
                <a:sym typeface="Nunito Medium"/>
              </a:endParaRPr>
            </a:p>
          </p:txBody>
        </p:sp>
        <p:sp>
          <p:nvSpPr>
            <p:cNvPr id="672" name="Google Shape;672;p33"/>
            <p:cNvSpPr/>
            <p:nvPr/>
          </p:nvSpPr>
          <p:spPr>
            <a:xfrm>
              <a:off x="11542348" y="3159174"/>
              <a:ext cx="361681" cy="198924"/>
            </a:xfrm>
            <a:custGeom>
              <a:rect b="b" l="l" r="r" t="t"/>
              <a:pathLst>
                <a:path extrusionOk="0" h="358" w="650">
                  <a:moveTo>
                    <a:pt x="642" y="3"/>
                  </a:moveTo>
                  <a:cubicBezTo>
                    <a:pt x="637" y="0"/>
                    <a:pt x="631" y="1"/>
                    <a:pt x="627" y="5"/>
                  </a:cubicBezTo>
                  <a:cubicBezTo>
                    <a:pt x="528" y="88"/>
                    <a:pt x="402" y="196"/>
                    <a:pt x="362" y="232"/>
                  </a:cubicBezTo>
                  <a:cubicBezTo>
                    <a:pt x="340" y="252"/>
                    <a:pt x="309" y="252"/>
                    <a:pt x="287" y="232"/>
                  </a:cubicBezTo>
                  <a:cubicBezTo>
                    <a:pt x="245" y="194"/>
                    <a:pt x="103" y="73"/>
                    <a:pt x="22" y="5"/>
                  </a:cubicBezTo>
                  <a:cubicBezTo>
                    <a:pt x="18" y="1"/>
                    <a:pt x="12" y="1"/>
                    <a:pt x="8" y="3"/>
                  </a:cubicBezTo>
                  <a:cubicBezTo>
                    <a:pt x="3" y="5"/>
                    <a:pt x="0" y="10"/>
                    <a:pt x="0" y="15"/>
                  </a:cubicBezTo>
                  <a:lnTo>
                    <a:pt x="0" y="304"/>
                  </a:lnTo>
                  <a:cubicBezTo>
                    <a:pt x="0" y="334"/>
                    <a:pt x="24" y="358"/>
                    <a:pt x="54" y="358"/>
                  </a:cubicBezTo>
                  <a:lnTo>
                    <a:pt x="595" y="358"/>
                  </a:lnTo>
                  <a:cubicBezTo>
                    <a:pt x="625" y="358"/>
                    <a:pt x="650" y="334"/>
                    <a:pt x="650" y="304"/>
                  </a:cubicBezTo>
                  <a:lnTo>
                    <a:pt x="650" y="15"/>
                  </a:lnTo>
                  <a:cubicBezTo>
                    <a:pt x="650" y="10"/>
                    <a:pt x="646" y="5"/>
                    <a:pt x="642" y="3"/>
                  </a:cubicBezTo>
                </a:path>
              </a:pathLst>
            </a:custGeom>
            <a:solidFill>
              <a:srgbClr val="153244"/>
            </a:solidFill>
            <a:ln>
              <a:noFill/>
            </a:ln>
          </p:spPr>
          <p:txBody>
            <a:bodyPr anchorCtr="0" anchor="t" bIns="7650" lIns="15300" spcFirstLastPara="1" rIns="15300" wrap="square" tIns="76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68"/>
                <a:buFont typeface="Arial"/>
                <a:buNone/>
              </a:pPr>
              <a:r>
                <a:t/>
              </a:r>
              <a:endParaRPr b="0" i="0" sz="268" u="none" cap="none" strike="noStrike">
                <a:solidFill>
                  <a:srgbClr val="000000"/>
                </a:solidFill>
                <a:latin typeface="Nunito Medium"/>
                <a:ea typeface="Nunito Medium"/>
                <a:cs typeface="Nunito Medium"/>
                <a:sym typeface="Nunito Medium"/>
              </a:endParaRPr>
            </a:p>
          </p:txBody>
        </p:sp>
      </p:grpSp>
      <p:sp>
        <p:nvSpPr>
          <p:cNvPr id="673" name="Google Shape;673;p33"/>
          <p:cNvSpPr/>
          <p:nvPr/>
        </p:nvSpPr>
        <p:spPr>
          <a:xfrm>
            <a:off x="4694210" y="2579030"/>
            <a:ext cx="1469400" cy="499800"/>
          </a:xfrm>
          <a:prstGeom prst="roundRect">
            <a:avLst>
              <a:gd fmla="val 8271" name="adj"/>
            </a:avLst>
          </a:prstGeom>
          <a:solidFill>
            <a:srgbClr val="F1F6FD"/>
          </a:solidFill>
          <a:ln>
            <a:noFill/>
          </a:ln>
        </p:spPr>
        <p:txBody>
          <a:bodyPr anchorCtr="0" anchor="t" bIns="0" lIns="104450" spcFirstLastPara="1" rIns="104450" wrap="square" tIns="2673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7"/>
              <a:buFont typeface="Arial"/>
              <a:buNone/>
            </a:pPr>
            <a:r>
              <a:rPr b="1" i="0" lang="es" sz="1028" u="none" cap="none" strike="noStrik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{{emin_aperturas}}</a:t>
            </a:r>
            <a:r>
              <a:rPr b="1" i="0" lang="es" sz="1028" u="none" cap="none" strike="noStrike">
                <a:solidFill>
                  <a:srgbClr val="FBAB04"/>
                </a:solidFill>
                <a:latin typeface="Archivo"/>
                <a:ea typeface="Archivo"/>
                <a:cs typeface="Archivo"/>
                <a:sym typeface="Archivo"/>
              </a:rPr>
              <a:t> ({{emin_or}}%)</a:t>
            </a:r>
            <a:endParaRPr b="1" i="0" sz="1028" u="none" cap="none" strike="noStrike">
              <a:solidFill>
                <a:srgbClr val="FBAB04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674" name="Google Shape;674;p33"/>
          <p:cNvSpPr/>
          <p:nvPr/>
        </p:nvSpPr>
        <p:spPr>
          <a:xfrm>
            <a:off x="4694210" y="2579019"/>
            <a:ext cx="1469400" cy="216600"/>
          </a:xfrm>
          <a:prstGeom prst="roundRect">
            <a:avLst>
              <a:gd fmla="val 16667" name="adj"/>
            </a:avLst>
          </a:prstGeom>
          <a:solidFill>
            <a:srgbClr val="B4A7D6"/>
          </a:solidFill>
          <a:ln>
            <a:noFill/>
          </a:ln>
        </p:spPr>
        <p:txBody>
          <a:bodyPr anchorCtr="0" anchor="ctr" bIns="104450" lIns="104450" spcFirstLastPara="1" rIns="104450" wrap="square" tIns="1044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14"/>
              <a:buFont typeface="Arial"/>
              <a:buNone/>
            </a:pPr>
            <a:r>
              <a:rPr b="1" i="0" lang="es" sz="914" u="none" cap="none" strike="noStrike">
                <a:solidFill>
                  <a:srgbClr val="000000"/>
                </a:solidFill>
                <a:latin typeface="Archivo"/>
                <a:ea typeface="Archivo"/>
                <a:cs typeface="Archivo"/>
                <a:sym typeface="Archivo"/>
              </a:rPr>
              <a:t>Aperturas (OR)</a:t>
            </a:r>
            <a:endParaRPr b="1" i="0" sz="914" u="none" cap="none" strike="noStrike">
              <a:solidFill>
                <a:srgbClr val="000000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grpSp>
        <p:nvGrpSpPr>
          <p:cNvPr id="675" name="Google Shape;675;p33"/>
          <p:cNvGrpSpPr/>
          <p:nvPr/>
        </p:nvGrpSpPr>
        <p:grpSpPr>
          <a:xfrm>
            <a:off x="5962711" y="2635246"/>
            <a:ext cx="147928" cy="110637"/>
            <a:chOff x="11542348" y="3083222"/>
            <a:chExt cx="361681" cy="274876"/>
          </a:xfrm>
        </p:grpSpPr>
        <p:sp>
          <p:nvSpPr>
            <p:cNvPr id="676" name="Google Shape;676;p33"/>
            <p:cNvSpPr/>
            <p:nvPr/>
          </p:nvSpPr>
          <p:spPr>
            <a:xfrm>
              <a:off x="11545963" y="3083222"/>
              <a:ext cx="354449" cy="169989"/>
            </a:xfrm>
            <a:custGeom>
              <a:rect b="b" l="l" r="r" t="t"/>
              <a:pathLst>
                <a:path extrusionOk="0" h="298" w="635">
                  <a:moveTo>
                    <a:pt x="298" y="290"/>
                  </a:moveTo>
                  <a:cubicBezTo>
                    <a:pt x="304" y="295"/>
                    <a:pt x="311" y="298"/>
                    <a:pt x="318" y="298"/>
                  </a:cubicBezTo>
                  <a:cubicBezTo>
                    <a:pt x="325" y="298"/>
                    <a:pt x="331" y="295"/>
                    <a:pt x="337" y="290"/>
                  </a:cubicBezTo>
                  <a:cubicBezTo>
                    <a:pt x="383" y="248"/>
                    <a:pt x="540" y="115"/>
                    <a:pt x="629" y="40"/>
                  </a:cubicBezTo>
                  <a:cubicBezTo>
                    <a:pt x="635" y="35"/>
                    <a:pt x="635" y="27"/>
                    <a:pt x="631" y="21"/>
                  </a:cubicBezTo>
                  <a:cubicBezTo>
                    <a:pt x="620" y="8"/>
                    <a:pt x="605" y="0"/>
                    <a:pt x="588" y="0"/>
                  </a:cubicBezTo>
                  <a:lnTo>
                    <a:pt x="47" y="0"/>
                  </a:lnTo>
                  <a:cubicBezTo>
                    <a:pt x="30" y="0"/>
                    <a:pt x="15" y="8"/>
                    <a:pt x="4" y="21"/>
                  </a:cubicBezTo>
                  <a:cubicBezTo>
                    <a:pt x="0" y="27"/>
                    <a:pt x="1" y="35"/>
                    <a:pt x="6" y="40"/>
                  </a:cubicBezTo>
                  <a:cubicBezTo>
                    <a:pt x="96" y="115"/>
                    <a:pt x="252" y="248"/>
                    <a:pt x="298" y="290"/>
                  </a:cubicBezTo>
                </a:path>
              </a:pathLst>
            </a:custGeom>
            <a:solidFill>
              <a:srgbClr val="153244"/>
            </a:solidFill>
            <a:ln>
              <a:noFill/>
            </a:ln>
          </p:spPr>
          <p:txBody>
            <a:bodyPr anchorCtr="0" anchor="t" bIns="7650" lIns="15300" spcFirstLastPara="1" rIns="15300" wrap="square" tIns="76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68"/>
                <a:buFont typeface="Arial"/>
                <a:buNone/>
              </a:pPr>
              <a:r>
                <a:t/>
              </a:r>
              <a:endParaRPr b="0" i="0" sz="268" u="none" cap="none" strike="noStrike">
                <a:solidFill>
                  <a:srgbClr val="000000"/>
                </a:solidFill>
                <a:latin typeface="Nunito Medium"/>
                <a:ea typeface="Nunito Medium"/>
                <a:cs typeface="Nunito Medium"/>
                <a:sym typeface="Nunito Medium"/>
              </a:endParaRPr>
            </a:p>
          </p:txBody>
        </p:sp>
        <p:sp>
          <p:nvSpPr>
            <p:cNvPr id="677" name="Google Shape;677;p33"/>
            <p:cNvSpPr/>
            <p:nvPr/>
          </p:nvSpPr>
          <p:spPr>
            <a:xfrm>
              <a:off x="11542348" y="3159174"/>
              <a:ext cx="361681" cy="198924"/>
            </a:xfrm>
            <a:custGeom>
              <a:rect b="b" l="l" r="r" t="t"/>
              <a:pathLst>
                <a:path extrusionOk="0" h="358" w="650">
                  <a:moveTo>
                    <a:pt x="642" y="3"/>
                  </a:moveTo>
                  <a:cubicBezTo>
                    <a:pt x="637" y="0"/>
                    <a:pt x="631" y="1"/>
                    <a:pt x="627" y="5"/>
                  </a:cubicBezTo>
                  <a:cubicBezTo>
                    <a:pt x="528" y="88"/>
                    <a:pt x="402" y="196"/>
                    <a:pt x="362" y="232"/>
                  </a:cubicBezTo>
                  <a:cubicBezTo>
                    <a:pt x="340" y="252"/>
                    <a:pt x="309" y="252"/>
                    <a:pt x="287" y="232"/>
                  </a:cubicBezTo>
                  <a:cubicBezTo>
                    <a:pt x="245" y="194"/>
                    <a:pt x="103" y="73"/>
                    <a:pt x="22" y="5"/>
                  </a:cubicBezTo>
                  <a:cubicBezTo>
                    <a:pt x="18" y="1"/>
                    <a:pt x="12" y="1"/>
                    <a:pt x="8" y="3"/>
                  </a:cubicBezTo>
                  <a:cubicBezTo>
                    <a:pt x="3" y="5"/>
                    <a:pt x="0" y="10"/>
                    <a:pt x="0" y="15"/>
                  </a:cubicBezTo>
                  <a:lnTo>
                    <a:pt x="0" y="304"/>
                  </a:lnTo>
                  <a:cubicBezTo>
                    <a:pt x="0" y="334"/>
                    <a:pt x="24" y="358"/>
                    <a:pt x="54" y="358"/>
                  </a:cubicBezTo>
                  <a:lnTo>
                    <a:pt x="595" y="358"/>
                  </a:lnTo>
                  <a:cubicBezTo>
                    <a:pt x="625" y="358"/>
                    <a:pt x="650" y="334"/>
                    <a:pt x="650" y="304"/>
                  </a:cubicBezTo>
                  <a:lnTo>
                    <a:pt x="650" y="15"/>
                  </a:lnTo>
                  <a:cubicBezTo>
                    <a:pt x="650" y="10"/>
                    <a:pt x="646" y="5"/>
                    <a:pt x="642" y="3"/>
                  </a:cubicBezTo>
                </a:path>
              </a:pathLst>
            </a:custGeom>
            <a:solidFill>
              <a:srgbClr val="153244"/>
            </a:solidFill>
            <a:ln>
              <a:noFill/>
            </a:ln>
          </p:spPr>
          <p:txBody>
            <a:bodyPr anchorCtr="0" anchor="t" bIns="7650" lIns="15300" spcFirstLastPara="1" rIns="15300" wrap="square" tIns="76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68"/>
                <a:buFont typeface="Arial"/>
                <a:buNone/>
              </a:pPr>
              <a:r>
                <a:t/>
              </a:r>
              <a:endParaRPr b="0" i="0" sz="268" u="none" cap="none" strike="noStrike">
                <a:solidFill>
                  <a:srgbClr val="000000"/>
                </a:solidFill>
                <a:latin typeface="Nunito Medium"/>
                <a:ea typeface="Nunito Medium"/>
                <a:cs typeface="Nunito Medium"/>
                <a:sym typeface="Nunito Medium"/>
              </a:endParaRPr>
            </a:p>
          </p:txBody>
        </p:sp>
      </p:grpSp>
      <p:sp>
        <p:nvSpPr>
          <p:cNvPr id="678" name="Google Shape;678;p33"/>
          <p:cNvSpPr/>
          <p:nvPr/>
        </p:nvSpPr>
        <p:spPr>
          <a:xfrm>
            <a:off x="4694224" y="1948347"/>
            <a:ext cx="1469400" cy="499800"/>
          </a:xfrm>
          <a:prstGeom prst="roundRect">
            <a:avLst>
              <a:gd fmla="val 8271" name="adj"/>
            </a:avLst>
          </a:prstGeom>
          <a:solidFill>
            <a:srgbClr val="F1F6FD"/>
          </a:solidFill>
          <a:ln>
            <a:noFill/>
          </a:ln>
        </p:spPr>
        <p:txBody>
          <a:bodyPr anchorCtr="0" anchor="t" bIns="0" lIns="104450" spcFirstLastPara="1" rIns="104450" wrap="square" tIns="2673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7"/>
              <a:buFont typeface="Arial"/>
              <a:buNone/>
            </a:pPr>
            <a:r>
              <a:rPr b="1" i="0" lang="es" sz="1028" u="none" cap="none" strike="noStrike">
                <a:solidFill>
                  <a:srgbClr val="000000"/>
                </a:solidFill>
                <a:latin typeface="Archivo"/>
                <a:ea typeface="Archivo"/>
                <a:cs typeface="Archivo"/>
                <a:sym typeface="Archivo"/>
              </a:rPr>
              <a:t>{{emin_clics_ctor}} </a:t>
            </a:r>
            <a:r>
              <a:rPr b="1" i="0" lang="es" sz="1028" u="none" cap="none" strike="noStrike">
                <a:solidFill>
                  <a:schemeClr val="accent4"/>
                </a:solidFill>
                <a:latin typeface="Archivo"/>
                <a:ea typeface="Archivo"/>
                <a:cs typeface="Archivo"/>
                <a:sym typeface="Archivo"/>
              </a:rPr>
              <a:t>({{emin_ctor}}%)</a:t>
            </a:r>
            <a:endParaRPr b="1" i="0" sz="1028" u="none" cap="none" strike="noStrike">
              <a:solidFill>
                <a:schemeClr val="accent4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28"/>
              <a:buFont typeface="Arial"/>
              <a:buNone/>
            </a:pPr>
            <a:r>
              <a:t/>
            </a:r>
            <a:endParaRPr b="1" i="0" sz="1028" u="none" cap="none" strike="noStrike">
              <a:solidFill>
                <a:srgbClr val="38761D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679" name="Google Shape;679;p33"/>
          <p:cNvSpPr/>
          <p:nvPr/>
        </p:nvSpPr>
        <p:spPr>
          <a:xfrm>
            <a:off x="4694224" y="1948337"/>
            <a:ext cx="1469400" cy="216600"/>
          </a:xfrm>
          <a:prstGeom prst="roundRect">
            <a:avLst>
              <a:gd fmla="val 16667" name="adj"/>
            </a:avLst>
          </a:prstGeom>
          <a:solidFill>
            <a:srgbClr val="B4A7D6"/>
          </a:solidFill>
          <a:ln>
            <a:noFill/>
          </a:ln>
        </p:spPr>
        <p:txBody>
          <a:bodyPr anchorCtr="0" anchor="ctr" bIns="104450" lIns="104450" spcFirstLastPara="1" rIns="104450" wrap="square" tIns="1044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14"/>
              <a:buFont typeface="Arial"/>
              <a:buNone/>
            </a:pPr>
            <a:r>
              <a:rPr b="1" i="0" lang="es" sz="914" u="none" cap="none" strike="noStrike">
                <a:solidFill>
                  <a:srgbClr val="000000"/>
                </a:solidFill>
                <a:latin typeface="Archivo"/>
                <a:ea typeface="Archivo"/>
                <a:cs typeface="Archivo"/>
                <a:sym typeface="Archivo"/>
              </a:rPr>
              <a:t>Clics (CTOR)</a:t>
            </a:r>
            <a:endParaRPr b="1" i="0" sz="914" u="none" cap="none" strike="noStrike">
              <a:solidFill>
                <a:srgbClr val="000000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grpSp>
        <p:nvGrpSpPr>
          <p:cNvPr id="680" name="Google Shape;680;p33"/>
          <p:cNvGrpSpPr/>
          <p:nvPr/>
        </p:nvGrpSpPr>
        <p:grpSpPr>
          <a:xfrm>
            <a:off x="5962725" y="2004563"/>
            <a:ext cx="147928" cy="110637"/>
            <a:chOff x="11542348" y="3083222"/>
            <a:chExt cx="361681" cy="274876"/>
          </a:xfrm>
        </p:grpSpPr>
        <p:sp>
          <p:nvSpPr>
            <p:cNvPr id="681" name="Google Shape;681;p33"/>
            <p:cNvSpPr/>
            <p:nvPr/>
          </p:nvSpPr>
          <p:spPr>
            <a:xfrm>
              <a:off x="11545963" y="3083222"/>
              <a:ext cx="354449" cy="169989"/>
            </a:xfrm>
            <a:custGeom>
              <a:rect b="b" l="l" r="r" t="t"/>
              <a:pathLst>
                <a:path extrusionOk="0" h="298" w="635">
                  <a:moveTo>
                    <a:pt x="298" y="290"/>
                  </a:moveTo>
                  <a:cubicBezTo>
                    <a:pt x="304" y="295"/>
                    <a:pt x="311" y="298"/>
                    <a:pt x="318" y="298"/>
                  </a:cubicBezTo>
                  <a:cubicBezTo>
                    <a:pt x="325" y="298"/>
                    <a:pt x="331" y="295"/>
                    <a:pt x="337" y="290"/>
                  </a:cubicBezTo>
                  <a:cubicBezTo>
                    <a:pt x="383" y="248"/>
                    <a:pt x="540" y="115"/>
                    <a:pt x="629" y="40"/>
                  </a:cubicBezTo>
                  <a:cubicBezTo>
                    <a:pt x="635" y="35"/>
                    <a:pt x="635" y="27"/>
                    <a:pt x="631" y="21"/>
                  </a:cubicBezTo>
                  <a:cubicBezTo>
                    <a:pt x="620" y="8"/>
                    <a:pt x="605" y="0"/>
                    <a:pt x="588" y="0"/>
                  </a:cubicBezTo>
                  <a:lnTo>
                    <a:pt x="47" y="0"/>
                  </a:lnTo>
                  <a:cubicBezTo>
                    <a:pt x="30" y="0"/>
                    <a:pt x="15" y="8"/>
                    <a:pt x="4" y="21"/>
                  </a:cubicBezTo>
                  <a:cubicBezTo>
                    <a:pt x="0" y="27"/>
                    <a:pt x="1" y="35"/>
                    <a:pt x="6" y="40"/>
                  </a:cubicBezTo>
                  <a:cubicBezTo>
                    <a:pt x="96" y="115"/>
                    <a:pt x="252" y="248"/>
                    <a:pt x="298" y="290"/>
                  </a:cubicBezTo>
                </a:path>
              </a:pathLst>
            </a:custGeom>
            <a:solidFill>
              <a:srgbClr val="153244"/>
            </a:solidFill>
            <a:ln>
              <a:noFill/>
            </a:ln>
          </p:spPr>
          <p:txBody>
            <a:bodyPr anchorCtr="0" anchor="t" bIns="7650" lIns="15300" spcFirstLastPara="1" rIns="15300" wrap="square" tIns="76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68"/>
                <a:buFont typeface="Arial"/>
                <a:buNone/>
              </a:pPr>
              <a:r>
                <a:t/>
              </a:r>
              <a:endParaRPr b="0" i="0" sz="268" u="none" cap="none" strike="noStrike">
                <a:solidFill>
                  <a:srgbClr val="000000"/>
                </a:solidFill>
                <a:latin typeface="Nunito Medium"/>
                <a:ea typeface="Nunito Medium"/>
                <a:cs typeface="Nunito Medium"/>
                <a:sym typeface="Nunito Medium"/>
              </a:endParaRPr>
            </a:p>
          </p:txBody>
        </p:sp>
        <p:sp>
          <p:nvSpPr>
            <p:cNvPr id="682" name="Google Shape;682;p33"/>
            <p:cNvSpPr/>
            <p:nvPr/>
          </p:nvSpPr>
          <p:spPr>
            <a:xfrm>
              <a:off x="11542348" y="3159174"/>
              <a:ext cx="361681" cy="198924"/>
            </a:xfrm>
            <a:custGeom>
              <a:rect b="b" l="l" r="r" t="t"/>
              <a:pathLst>
                <a:path extrusionOk="0" h="358" w="650">
                  <a:moveTo>
                    <a:pt x="642" y="3"/>
                  </a:moveTo>
                  <a:cubicBezTo>
                    <a:pt x="637" y="0"/>
                    <a:pt x="631" y="1"/>
                    <a:pt x="627" y="5"/>
                  </a:cubicBezTo>
                  <a:cubicBezTo>
                    <a:pt x="528" y="88"/>
                    <a:pt x="402" y="196"/>
                    <a:pt x="362" y="232"/>
                  </a:cubicBezTo>
                  <a:cubicBezTo>
                    <a:pt x="340" y="252"/>
                    <a:pt x="309" y="252"/>
                    <a:pt x="287" y="232"/>
                  </a:cubicBezTo>
                  <a:cubicBezTo>
                    <a:pt x="245" y="194"/>
                    <a:pt x="103" y="73"/>
                    <a:pt x="22" y="5"/>
                  </a:cubicBezTo>
                  <a:cubicBezTo>
                    <a:pt x="18" y="1"/>
                    <a:pt x="12" y="1"/>
                    <a:pt x="8" y="3"/>
                  </a:cubicBezTo>
                  <a:cubicBezTo>
                    <a:pt x="3" y="5"/>
                    <a:pt x="0" y="10"/>
                    <a:pt x="0" y="15"/>
                  </a:cubicBezTo>
                  <a:lnTo>
                    <a:pt x="0" y="304"/>
                  </a:lnTo>
                  <a:cubicBezTo>
                    <a:pt x="0" y="334"/>
                    <a:pt x="24" y="358"/>
                    <a:pt x="54" y="358"/>
                  </a:cubicBezTo>
                  <a:lnTo>
                    <a:pt x="595" y="358"/>
                  </a:lnTo>
                  <a:cubicBezTo>
                    <a:pt x="625" y="358"/>
                    <a:pt x="650" y="334"/>
                    <a:pt x="650" y="304"/>
                  </a:cubicBezTo>
                  <a:lnTo>
                    <a:pt x="650" y="15"/>
                  </a:lnTo>
                  <a:cubicBezTo>
                    <a:pt x="650" y="10"/>
                    <a:pt x="646" y="5"/>
                    <a:pt x="642" y="3"/>
                  </a:cubicBezTo>
                </a:path>
              </a:pathLst>
            </a:custGeom>
            <a:solidFill>
              <a:srgbClr val="153244"/>
            </a:solidFill>
            <a:ln>
              <a:noFill/>
            </a:ln>
          </p:spPr>
          <p:txBody>
            <a:bodyPr anchorCtr="0" anchor="t" bIns="7650" lIns="15300" spcFirstLastPara="1" rIns="15300" wrap="square" tIns="76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68"/>
                <a:buFont typeface="Arial"/>
                <a:buNone/>
              </a:pPr>
              <a:r>
                <a:t/>
              </a:r>
              <a:endParaRPr b="0" i="0" sz="268" u="none" cap="none" strike="noStrike">
                <a:solidFill>
                  <a:srgbClr val="000000"/>
                </a:solidFill>
                <a:latin typeface="Nunito Medium"/>
                <a:ea typeface="Nunito Medium"/>
                <a:cs typeface="Nunito Medium"/>
                <a:sym typeface="Nunito Medium"/>
              </a:endParaRPr>
            </a:p>
          </p:txBody>
        </p:sp>
      </p:grpSp>
      <p:sp>
        <p:nvSpPr>
          <p:cNvPr id="683" name="Google Shape;683;p33"/>
          <p:cNvSpPr/>
          <p:nvPr/>
        </p:nvSpPr>
        <p:spPr>
          <a:xfrm>
            <a:off x="5345445" y="1001867"/>
            <a:ext cx="824400" cy="5307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123546"/>
          </a:solidFill>
          <a:ln>
            <a:noFill/>
          </a:ln>
        </p:spPr>
        <p:txBody>
          <a:bodyPr anchorCtr="0" anchor="t" bIns="87525" lIns="0" spcFirstLastPara="1" rIns="0" wrap="square" tIns="30672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0"/>
              <a:buFont typeface="Arial"/>
              <a:buNone/>
            </a:pPr>
            <a:r>
              <a:rPr b="1" i="1" lang="es" sz="920" u="none" cap="none" strike="noStrike">
                <a:solidFill>
                  <a:srgbClr val="8DE2D6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ENCUENTROS:</a:t>
            </a:r>
            <a:endParaRPr b="1" i="1" sz="920" u="none" cap="none" strike="noStrike">
              <a:solidFill>
                <a:srgbClr val="8DE2D6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684" name="Google Shape;684;p33"/>
          <p:cNvSpPr/>
          <p:nvPr/>
        </p:nvSpPr>
        <p:spPr>
          <a:xfrm>
            <a:off x="5345432" y="1516578"/>
            <a:ext cx="824400" cy="220200"/>
          </a:xfrm>
          <a:prstGeom prst="round2SameRect">
            <a:avLst>
              <a:gd fmla="val 0" name="adj1"/>
              <a:gd fmla="val 8500" name="adj2"/>
            </a:avLst>
          </a:prstGeom>
          <a:solidFill>
            <a:srgbClr val="FFCC19"/>
          </a:solidFill>
          <a:ln>
            <a:noFill/>
          </a:ln>
        </p:spPr>
        <p:txBody>
          <a:bodyPr anchorCtr="0" anchor="ctr" bIns="87525" lIns="87525" spcFirstLastPara="1" rIns="87525" wrap="square" tIns="875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0"/>
              <a:buFont typeface="Arial"/>
              <a:buNone/>
            </a:pPr>
            <a:r>
              <a:rPr b="1" i="0" lang="es" sz="920" u="none" cap="none" strike="noStrike">
                <a:solidFill>
                  <a:srgbClr val="113748"/>
                </a:solidFill>
                <a:latin typeface="Archivo"/>
                <a:ea typeface="Archivo"/>
                <a:cs typeface="Archivo"/>
                <a:sym typeface="Archivo"/>
              </a:rPr>
              <a:t>{{emin_encuentros}}</a:t>
            </a:r>
            <a:endParaRPr b="1" i="0" sz="920" u="none" cap="none" strike="noStrike">
              <a:solidFill>
                <a:srgbClr val="113748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685" name="Google Shape;685;p33"/>
          <p:cNvSpPr/>
          <p:nvPr/>
        </p:nvSpPr>
        <p:spPr>
          <a:xfrm>
            <a:off x="5622456" y="1052554"/>
            <a:ext cx="248723" cy="220005"/>
          </a:xfrm>
          <a:custGeom>
            <a:rect b="b" l="l" r="r" t="t"/>
            <a:pathLst>
              <a:path extrusionOk="0" h="746" w="838">
                <a:moveTo>
                  <a:pt x="419" y="525"/>
                </a:moveTo>
                <a:cubicBezTo>
                  <a:pt x="325" y="525"/>
                  <a:pt x="248" y="449"/>
                  <a:pt x="248" y="354"/>
                </a:cubicBezTo>
                <a:cubicBezTo>
                  <a:pt x="248" y="260"/>
                  <a:pt x="325" y="184"/>
                  <a:pt x="419" y="184"/>
                </a:cubicBezTo>
                <a:cubicBezTo>
                  <a:pt x="513" y="184"/>
                  <a:pt x="590" y="260"/>
                  <a:pt x="590" y="354"/>
                </a:cubicBezTo>
                <a:cubicBezTo>
                  <a:pt x="590" y="449"/>
                  <a:pt x="513" y="525"/>
                  <a:pt x="419" y="525"/>
                </a:cubicBezTo>
                <a:moveTo>
                  <a:pt x="838" y="419"/>
                </a:moveTo>
                <a:cubicBezTo>
                  <a:pt x="838" y="188"/>
                  <a:pt x="651" y="0"/>
                  <a:pt x="419" y="0"/>
                </a:cubicBezTo>
                <a:cubicBezTo>
                  <a:pt x="187" y="0"/>
                  <a:pt x="0" y="188"/>
                  <a:pt x="0" y="419"/>
                </a:cubicBezTo>
                <a:cubicBezTo>
                  <a:pt x="0" y="551"/>
                  <a:pt x="61" y="669"/>
                  <a:pt x="157" y="746"/>
                </a:cubicBezTo>
                <a:cubicBezTo>
                  <a:pt x="196" y="639"/>
                  <a:pt x="298" y="562"/>
                  <a:pt x="419" y="562"/>
                </a:cubicBezTo>
                <a:cubicBezTo>
                  <a:pt x="540" y="562"/>
                  <a:pt x="642" y="639"/>
                  <a:pt x="681" y="746"/>
                </a:cubicBezTo>
                <a:cubicBezTo>
                  <a:pt x="777" y="669"/>
                  <a:pt x="838" y="551"/>
                  <a:pt x="838" y="419"/>
                </a:cubicBezTo>
                <a:close/>
              </a:path>
            </a:pathLst>
          </a:custGeom>
          <a:solidFill>
            <a:srgbClr val="8DE2D6"/>
          </a:solidFill>
          <a:ln>
            <a:noFill/>
          </a:ln>
        </p:spPr>
        <p:txBody>
          <a:bodyPr anchorCtr="0" anchor="ctr" bIns="43725" lIns="87525" spcFirstLastPara="1" rIns="87525" wrap="square" tIns="437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0"/>
              <a:buFont typeface="Arial"/>
              <a:buNone/>
            </a:pPr>
            <a:r>
              <a:t/>
            </a:r>
            <a:endParaRPr b="1" i="0" sz="920" u="none" cap="none" strike="noStrike">
              <a:solidFill>
                <a:srgbClr val="153244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686" name="Google Shape;686;p33"/>
          <p:cNvSpPr txBox="1"/>
          <p:nvPr/>
        </p:nvSpPr>
        <p:spPr>
          <a:xfrm>
            <a:off x="598200" y="3805728"/>
            <a:ext cx="7947600" cy="6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1" lang="es" sz="1100" u="sng" cap="none" strike="noStrike">
                <a:solidFill>
                  <a:srgbClr val="000000"/>
                </a:solidFill>
                <a:latin typeface="Archivo"/>
                <a:ea typeface="Archivo"/>
                <a:cs typeface="Archivo"/>
                <a:sym typeface="Archivo"/>
              </a:rPr>
              <a:t>Encuentros contempladas</a:t>
            </a:r>
            <a:r>
              <a:rPr b="1" i="1" lang="es" sz="1100" u="none" cap="none" strike="noStrike">
                <a:solidFill>
                  <a:srgbClr val="000000"/>
                </a:solidFill>
                <a:latin typeface="Archivo"/>
                <a:ea typeface="Archivo"/>
                <a:cs typeface="Archivo"/>
                <a:sym typeface="Archivo"/>
              </a:rPr>
              <a:t>: </a:t>
            </a:r>
            <a:r>
              <a:rPr b="0" i="0" lang="es" sz="1100" u="none" cap="none" strike="noStrike">
                <a:solidFill>
                  <a:srgbClr val="000000"/>
                </a:solidFill>
                <a:latin typeface="Archivo"/>
                <a:ea typeface="Archivo"/>
                <a:cs typeface="Archivo"/>
                <a:sym typeface="Archivo"/>
              </a:rPr>
              <a:t>{{emin_lista}}</a:t>
            </a:r>
            <a:endParaRPr b="0" i="0" sz="1100" u="none" cap="none" strike="noStrike">
              <a:solidFill>
                <a:srgbClr val="000000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687" name="Google Shape;687;p33"/>
          <p:cNvSpPr/>
          <p:nvPr/>
        </p:nvSpPr>
        <p:spPr>
          <a:xfrm>
            <a:off x="2936806" y="3216391"/>
            <a:ext cx="1607100" cy="499800"/>
          </a:xfrm>
          <a:prstGeom prst="roundRect">
            <a:avLst>
              <a:gd fmla="val 8271" name="adj"/>
            </a:avLst>
          </a:prstGeom>
          <a:solidFill>
            <a:srgbClr val="F1F6FD"/>
          </a:solidFill>
          <a:ln>
            <a:noFill/>
          </a:ln>
        </p:spPr>
        <p:txBody>
          <a:bodyPr anchorCtr="0" anchor="t" bIns="0" lIns="104450" spcFirstLastPara="1" rIns="104450" wrap="square" tIns="2673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7"/>
              <a:buFont typeface="Arial"/>
              <a:buNone/>
            </a:pPr>
            <a:r>
              <a:t/>
            </a:r>
            <a:endParaRPr b="1" i="0" sz="1028" u="none" cap="none" strike="noStrike">
              <a:solidFill>
                <a:srgbClr val="000000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7"/>
              <a:buFont typeface="Arial"/>
              <a:buNone/>
            </a:pPr>
            <a:r>
              <a:t/>
            </a:r>
            <a:endParaRPr b="1" i="0" sz="1028" u="none" cap="none" strike="noStrike">
              <a:solidFill>
                <a:srgbClr val="000000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688" name="Google Shape;688;p33"/>
          <p:cNvSpPr/>
          <p:nvPr/>
        </p:nvSpPr>
        <p:spPr>
          <a:xfrm>
            <a:off x="2936806" y="3216380"/>
            <a:ext cx="1607100" cy="2166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>
            <a:noFill/>
          </a:ln>
        </p:spPr>
        <p:txBody>
          <a:bodyPr anchorCtr="0" anchor="ctr" bIns="104450" lIns="104450" spcFirstLastPara="1" rIns="104450" wrap="square" tIns="1044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14"/>
              <a:buFont typeface="Arial"/>
              <a:buNone/>
            </a:pPr>
            <a:r>
              <a:rPr b="1" i="0" lang="es" sz="914" u="none" cap="none" strike="noStrike">
                <a:solidFill>
                  <a:srgbClr val="000000"/>
                </a:solidFill>
                <a:latin typeface="Archivo"/>
                <a:ea typeface="Archivo"/>
                <a:cs typeface="Archivo"/>
                <a:sym typeface="Archivo"/>
              </a:rPr>
              <a:t>Alcance</a:t>
            </a:r>
            <a:endParaRPr b="1" i="0" sz="914" u="none" cap="none" strike="noStrike">
              <a:solidFill>
                <a:srgbClr val="153244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689" name="Google Shape;689;p33"/>
          <p:cNvSpPr/>
          <p:nvPr/>
        </p:nvSpPr>
        <p:spPr>
          <a:xfrm>
            <a:off x="2936801" y="2582370"/>
            <a:ext cx="1607100" cy="499800"/>
          </a:xfrm>
          <a:prstGeom prst="roundRect">
            <a:avLst>
              <a:gd fmla="val 8271" name="adj"/>
            </a:avLst>
          </a:prstGeom>
          <a:solidFill>
            <a:srgbClr val="F1F6FD"/>
          </a:solidFill>
          <a:ln>
            <a:noFill/>
          </a:ln>
        </p:spPr>
        <p:txBody>
          <a:bodyPr anchorCtr="0" anchor="t" bIns="0" lIns="104450" spcFirstLastPara="1" rIns="104450" wrap="square" tIns="2673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7"/>
              <a:buFont typeface="Arial"/>
              <a:buNone/>
            </a:pPr>
            <a:r>
              <a:rPr b="1" i="0" lang="es" sz="1028" u="none" cap="none" strike="noStrike">
                <a:solidFill>
                  <a:srgbClr val="000000"/>
                </a:solidFill>
                <a:latin typeface="Archivo"/>
                <a:ea typeface="Archivo"/>
                <a:cs typeface="Archivo"/>
                <a:sym typeface="Archivo"/>
              </a:rPr>
              <a:t>{{emin_alcance}}</a:t>
            </a:r>
            <a:endParaRPr b="1" i="0" sz="1028" u="none" cap="none" strike="noStrike">
              <a:solidFill>
                <a:srgbClr val="000000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7"/>
              <a:buFont typeface="Arial"/>
              <a:buNone/>
            </a:pPr>
            <a:r>
              <a:t/>
            </a:r>
            <a:endParaRPr b="1" i="0" sz="1028" u="none" cap="none" strike="noStrike">
              <a:solidFill>
                <a:srgbClr val="000000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690" name="Google Shape;690;p33"/>
          <p:cNvSpPr/>
          <p:nvPr/>
        </p:nvSpPr>
        <p:spPr>
          <a:xfrm>
            <a:off x="2936801" y="2582360"/>
            <a:ext cx="1607100" cy="2166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>
            <a:noFill/>
          </a:ln>
        </p:spPr>
        <p:txBody>
          <a:bodyPr anchorCtr="0" anchor="ctr" bIns="104450" lIns="104450" spcFirstLastPara="1" rIns="104450" wrap="square" tIns="1044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14"/>
              <a:buFont typeface="Arial"/>
              <a:buNone/>
            </a:pPr>
            <a:r>
              <a:rPr b="1" i="0" lang="es" sz="914" u="none" cap="none" strike="noStrike">
                <a:solidFill>
                  <a:srgbClr val="000000"/>
                </a:solidFill>
                <a:latin typeface="Archivo"/>
                <a:ea typeface="Archivo"/>
                <a:cs typeface="Archivo"/>
                <a:sym typeface="Archivo"/>
              </a:rPr>
              <a:t>Impresiones</a:t>
            </a:r>
            <a:endParaRPr b="1" i="0" sz="914" u="none" cap="none" strike="noStrike">
              <a:solidFill>
                <a:srgbClr val="153244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691" name="Google Shape;691;p33"/>
          <p:cNvSpPr/>
          <p:nvPr/>
        </p:nvSpPr>
        <p:spPr>
          <a:xfrm>
            <a:off x="2936815" y="1951688"/>
            <a:ext cx="1607100" cy="499800"/>
          </a:xfrm>
          <a:prstGeom prst="roundRect">
            <a:avLst>
              <a:gd fmla="val 8271" name="adj"/>
            </a:avLst>
          </a:prstGeom>
          <a:solidFill>
            <a:srgbClr val="F1F6FD"/>
          </a:solidFill>
          <a:ln>
            <a:noFill/>
          </a:ln>
        </p:spPr>
        <p:txBody>
          <a:bodyPr anchorCtr="0" anchor="t" bIns="0" lIns="104450" spcFirstLastPara="1" rIns="104450" wrap="square" tIns="2673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7"/>
              <a:buFont typeface="Arial"/>
              <a:buNone/>
            </a:pPr>
            <a:r>
              <a:rPr b="1" i="0" lang="es" sz="1028" u="none" cap="none" strike="noStrike">
                <a:solidFill>
                  <a:srgbClr val="000000"/>
                </a:solidFill>
                <a:latin typeface="Archivo"/>
                <a:ea typeface="Archivo"/>
                <a:cs typeface="Archivo"/>
                <a:sym typeface="Archivo"/>
              </a:rPr>
              <a:t>{{emin_clics_ctr}} </a:t>
            </a:r>
            <a:r>
              <a:rPr b="1" i="0" lang="es" sz="1028" u="none" cap="none" strike="noStrike">
                <a:solidFill>
                  <a:srgbClr val="6AA84F"/>
                </a:solidFill>
                <a:latin typeface="Archivo"/>
                <a:ea typeface="Archivo"/>
                <a:cs typeface="Archivo"/>
                <a:sym typeface="Archivo"/>
              </a:rPr>
              <a:t>({{emin_ctr}}%)</a:t>
            </a:r>
            <a:endParaRPr b="1" i="0" sz="1028" u="none" cap="none" strike="noStrike">
              <a:solidFill>
                <a:srgbClr val="6AA84F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7"/>
              <a:buFont typeface="Arial"/>
              <a:buNone/>
            </a:pPr>
            <a:r>
              <a:t/>
            </a:r>
            <a:endParaRPr b="1" i="0" sz="1028" u="none" cap="none" strike="noStrike">
              <a:solidFill>
                <a:srgbClr val="000000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692" name="Google Shape;692;p33"/>
          <p:cNvSpPr/>
          <p:nvPr/>
        </p:nvSpPr>
        <p:spPr>
          <a:xfrm>
            <a:off x="2936815" y="1951677"/>
            <a:ext cx="1607100" cy="2166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>
            <a:noFill/>
          </a:ln>
        </p:spPr>
        <p:txBody>
          <a:bodyPr anchorCtr="0" anchor="ctr" bIns="104450" lIns="104450" spcFirstLastPara="1" rIns="104450" wrap="square" tIns="1044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14"/>
              <a:buFont typeface="Arial"/>
              <a:buNone/>
            </a:pPr>
            <a:r>
              <a:rPr b="1" i="0" lang="es" sz="914" u="none" cap="none" strike="noStrike">
                <a:solidFill>
                  <a:srgbClr val="000000"/>
                </a:solidFill>
                <a:latin typeface="Archivo"/>
                <a:ea typeface="Archivo"/>
                <a:cs typeface="Archivo"/>
                <a:sym typeface="Archivo"/>
              </a:rPr>
              <a:t>Clics (CTR)</a:t>
            </a:r>
            <a:endParaRPr b="1" i="0" sz="914" u="none" cap="none" strike="noStrike">
              <a:solidFill>
                <a:srgbClr val="153244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pic>
        <p:nvPicPr>
          <p:cNvPr id="693" name="Google Shape;693;p33" title="telefono-movil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18123" y="3251848"/>
            <a:ext cx="147921" cy="147921"/>
          </a:xfrm>
          <a:prstGeom prst="rect">
            <a:avLst/>
          </a:prstGeom>
          <a:noFill/>
          <a:ln>
            <a:noFill/>
          </a:ln>
        </p:spPr>
      </p:pic>
      <p:pic>
        <p:nvPicPr>
          <p:cNvPr id="694" name="Google Shape;694;p33" title="telefono-movil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29573" y="2611311"/>
            <a:ext cx="147921" cy="147921"/>
          </a:xfrm>
          <a:prstGeom prst="rect">
            <a:avLst/>
          </a:prstGeom>
          <a:noFill/>
          <a:ln>
            <a:noFill/>
          </a:ln>
        </p:spPr>
      </p:pic>
      <p:pic>
        <p:nvPicPr>
          <p:cNvPr id="695" name="Google Shape;695;p33" title="telefono-movil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20423" y="1978196"/>
            <a:ext cx="147921" cy="147921"/>
          </a:xfrm>
          <a:prstGeom prst="rect">
            <a:avLst/>
          </a:prstGeom>
          <a:noFill/>
          <a:ln>
            <a:noFill/>
          </a:ln>
        </p:spPr>
      </p:pic>
      <p:sp>
        <p:nvSpPr>
          <p:cNvPr id="696" name="Google Shape;696;p33"/>
          <p:cNvSpPr txBox="1"/>
          <p:nvPr/>
        </p:nvSpPr>
        <p:spPr>
          <a:xfrm>
            <a:off x="196550" y="4545000"/>
            <a:ext cx="1373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s" sz="900" u="sng" cap="none" strike="noStrike">
                <a:solidFill>
                  <a:srgbClr val="123546"/>
                </a:solidFill>
                <a:latin typeface="Archivo"/>
                <a:ea typeface="Archivo"/>
                <a:cs typeface="Archivo"/>
                <a:sym typeface="Archivo"/>
              </a:rPr>
              <a:t>Benchmarks:</a:t>
            </a:r>
            <a:endParaRPr b="0" i="0" sz="900" u="none" cap="none" strike="noStrike">
              <a:solidFill>
                <a:srgbClr val="123546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s" sz="900" u="none" cap="none" strike="noStrike">
                <a:solidFill>
                  <a:srgbClr val="123546"/>
                </a:solidFill>
                <a:latin typeface="Archivo"/>
                <a:ea typeface="Archivo"/>
                <a:cs typeface="Archivo"/>
                <a:sym typeface="Archivo"/>
              </a:rPr>
              <a:t>Mail: </a:t>
            </a:r>
            <a:r>
              <a:rPr b="1" i="1" lang="es" sz="900" u="none" cap="none" strike="noStrike">
                <a:solidFill>
                  <a:srgbClr val="123546"/>
                </a:solidFill>
                <a:latin typeface="Archivo"/>
                <a:ea typeface="Archivo"/>
                <a:cs typeface="Archivo"/>
                <a:sym typeface="Archivo"/>
              </a:rPr>
              <a:t>OR : </a:t>
            </a:r>
            <a:r>
              <a:rPr b="0" i="1" lang="es" sz="900" u="none" cap="none" strike="noStrike">
                <a:solidFill>
                  <a:srgbClr val="123546"/>
                </a:solidFill>
                <a:latin typeface="Archivo"/>
                <a:ea typeface="Archivo"/>
                <a:cs typeface="Archivo"/>
                <a:sym typeface="Archivo"/>
              </a:rPr>
              <a:t>22%</a:t>
            </a:r>
            <a:endParaRPr b="0" i="0" sz="900" u="none" cap="none" strike="noStrike">
              <a:solidFill>
                <a:srgbClr val="123546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s" sz="900" u="none" cap="none" strike="noStrike">
                <a:solidFill>
                  <a:srgbClr val="123546"/>
                </a:solidFill>
                <a:latin typeface="Archivo"/>
                <a:ea typeface="Archivo"/>
                <a:cs typeface="Archivo"/>
                <a:sym typeface="Archivo"/>
              </a:rPr>
              <a:t>Digital: </a:t>
            </a:r>
            <a:r>
              <a:rPr b="1" i="1" lang="es" sz="900" u="none" cap="none" strike="noStrike">
                <a:solidFill>
                  <a:srgbClr val="123546"/>
                </a:solidFill>
                <a:latin typeface="Archivo"/>
                <a:ea typeface="Archivo"/>
                <a:cs typeface="Archivo"/>
                <a:sym typeface="Archivo"/>
              </a:rPr>
              <a:t>CTR: </a:t>
            </a:r>
            <a:r>
              <a:rPr b="0" i="0" lang="es" sz="900" u="none" cap="none" strike="noStrike">
                <a:solidFill>
                  <a:srgbClr val="123546"/>
                </a:solidFill>
                <a:latin typeface="Archivo"/>
                <a:ea typeface="Archivo"/>
                <a:cs typeface="Archivo"/>
                <a:sym typeface="Archivo"/>
              </a:rPr>
              <a:t>0,2%</a:t>
            </a:r>
            <a:endParaRPr b="0" i="0" sz="900" u="none" cap="none" strike="noStrike">
              <a:solidFill>
                <a:srgbClr val="123546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53244"/>
        </a:solidFill>
      </p:bgPr>
    </p:bg>
    <p:spTree>
      <p:nvGrpSpPr>
        <p:cNvPr id="700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Google Shape;701;p34"/>
          <p:cNvSpPr/>
          <p:nvPr/>
        </p:nvSpPr>
        <p:spPr>
          <a:xfrm>
            <a:off x="0" y="23486"/>
            <a:ext cx="9144000" cy="5143500"/>
          </a:xfrm>
          <a:prstGeom prst="round1Rect">
            <a:avLst>
              <a:gd fmla="val 0" name="adj"/>
            </a:avLst>
          </a:prstGeom>
          <a:solidFill>
            <a:srgbClr val="FFCB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2" name="Google Shape;702;p34"/>
          <p:cNvSpPr/>
          <p:nvPr/>
        </p:nvSpPr>
        <p:spPr>
          <a:xfrm>
            <a:off x="0" y="23486"/>
            <a:ext cx="8866800" cy="5143500"/>
          </a:xfrm>
          <a:prstGeom prst="round1Rect">
            <a:avLst>
              <a:gd fmla="val 5332" name="adj"/>
            </a:avLst>
          </a:prstGeom>
          <a:solidFill>
            <a:srgbClr val="8DE2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3" name="Google Shape;703;p34"/>
          <p:cNvSpPr/>
          <p:nvPr/>
        </p:nvSpPr>
        <p:spPr>
          <a:xfrm>
            <a:off x="0" y="23486"/>
            <a:ext cx="8531700" cy="5143500"/>
          </a:xfrm>
          <a:prstGeom prst="round1Rect">
            <a:avLst>
              <a:gd fmla="val 7105" name="adj"/>
            </a:avLst>
          </a:prstGeom>
          <a:solidFill>
            <a:srgbClr val="1532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04" name="Google Shape;704;p34"/>
          <p:cNvCxnSpPr/>
          <p:nvPr/>
        </p:nvCxnSpPr>
        <p:spPr>
          <a:xfrm>
            <a:off x="173394" y="4711019"/>
            <a:ext cx="8164200" cy="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705" name="Google Shape;705;p34"/>
          <p:cNvPicPr preferRelativeResize="0"/>
          <p:nvPr/>
        </p:nvPicPr>
        <p:blipFill rotWithShape="1">
          <a:blip r:embed="rId3">
            <a:alphaModFix/>
          </a:blip>
          <a:srcRect b="32287" l="24148" r="24143" t="32283"/>
          <a:stretch/>
        </p:blipFill>
        <p:spPr>
          <a:xfrm>
            <a:off x="117775" y="4764867"/>
            <a:ext cx="442276" cy="30304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06" name="Google Shape;706;p34"/>
          <p:cNvGrpSpPr/>
          <p:nvPr/>
        </p:nvGrpSpPr>
        <p:grpSpPr>
          <a:xfrm rot="5400000">
            <a:off x="69875" y="-381850"/>
            <a:ext cx="419400" cy="91500"/>
            <a:chOff x="439425" y="-528325"/>
            <a:chExt cx="419400" cy="91500"/>
          </a:xfrm>
        </p:grpSpPr>
        <p:sp>
          <p:nvSpPr>
            <p:cNvPr id="707" name="Google Shape;707;p34"/>
            <p:cNvSpPr/>
            <p:nvPr/>
          </p:nvSpPr>
          <p:spPr>
            <a:xfrm>
              <a:off x="439425" y="-528325"/>
              <a:ext cx="91500" cy="91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8" name="Google Shape;708;p34"/>
            <p:cNvSpPr/>
            <p:nvPr/>
          </p:nvSpPr>
          <p:spPr>
            <a:xfrm>
              <a:off x="603375" y="-528325"/>
              <a:ext cx="91500" cy="91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9" name="Google Shape;709;p34"/>
            <p:cNvSpPr/>
            <p:nvPr/>
          </p:nvSpPr>
          <p:spPr>
            <a:xfrm>
              <a:off x="767325" y="-528325"/>
              <a:ext cx="91500" cy="91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10" name="Google Shape;710;p34"/>
          <p:cNvSpPr txBox="1"/>
          <p:nvPr/>
        </p:nvSpPr>
        <p:spPr>
          <a:xfrm>
            <a:off x="278350" y="2517136"/>
            <a:ext cx="7628700" cy="10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Arial"/>
              <a:buNone/>
            </a:pPr>
            <a:r>
              <a:rPr b="0" i="0" lang="es" sz="5500" u="none" cap="none" strike="noStrike">
                <a:solidFill>
                  <a:srgbClr val="FFFFFF"/>
                </a:solidFill>
                <a:latin typeface="Archivo"/>
                <a:ea typeface="Archivo"/>
                <a:cs typeface="Archivo"/>
                <a:sym typeface="Archivo"/>
              </a:rPr>
              <a:t>M2</a:t>
            </a:r>
            <a:endParaRPr b="0" i="0" sz="5500" u="none" cap="none" strike="noStrike">
              <a:solidFill>
                <a:srgbClr val="FFFFFF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711" name="Google Shape;711;p34"/>
          <p:cNvSpPr txBox="1"/>
          <p:nvPr/>
        </p:nvSpPr>
        <p:spPr>
          <a:xfrm>
            <a:off x="278350" y="3429605"/>
            <a:ext cx="6932700" cy="8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s" sz="3600" u="none" cap="none" strike="noStrike">
                <a:solidFill>
                  <a:srgbClr val="8DE2D6"/>
                </a:solidFill>
                <a:latin typeface="Archivo Black"/>
                <a:ea typeface="Archivo Black"/>
                <a:cs typeface="Archivo Black"/>
                <a:sym typeface="Archivo Black"/>
              </a:rPr>
              <a:t>Alcance semanal</a:t>
            </a:r>
            <a:endParaRPr b="0" i="0" sz="3600" u="none" cap="none" strike="noStrike">
              <a:solidFill>
                <a:srgbClr val="8DE2D6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5" name="Shape 7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" name="Google Shape;716;p35"/>
          <p:cNvSpPr txBox="1"/>
          <p:nvPr/>
        </p:nvSpPr>
        <p:spPr>
          <a:xfrm>
            <a:off x="582715" y="129475"/>
            <a:ext cx="38715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" sz="1800" u="none" cap="none" strike="noStrike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rPr>
              <a:t>Directa | Status semanal de M2</a:t>
            </a:r>
            <a:endParaRPr b="1" i="0" sz="1400" u="none" cap="none" strike="noStrike"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grpSp>
        <p:nvGrpSpPr>
          <p:cNvPr id="717" name="Google Shape;717;p35"/>
          <p:cNvGrpSpPr/>
          <p:nvPr/>
        </p:nvGrpSpPr>
        <p:grpSpPr>
          <a:xfrm>
            <a:off x="234545" y="156446"/>
            <a:ext cx="250814" cy="250257"/>
            <a:chOff x="11899863" y="7646238"/>
            <a:chExt cx="563500" cy="562375"/>
          </a:xfrm>
        </p:grpSpPr>
        <p:sp>
          <p:nvSpPr>
            <p:cNvPr id="718" name="Google Shape;718;p35"/>
            <p:cNvSpPr/>
            <p:nvPr/>
          </p:nvSpPr>
          <p:spPr>
            <a:xfrm>
              <a:off x="11899863" y="7646238"/>
              <a:ext cx="563500" cy="562375"/>
            </a:xfrm>
            <a:custGeom>
              <a:rect b="b" l="l" r="r" t="t"/>
              <a:pathLst>
                <a:path extrusionOk="0" h="22495" w="22540">
                  <a:moveTo>
                    <a:pt x="11264" y="3490"/>
                  </a:moveTo>
                  <a:cubicBezTo>
                    <a:pt x="11274" y="3490"/>
                    <a:pt x="11284" y="3490"/>
                    <a:pt x="11295" y="3490"/>
                  </a:cubicBezTo>
                  <a:cubicBezTo>
                    <a:pt x="15583" y="3507"/>
                    <a:pt x="19037" y="6977"/>
                    <a:pt x="19037" y="11249"/>
                  </a:cubicBezTo>
                  <a:cubicBezTo>
                    <a:pt x="19037" y="15528"/>
                    <a:pt x="15550" y="19008"/>
                    <a:pt x="11292" y="19008"/>
                  </a:cubicBezTo>
                  <a:cubicBezTo>
                    <a:pt x="11282" y="19008"/>
                    <a:pt x="11272" y="19008"/>
                    <a:pt x="11262" y="19008"/>
                  </a:cubicBezTo>
                  <a:cubicBezTo>
                    <a:pt x="6973" y="19008"/>
                    <a:pt x="3487" y="15505"/>
                    <a:pt x="3519" y="11233"/>
                  </a:cubicBezTo>
                  <a:cubicBezTo>
                    <a:pt x="3536" y="6954"/>
                    <a:pt x="7006" y="3490"/>
                    <a:pt x="11264" y="3490"/>
                  </a:cubicBezTo>
                  <a:close/>
                  <a:moveTo>
                    <a:pt x="11276" y="1"/>
                  </a:moveTo>
                  <a:cubicBezTo>
                    <a:pt x="11255" y="1"/>
                    <a:pt x="11234" y="2"/>
                    <a:pt x="11213" y="4"/>
                  </a:cubicBezTo>
                  <a:cubicBezTo>
                    <a:pt x="10869" y="37"/>
                    <a:pt x="10623" y="298"/>
                    <a:pt x="10607" y="659"/>
                  </a:cubicBezTo>
                  <a:cubicBezTo>
                    <a:pt x="10591" y="1101"/>
                    <a:pt x="10607" y="1542"/>
                    <a:pt x="10607" y="2001"/>
                  </a:cubicBezTo>
                  <a:cubicBezTo>
                    <a:pt x="10607" y="2132"/>
                    <a:pt x="10558" y="2181"/>
                    <a:pt x="10427" y="2197"/>
                  </a:cubicBezTo>
                  <a:cubicBezTo>
                    <a:pt x="10116" y="2230"/>
                    <a:pt x="9821" y="2279"/>
                    <a:pt x="9527" y="2328"/>
                  </a:cubicBezTo>
                  <a:cubicBezTo>
                    <a:pt x="5958" y="2983"/>
                    <a:pt x="3028" y="5897"/>
                    <a:pt x="2357" y="9465"/>
                  </a:cubicBezTo>
                  <a:cubicBezTo>
                    <a:pt x="2292" y="9825"/>
                    <a:pt x="2243" y="10201"/>
                    <a:pt x="2177" y="10578"/>
                  </a:cubicBezTo>
                  <a:lnTo>
                    <a:pt x="737" y="10578"/>
                  </a:lnTo>
                  <a:cubicBezTo>
                    <a:pt x="491" y="10578"/>
                    <a:pt x="311" y="10676"/>
                    <a:pt x="164" y="10856"/>
                  </a:cubicBezTo>
                  <a:cubicBezTo>
                    <a:pt x="17" y="11085"/>
                    <a:pt x="0" y="11315"/>
                    <a:pt x="115" y="11544"/>
                  </a:cubicBezTo>
                  <a:cubicBezTo>
                    <a:pt x="229" y="11789"/>
                    <a:pt x="426" y="11920"/>
                    <a:pt x="688" y="11920"/>
                  </a:cubicBezTo>
                  <a:lnTo>
                    <a:pt x="2194" y="11920"/>
                  </a:lnTo>
                  <a:cubicBezTo>
                    <a:pt x="2210" y="12018"/>
                    <a:pt x="2226" y="12100"/>
                    <a:pt x="2226" y="12182"/>
                  </a:cubicBezTo>
                  <a:cubicBezTo>
                    <a:pt x="2292" y="12509"/>
                    <a:pt x="2308" y="12837"/>
                    <a:pt x="2390" y="13164"/>
                  </a:cubicBezTo>
                  <a:cubicBezTo>
                    <a:pt x="3258" y="17076"/>
                    <a:pt x="6433" y="19892"/>
                    <a:pt x="10427" y="20301"/>
                  </a:cubicBezTo>
                  <a:cubicBezTo>
                    <a:pt x="10558" y="20317"/>
                    <a:pt x="10607" y="20366"/>
                    <a:pt x="10607" y="20514"/>
                  </a:cubicBezTo>
                  <a:cubicBezTo>
                    <a:pt x="10607" y="20874"/>
                    <a:pt x="10623" y="21250"/>
                    <a:pt x="10607" y="21627"/>
                  </a:cubicBezTo>
                  <a:cubicBezTo>
                    <a:pt x="10574" y="22036"/>
                    <a:pt x="10722" y="22331"/>
                    <a:pt x="11114" y="22494"/>
                  </a:cubicBezTo>
                  <a:lnTo>
                    <a:pt x="11458" y="22494"/>
                  </a:lnTo>
                  <a:cubicBezTo>
                    <a:pt x="11851" y="22314"/>
                    <a:pt x="11982" y="22020"/>
                    <a:pt x="11949" y="21594"/>
                  </a:cubicBezTo>
                  <a:cubicBezTo>
                    <a:pt x="11933" y="21185"/>
                    <a:pt x="11949" y="20759"/>
                    <a:pt x="11949" y="20350"/>
                  </a:cubicBezTo>
                  <a:cubicBezTo>
                    <a:pt x="12408" y="20268"/>
                    <a:pt x="12833" y="20219"/>
                    <a:pt x="13259" y="20121"/>
                  </a:cubicBezTo>
                  <a:cubicBezTo>
                    <a:pt x="16974" y="19319"/>
                    <a:pt x="19823" y="16209"/>
                    <a:pt x="20297" y="12428"/>
                  </a:cubicBezTo>
                  <a:cubicBezTo>
                    <a:pt x="20363" y="11920"/>
                    <a:pt x="20363" y="11920"/>
                    <a:pt x="20870" y="11920"/>
                  </a:cubicBezTo>
                  <a:cubicBezTo>
                    <a:pt x="21045" y="11920"/>
                    <a:pt x="21219" y="11913"/>
                    <a:pt x="21394" y="11913"/>
                  </a:cubicBezTo>
                  <a:cubicBezTo>
                    <a:pt x="21481" y="11913"/>
                    <a:pt x="21569" y="11915"/>
                    <a:pt x="21656" y="11920"/>
                  </a:cubicBezTo>
                  <a:cubicBezTo>
                    <a:pt x="21693" y="11923"/>
                    <a:pt x="21728" y="11925"/>
                    <a:pt x="21763" y="11925"/>
                  </a:cubicBezTo>
                  <a:cubicBezTo>
                    <a:pt x="22117" y="11925"/>
                    <a:pt x="22376" y="11772"/>
                    <a:pt x="22540" y="11429"/>
                  </a:cubicBezTo>
                  <a:lnTo>
                    <a:pt x="22540" y="11069"/>
                  </a:lnTo>
                  <a:cubicBezTo>
                    <a:pt x="22376" y="10726"/>
                    <a:pt x="22117" y="10574"/>
                    <a:pt x="21763" y="10574"/>
                  </a:cubicBezTo>
                  <a:cubicBezTo>
                    <a:pt x="21728" y="10574"/>
                    <a:pt x="21693" y="10575"/>
                    <a:pt x="21656" y="10578"/>
                  </a:cubicBezTo>
                  <a:cubicBezTo>
                    <a:pt x="21530" y="10583"/>
                    <a:pt x="21405" y="10585"/>
                    <a:pt x="21279" y="10585"/>
                  </a:cubicBezTo>
                  <a:cubicBezTo>
                    <a:pt x="21028" y="10585"/>
                    <a:pt x="20777" y="10578"/>
                    <a:pt x="20526" y="10578"/>
                  </a:cubicBezTo>
                  <a:cubicBezTo>
                    <a:pt x="20395" y="10578"/>
                    <a:pt x="20346" y="10545"/>
                    <a:pt x="20330" y="10398"/>
                  </a:cubicBezTo>
                  <a:cubicBezTo>
                    <a:pt x="20297" y="10103"/>
                    <a:pt x="20264" y="9825"/>
                    <a:pt x="20215" y="9530"/>
                  </a:cubicBezTo>
                  <a:cubicBezTo>
                    <a:pt x="19528" y="5847"/>
                    <a:pt x="16483" y="2868"/>
                    <a:pt x="12800" y="2279"/>
                  </a:cubicBezTo>
                  <a:cubicBezTo>
                    <a:pt x="12522" y="2230"/>
                    <a:pt x="12244" y="2197"/>
                    <a:pt x="11949" y="2165"/>
                  </a:cubicBezTo>
                  <a:cubicBezTo>
                    <a:pt x="11949" y="1690"/>
                    <a:pt x="11949" y="1231"/>
                    <a:pt x="11949" y="773"/>
                  </a:cubicBezTo>
                  <a:cubicBezTo>
                    <a:pt x="11949" y="691"/>
                    <a:pt x="11949" y="593"/>
                    <a:pt x="11917" y="495"/>
                  </a:cubicBezTo>
                  <a:cubicBezTo>
                    <a:pt x="11840" y="205"/>
                    <a:pt x="11565" y="1"/>
                    <a:pt x="11276" y="1"/>
                  </a:cubicBezTo>
                  <a:close/>
                </a:path>
              </a:pathLst>
            </a:custGeom>
            <a:solidFill>
              <a:srgbClr val="8DE2D6"/>
            </a:solidFill>
            <a:ln>
              <a:noFill/>
            </a:ln>
          </p:spPr>
          <p:txBody>
            <a:bodyPr anchorCtr="0" anchor="ctr" bIns="105350" lIns="105350" spcFirstLastPara="1" rIns="105350" wrap="square" tIns="1053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9" name="Google Shape;719;p35"/>
            <p:cNvSpPr/>
            <p:nvPr/>
          </p:nvSpPr>
          <p:spPr>
            <a:xfrm>
              <a:off x="12069263" y="7815313"/>
              <a:ext cx="225100" cy="224700"/>
            </a:xfrm>
            <a:custGeom>
              <a:rect b="b" l="l" r="r" t="t"/>
              <a:pathLst>
                <a:path extrusionOk="0" h="8988" w="9004">
                  <a:moveTo>
                    <a:pt x="4516" y="1"/>
                  </a:moveTo>
                  <a:cubicBezTo>
                    <a:pt x="4506" y="1"/>
                    <a:pt x="4496" y="1"/>
                    <a:pt x="4486" y="1"/>
                  </a:cubicBezTo>
                  <a:cubicBezTo>
                    <a:pt x="2014" y="1"/>
                    <a:pt x="1" y="2031"/>
                    <a:pt x="1" y="4502"/>
                  </a:cubicBezTo>
                  <a:cubicBezTo>
                    <a:pt x="17" y="6990"/>
                    <a:pt x="2031" y="8987"/>
                    <a:pt x="4519" y="8987"/>
                  </a:cubicBezTo>
                  <a:cubicBezTo>
                    <a:pt x="7007" y="8971"/>
                    <a:pt x="9004" y="6974"/>
                    <a:pt x="9004" y="4486"/>
                  </a:cubicBezTo>
                  <a:cubicBezTo>
                    <a:pt x="8987" y="2008"/>
                    <a:pt x="6990" y="1"/>
                    <a:pt x="4516" y="1"/>
                  </a:cubicBezTo>
                  <a:close/>
                </a:path>
              </a:pathLst>
            </a:custGeom>
            <a:solidFill>
              <a:srgbClr val="8DE2D6"/>
            </a:solidFill>
            <a:ln>
              <a:noFill/>
            </a:ln>
          </p:spPr>
          <p:txBody>
            <a:bodyPr anchorCtr="0" anchor="ctr" bIns="105350" lIns="105350" spcFirstLastPara="1" rIns="105350" wrap="square" tIns="1053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20" name="Google Shape;720;p35"/>
          <p:cNvSpPr/>
          <p:nvPr/>
        </p:nvSpPr>
        <p:spPr>
          <a:xfrm>
            <a:off x="384300" y="693401"/>
            <a:ext cx="8495700" cy="279600"/>
          </a:xfrm>
          <a:prstGeom prst="roundRect">
            <a:avLst>
              <a:gd fmla="val 50000" name="adj"/>
            </a:avLst>
          </a:prstGeom>
          <a:solidFill>
            <a:srgbClr val="FFCC19"/>
          </a:solidFill>
          <a:ln>
            <a:noFill/>
          </a:ln>
          <a:effectLst>
            <a:outerShdw blurRad="57150" rotWithShape="0" algn="bl" dir="5400000" dist="19050">
              <a:srgbClr val="000000">
                <a:alpha val="5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s" sz="1400" u="none" cap="none" strike="noStrike">
                <a:solidFill>
                  <a:srgbClr val="153244"/>
                </a:solidFill>
                <a:latin typeface="Archivo"/>
                <a:ea typeface="Archivo"/>
                <a:cs typeface="Archivo"/>
                <a:sym typeface="Archivo"/>
              </a:rPr>
              <a:t>M2</a:t>
            </a:r>
            <a:endParaRPr b="0" i="0" sz="1200" u="none" cap="none" strike="noStrike">
              <a:solidFill>
                <a:srgbClr val="153244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721" name="Google Shape;721;p35"/>
          <p:cNvSpPr/>
          <p:nvPr/>
        </p:nvSpPr>
        <p:spPr>
          <a:xfrm>
            <a:off x="1719220" y="2109150"/>
            <a:ext cx="1602300" cy="393900"/>
          </a:xfrm>
          <a:prstGeom prst="roundRect">
            <a:avLst>
              <a:gd fmla="val 16667" name="adj"/>
            </a:avLst>
          </a:prstGeom>
          <a:solidFill>
            <a:srgbClr val="153245"/>
          </a:solidFill>
          <a:ln>
            <a:noFill/>
          </a:ln>
        </p:spPr>
        <p:txBody>
          <a:bodyPr anchorCtr="0" anchor="b" bIns="53675" lIns="90900" spcFirstLastPara="1" rIns="90900" wrap="square" tIns="715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3"/>
              <a:buFont typeface="Arial"/>
              <a:buNone/>
            </a:pPr>
            <a:r>
              <a:rPr b="1" i="0" lang="es" sz="994" u="none" cap="none" strike="noStrike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rPr>
              <a:t>Mail</a:t>
            </a:r>
            <a:endParaRPr b="1" i="0" sz="994" u="none" cap="none" strike="noStrike"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722" name="Google Shape;722;p35"/>
          <p:cNvSpPr/>
          <p:nvPr/>
        </p:nvSpPr>
        <p:spPr>
          <a:xfrm>
            <a:off x="1719220" y="1348026"/>
            <a:ext cx="1602396" cy="964602"/>
          </a:xfrm>
          <a:prstGeom prst="flowChartDocument">
            <a:avLst/>
          </a:prstGeom>
          <a:solidFill>
            <a:srgbClr val="93C47D"/>
          </a:solidFill>
          <a:ln>
            <a:noFill/>
          </a:ln>
        </p:spPr>
        <p:txBody>
          <a:bodyPr anchorCtr="0" anchor="ctr" bIns="90900" lIns="90900" spcFirstLastPara="1" rIns="90900" wrap="square" tIns="909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95"/>
              <a:buFont typeface="Arial"/>
              <a:buNone/>
            </a:pPr>
            <a:r>
              <a:rPr b="1" i="0" lang="es" sz="895" u="none" cap="none" strike="noStrik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Mails enviados</a:t>
            </a:r>
            <a:endParaRPr b="1" i="0" sz="895" u="none" cap="none" strike="noStrike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87"/>
              <a:buFont typeface="Arial"/>
              <a:buNone/>
            </a:pPr>
            <a:r>
              <a:rPr b="0" i="0" lang="es" sz="1988" u="none" cap="none" strike="noStrike">
                <a:solidFill>
                  <a:srgbClr val="153244"/>
                </a:solidFill>
                <a:latin typeface="Archivo Black"/>
                <a:ea typeface="Archivo Black"/>
                <a:cs typeface="Archivo Black"/>
                <a:sym typeface="Archivo Black"/>
              </a:rPr>
              <a:t>{{m2_mails_enviados}}</a:t>
            </a:r>
            <a:endParaRPr b="0" i="0" sz="1988" u="none" cap="none" strike="noStrike">
              <a:solidFill>
                <a:srgbClr val="153244"/>
              </a:solidFill>
              <a:latin typeface="Archivo Black"/>
              <a:ea typeface="Archivo Black"/>
              <a:cs typeface="Archivo Black"/>
              <a:sym typeface="Archivo Black"/>
            </a:endParaRPr>
          </a:p>
        </p:txBody>
      </p:sp>
      <p:grpSp>
        <p:nvGrpSpPr>
          <p:cNvPr id="723" name="Google Shape;723;p35"/>
          <p:cNvGrpSpPr/>
          <p:nvPr/>
        </p:nvGrpSpPr>
        <p:grpSpPr>
          <a:xfrm>
            <a:off x="1771755" y="2343216"/>
            <a:ext cx="156463" cy="107009"/>
            <a:chOff x="11542348" y="3083222"/>
            <a:chExt cx="361681" cy="274876"/>
          </a:xfrm>
        </p:grpSpPr>
        <p:sp>
          <p:nvSpPr>
            <p:cNvPr id="724" name="Google Shape;724;p35"/>
            <p:cNvSpPr/>
            <p:nvPr/>
          </p:nvSpPr>
          <p:spPr>
            <a:xfrm>
              <a:off x="11545963" y="3083222"/>
              <a:ext cx="354449" cy="169989"/>
            </a:xfrm>
            <a:custGeom>
              <a:rect b="b" l="l" r="r" t="t"/>
              <a:pathLst>
                <a:path extrusionOk="0" h="298" w="635">
                  <a:moveTo>
                    <a:pt x="298" y="290"/>
                  </a:moveTo>
                  <a:cubicBezTo>
                    <a:pt x="304" y="295"/>
                    <a:pt x="311" y="298"/>
                    <a:pt x="318" y="298"/>
                  </a:cubicBezTo>
                  <a:cubicBezTo>
                    <a:pt x="325" y="298"/>
                    <a:pt x="331" y="295"/>
                    <a:pt x="337" y="290"/>
                  </a:cubicBezTo>
                  <a:cubicBezTo>
                    <a:pt x="383" y="248"/>
                    <a:pt x="540" y="115"/>
                    <a:pt x="629" y="40"/>
                  </a:cubicBezTo>
                  <a:cubicBezTo>
                    <a:pt x="635" y="35"/>
                    <a:pt x="635" y="27"/>
                    <a:pt x="631" y="21"/>
                  </a:cubicBezTo>
                  <a:cubicBezTo>
                    <a:pt x="620" y="8"/>
                    <a:pt x="605" y="0"/>
                    <a:pt x="588" y="0"/>
                  </a:cubicBezTo>
                  <a:lnTo>
                    <a:pt x="47" y="0"/>
                  </a:lnTo>
                  <a:cubicBezTo>
                    <a:pt x="30" y="0"/>
                    <a:pt x="15" y="8"/>
                    <a:pt x="4" y="21"/>
                  </a:cubicBezTo>
                  <a:cubicBezTo>
                    <a:pt x="0" y="27"/>
                    <a:pt x="1" y="35"/>
                    <a:pt x="6" y="40"/>
                  </a:cubicBezTo>
                  <a:cubicBezTo>
                    <a:pt x="96" y="115"/>
                    <a:pt x="252" y="248"/>
                    <a:pt x="298" y="290"/>
                  </a:cubicBez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5900" lIns="11750" spcFirstLastPara="1" rIns="11750" wrap="square" tIns="5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6"/>
                <a:buFont typeface="Arial"/>
                <a:buNone/>
              </a:pPr>
              <a:r>
                <a:t/>
              </a:r>
              <a:endParaRPr b="0" i="0" sz="206" u="none" cap="none" strike="noStrike">
                <a:solidFill>
                  <a:srgbClr val="000000"/>
                </a:solidFill>
                <a:latin typeface="Nunito Medium"/>
                <a:ea typeface="Nunito Medium"/>
                <a:cs typeface="Nunito Medium"/>
                <a:sym typeface="Nunito Medium"/>
              </a:endParaRPr>
            </a:p>
          </p:txBody>
        </p:sp>
        <p:sp>
          <p:nvSpPr>
            <p:cNvPr id="725" name="Google Shape;725;p35"/>
            <p:cNvSpPr/>
            <p:nvPr/>
          </p:nvSpPr>
          <p:spPr>
            <a:xfrm>
              <a:off x="11542348" y="3159174"/>
              <a:ext cx="361681" cy="198924"/>
            </a:xfrm>
            <a:custGeom>
              <a:rect b="b" l="l" r="r" t="t"/>
              <a:pathLst>
                <a:path extrusionOk="0" h="358" w="650">
                  <a:moveTo>
                    <a:pt x="642" y="3"/>
                  </a:moveTo>
                  <a:cubicBezTo>
                    <a:pt x="637" y="0"/>
                    <a:pt x="631" y="1"/>
                    <a:pt x="627" y="5"/>
                  </a:cubicBezTo>
                  <a:cubicBezTo>
                    <a:pt x="528" y="88"/>
                    <a:pt x="402" y="196"/>
                    <a:pt x="362" y="232"/>
                  </a:cubicBezTo>
                  <a:cubicBezTo>
                    <a:pt x="340" y="252"/>
                    <a:pt x="309" y="252"/>
                    <a:pt x="287" y="232"/>
                  </a:cubicBezTo>
                  <a:cubicBezTo>
                    <a:pt x="245" y="194"/>
                    <a:pt x="103" y="73"/>
                    <a:pt x="22" y="5"/>
                  </a:cubicBezTo>
                  <a:cubicBezTo>
                    <a:pt x="18" y="1"/>
                    <a:pt x="12" y="1"/>
                    <a:pt x="8" y="3"/>
                  </a:cubicBezTo>
                  <a:cubicBezTo>
                    <a:pt x="3" y="5"/>
                    <a:pt x="0" y="10"/>
                    <a:pt x="0" y="15"/>
                  </a:cubicBezTo>
                  <a:lnTo>
                    <a:pt x="0" y="304"/>
                  </a:lnTo>
                  <a:cubicBezTo>
                    <a:pt x="0" y="334"/>
                    <a:pt x="24" y="358"/>
                    <a:pt x="54" y="358"/>
                  </a:cubicBezTo>
                  <a:lnTo>
                    <a:pt x="595" y="358"/>
                  </a:lnTo>
                  <a:cubicBezTo>
                    <a:pt x="625" y="358"/>
                    <a:pt x="650" y="334"/>
                    <a:pt x="650" y="304"/>
                  </a:cubicBezTo>
                  <a:lnTo>
                    <a:pt x="650" y="15"/>
                  </a:lnTo>
                  <a:cubicBezTo>
                    <a:pt x="650" y="10"/>
                    <a:pt x="646" y="5"/>
                    <a:pt x="642" y="3"/>
                  </a:cubicBez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5900" lIns="11750" spcFirstLastPara="1" rIns="11750" wrap="square" tIns="5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6"/>
                <a:buFont typeface="Arial"/>
                <a:buNone/>
              </a:pPr>
              <a:r>
                <a:t/>
              </a:r>
              <a:endParaRPr b="0" i="0" sz="206" u="none" cap="none" strike="noStrike">
                <a:solidFill>
                  <a:srgbClr val="000000"/>
                </a:solidFill>
                <a:latin typeface="Nunito Medium"/>
                <a:ea typeface="Nunito Medium"/>
                <a:cs typeface="Nunito Medium"/>
                <a:sym typeface="Nunito Medium"/>
              </a:endParaRPr>
            </a:p>
          </p:txBody>
        </p:sp>
      </p:grpSp>
      <p:sp>
        <p:nvSpPr>
          <p:cNvPr id="726" name="Google Shape;726;p35"/>
          <p:cNvSpPr/>
          <p:nvPr/>
        </p:nvSpPr>
        <p:spPr>
          <a:xfrm>
            <a:off x="1821571" y="3217135"/>
            <a:ext cx="1398000" cy="506700"/>
          </a:xfrm>
          <a:prstGeom prst="roundRect">
            <a:avLst>
              <a:gd fmla="val 8271" name="adj"/>
            </a:avLst>
          </a:prstGeom>
          <a:solidFill>
            <a:srgbClr val="F1F6FD"/>
          </a:solidFill>
          <a:ln>
            <a:noFill/>
          </a:ln>
        </p:spPr>
        <p:txBody>
          <a:bodyPr anchorCtr="0" anchor="t" bIns="0" lIns="115175" spcFirstLastPara="1" rIns="115175" wrap="square" tIns="294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85"/>
              <a:buFont typeface="Arial"/>
              <a:buNone/>
            </a:pPr>
            <a:r>
              <a:rPr b="1" i="0" lang="es" sz="926" u="none" cap="none" strike="noStrik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{{m2_aperturas}} </a:t>
            </a:r>
            <a:r>
              <a:rPr b="1" i="0" lang="es" sz="994" u="none" cap="none" strike="noStrike">
                <a:solidFill>
                  <a:srgbClr val="6AA84F"/>
                </a:solidFill>
                <a:latin typeface="Archivo"/>
                <a:ea typeface="Archivo"/>
                <a:cs typeface="Archivo"/>
                <a:sym typeface="Archivo"/>
              </a:rPr>
              <a:t>({{m2_or}}%)</a:t>
            </a:r>
            <a:endParaRPr b="1" i="0" sz="994" u="none" cap="none" strike="noStrike">
              <a:solidFill>
                <a:srgbClr val="6AA84F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4"/>
              <a:buFont typeface="Arial"/>
              <a:buNone/>
            </a:pPr>
            <a:r>
              <a:t/>
            </a:r>
            <a:endParaRPr b="1" i="0" sz="994" u="none" cap="none" strike="noStrike">
              <a:solidFill>
                <a:srgbClr val="000000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727" name="Google Shape;727;p35"/>
          <p:cNvSpPr/>
          <p:nvPr/>
        </p:nvSpPr>
        <p:spPr>
          <a:xfrm>
            <a:off x="1821336" y="3217125"/>
            <a:ext cx="1398000" cy="2196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>
            <a:noFill/>
          </a:ln>
        </p:spPr>
        <p:txBody>
          <a:bodyPr anchorCtr="0" anchor="ctr" bIns="115175" lIns="115175" spcFirstLastPara="1" rIns="115175" wrap="square" tIns="1151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95"/>
              <a:buFont typeface="Arial"/>
              <a:buNone/>
            </a:pPr>
            <a:r>
              <a:rPr b="1" i="0" lang="es" sz="895" u="none" cap="none" strike="noStrike">
                <a:solidFill>
                  <a:srgbClr val="000000"/>
                </a:solidFill>
                <a:latin typeface="Archivo"/>
                <a:ea typeface="Archivo"/>
                <a:cs typeface="Archivo"/>
                <a:sym typeface="Archivo"/>
              </a:rPr>
              <a:t>Aperturas (OR)</a:t>
            </a:r>
            <a:endParaRPr b="1" i="0" sz="895" u="none" cap="none" strike="noStrike">
              <a:solidFill>
                <a:srgbClr val="000000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728" name="Google Shape;728;p35"/>
          <p:cNvSpPr/>
          <p:nvPr/>
        </p:nvSpPr>
        <p:spPr>
          <a:xfrm>
            <a:off x="1821818" y="2609109"/>
            <a:ext cx="1398000" cy="506700"/>
          </a:xfrm>
          <a:prstGeom prst="roundRect">
            <a:avLst>
              <a:gd fmla="val 8271" name="adj"/>
            </a:avLst>
          </a:prstGeom>
          <a:solidFill>
            <a:srgbClr val="F1F6FD"/>
          </a:solidFill>
          <a:ln>
            <a:noFill/>
          </a:ln>
        </p:spPr>
        <p:txBody>
          <a:bodyPr anchorCtr="0" anchor="t" bIns="0" lIns="115175" spcFirstLastPara="1" rIns="115175" wrap="square" tIns="294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85"/>
              <a:buFont typeface="Arial"/>
              <a:buNone/>
            </a:pPr>
            <a:r>
              <a:rPr b="1" i="0" lang="es" sz="994" u="none" cap="none" strike="noStrike">
                <a:solidFill>
                  <a:srgbClr val="000000"/>
                </a:solidFill>
                <a:latin typeface="Archivo"/>
                <a:ea typeface="Archivo"/>
                <a:cs typeface="Archivo"/>
                <a:sym typeface="Archivo"/>
              </a:rPr>
              <a:t>{{m2_mails_entregados}}</a:t>
            </a:r>
            <a:endParaRPr b="1" i="0" sz="994" u="none" cap="none" strike="noStrike">
              <a:solidFill>
                <a:srgbClr val="000000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4"/>
              <a:buFont typeface="Arial"/>
              <a:buNone/>
            </a:pPr>
            <a:r>
              <a:t/>
            </a:r>
            <a:endParaRPr b="1" i="0" sz="994" u="none" cap="none" strike="noStrike">
              <a:solidFill>
                <a:srgbClr val="000000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729" name="Google Shape;729;p35"/>
          <p:cNvSpPr/>
          <p:nvPr/>
        </p:nvSpPr>
        <p:spPr>
          <a:xfrm>
            <a:off x="1821583" y="2609099"/>
            <a:ext cx="1398000" cy="2196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>
            <a:noFill/>
          </a:ln>
        </p:spPr>
        <p:txBody>
          <a:bodyPr anchorCtr="0" anchor="ctr" bIns="115175" lIns="115175" spcFirstLastPara="1" rIns="115175" wrap="square" tIns="1151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95"/>
              <a:buFont typeface="Arial"/>
              <a:buNone/>
            </a:pPr>
            <a:r>
              <a:rPr b="1" i="0" lang="es" sz="895" u="none" cap="none" strike="noStrike">
                <a:solidFill>
                  <a:srgbClr val="000000"/>
                </a:solidFill>
                <a:latin typeface="Archivo"/>
                <a:ea typeface="Archivo"/>
                <a:cs typeface="Archivo"/>
                <a:sym typeface="Archivo"/>
              </a:rPr>
              <a:t>Mails entregados</a:t>
            </a:r>
            <a:endParaRPr b="1" i="0" sz="895" u="none" cap="none" strike="noStrike">
              <a:solidFill>
                <a:srgbClr val="000000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730" name="Google Shape;730;p35"/>
          <p:cNvSpPr/>
          <p:nvPr/>
        </p:nvSpPr>
        <p:spPr>
          <a:xfrm>
            <a:off x="1821448" y="3825183"/>
            <a:ext cx="1398000" cy="506700"/>
          </a:xfrm>
          <a:prstGeom prst="roundRect">
            <a:avLst>
              <a:gd fmla="val 8271" name="adj"/>
            </a:avLst>
          </a:prstGeom>
          <a:solidFill>
            <a:srgbClr val="F1F6FD"/>
          </a:solidFill>
          <a:ln>
            <a:noFill/>
          </a:ln>
        </p:spPr>
        <p:txBody>
          <a:bodyPr anchorCtr="0" anchor="t" bIns="0" lIns="115175" spcFirstLastPara="1" rIns="115175" wrap="square" tIns="294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85"/>
              <a:buFont typeface="Arial"/>
              <a:buNone/>
            </a:pPr>
            <a:r>
              <a:rPr b="1" i="0" lang="es" sz="926" u="none" cap="none" strike="noStrik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{{m2_clics}} </a:t>
            </a:r>
            <a:r>
              <a:rPr b="1" i="0" lang="es" sz="994" u="none" cap="none" strike="noStrike">
                <a:solidFill>
                  <a:srgbClr val="6AA84F"/>
                </a:solidFill>
                <a:latin typeface="Archivo"/>
                <a:ea typeface="Archivo"/>
                <a:cs typeface="Archivo"/>
                <a:sym typeface="Archivo"/>
              </a:rPr>
              <a:t>({{m2_ctor}}%)</a:t>
            </a:r>
            <a:endParaRPr b="1" i="0" sz="994" u="none" cap="none" strike="noStrike">
              <a:solidFill>
                <a:srgbClr val="6AA84F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4"/>
              <a:buFont typeface="Arial"/>
              <a:buNone/>
            </a:pPr>
            <a:r>
              <a:t/>
            </a:r>
            <a:endParaRPr b="1" i="0" sz="994" u="none" cap="none" strike="noStrike">
              <a:solidFill>
                <a:srgbClr val="000000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731" name="Google Shape;731;p35"/>
          <p:cNvSpPr/>
          <p:nvPr/>
        </p:nvSpPr>
        <p:spPr>
          <a:xfrm>
            <a:off x="1821213" y="3825172"/>
            <a:ext cx="1398000" cy="2196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>
            <a:noFill/>
          </a:ln>
        </p:spPr>
        <p:txBody>
          <a:bodyPr anchorCtr="0" anchor="ctr" bIns="115175" lIns="115175" spcFirstLastPara="1" rIns="115175" wrap="square" tIns="1151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95"/>
              <a:buFont typeface="Arial"/>
              <a:buNone/>
            </a:pPr>
            <a:r>
              <a:rPr b="1" i="0" lang="es" sz="895" u="none" cap="none" strike="noStrike">
                <a:solidFill>
                  <a:srgbClr val="000000"/>
                </a:solidFill>
                <a:latin typeface="Archivo"/>
                <a:ea typeface="Archivo"/>
                <a:cs typeface="Archivo"/>
                <a:sym typeface="Archivo"/>
              </a:rPr>
              <a:t>Clics (CTOR)</a:t>
            </a:r>
            <a:endParaRPr b="1" i="0" sz="895" u="none" cap="none" strike="noStrike">
              <a:solidFill>
                <a:srgbClr val="000000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grpSp>
        <p:nvGrpSpPr>
          <p:cNvPr id="732" name="Google Shape;732;p35"/>
          <p:cNvGrpSpPr/>
          <p:nvPr/>
        </p:nvGrpSpPr>
        <p:grpSpPr>
          <a:xfrm>
            <a:off x="9159755" y="3462825"/>
            <a:ext cx="69327" cy="73808"/>
            <a:chOff x="2230550" y="1316100"/>
            <a:chExt cx="3151225" cy="3075350"/>
          </a:xfrm>
        </p:grpSpPr>
        <p:sp>
          <p:nvSpPr>
            <p:cNvPr id="733" name="Google Shape;733;p35"/>
            <p:cNvSpPr/>
            <p:nvPr/>
          </p:nvSpPr>
          <p:spPr>
            <a:xfrm>
              <a:off x="2230550" y="1316100"/>
              <a:ext cx="3151225" cy="3075350"/>
            </a:xfrm>
            <a:custGeom>
              <a:rect b="b" l="l" r="r" t="t"/>
              <a:pathLst>
                <a:path extrusionOk="0" h="123014" w="126049">
                  <a:moveTo>
                    <a:pt x="68214" y="6932"/>
                  </a:moveTo>
                  <a:cubicBezTo>
                    <a:pt x="69218" y="6932"/>
                    <a:pt x="70083" y="7211"/>
                    <a:pt x="70083" y="8411"/>
                  </a:cubicBezTo>
                  <a:cubicBezTo>
                    <a:pt x="70111" y="9610"/>
                    <a:pt x="69246" y="9917"/>
                    <a:pt x="68242" y="9945"/>
                  </a:cubicBezTo>
                  <a:lnTo>
                    <a:pt x="57807" y="9945"/>
                  </a:lnTo>
                  <a:cubicBezTo>
                    <a:pt x="56803" y="9917"/>
                    <a:pt x="55938" y="9638"/>
                    <a:pt x="55938" y="8439"/>
                  </a:cubicBezTo>
                  <a:cubicBezTo>
                    <a:pt x="55938" y="7239"/>
                    <a:pt x="56775" y="6932"/>
                    <a:pt x="57807" y="6932"/>
                  </a:cubicBezTo>
                  <a:close/>
                  <a:moveTo>
                    <a:pt x="118683" y="27019"/>
                  </a:moveTo>
                  <a:cubicBezTo>
                    <a:pt x="121696" y="27019"/>
                    <a:pt x="123091" y="28386"/>
                    <a:pt x="123091" y="31372"/>
                  </a:cubicBezTo>
                  <a:cubicBezTo>
                    <a:pt x="123091" y="39044"/>
                    <a:pt x="123091" y="46716"/>
                    <a:pt x="123091" y="54388"/>
                  </a:cubicBezTo>
                  <a:cubicBezTo>
                    <a:pt x="123091" y="57401"/>
                    <a:pt x="121724" y="58796"/>
                    <a:pt x="118711" y="58796"/>
                  </a:cubicBezTo>
                  <a:cubicBezTo>
                    <a:pt x="115028" y="58810"/>
                    <a:pt x="111346" y="58817"/>
                    <a:pt x="107663" y="58817"/>
                  </a:cubicBezTo>
                  <a:cubicBezTo>
                    <a:pt x="103980" y="58817"/>
                    <a:pt x="100298" y="58810"/>
                    <a:pt x="96615" y="58796"/>
                  </a:cubicBezTo>
                  <a:cubicBezTo>
                    <a:pt x="95611" y="58796"/>
                    <a:pt x="94802" y="59020"/>
                    <a:pt x="93965" y="59605"/>
                  </a:cubicBezTo>
                  <a:cubicBezTo>
                    <a:pt x="91203" y="61558"/>
                    <a:pt x="88413" y="63455"/>
                    <a:pt x="85400" y="65520"/>
                  </a:cubicBezTo>
                  <a:cubicBezTo>
                    <a:pt x="85400" y="63734"/>
                    <a:pt x="85428" y="62200"/>
                    <a:pt x="85400" y="60693"/>
                  </a:cubicBezTo>
                  <a:cubicBezTo>
                    <a:pt x="85372" y="59243"/>
                    <a:pt x="84925" y="58852"/>
                    <a:pt x="83502" y="58796"/>
                  </a:cubicBezTo>
                  <a:cubicBezTo>
                    <a:pt x="78704" y="58685"/>
                    <a:pt x="77951" y="57904"/>
                    <a:pt x="77951" y="53077"/>
                  </a:cubicBezTo>
                  <a:cubicBezTo>
                    <a:pt x="77951" y="45851"/>
                    <a:pt x="77951" y="38625"/>
                    <a:pt x="77951" y="31399"/>
                  </a:cubicBezTo>
                  <a:cubicBezTo>
                    <a:pt x="77951" y="28386"/>
                    <a:pt x="79318" y="27019"/>
                    <a:pt x="82331" y="27019"/>
                  </a:cubicBezTo>
                  <a:close/>
                  <a:moveTo>
                    <a:pt x="43579" y="52631"/>
                  </a:moveTo>
                  <a:cubicBezTo>
                    <a:pt x="46759" y="52631"/>
                    <a:pt x="48099" y="53970"/>
                    <a:pt x="48099" y="57150"/>
                  </a:cubicBezTo>
                  <a:cubicBezTo>
                    <a:pt x="48099" y="64795"/>
                    <a:pt x="48099" y="72411"/>
                    <a:pt x="48099" y="80028"/>
                  </a:cubicBezTo>
                  <a:cubicBezTo>
                    <a:pt x="48099" y="83041"/>
                    <a:pt x="46731" y="84408"/>
                    <a:pt x="43718" y="84436"/>
                  </a:cubicBezTo>
                  <a:cubicBezTo>
                    <a:pt x="43514" y="84436"/>
                    <a:pt x="43309" y="84423"/>
                    <a:pt x="43105" y="84423"/>
                  </a:cubicBezTo>
                  <a:cubicBezTo>
                    <a:pt x="43002" y="84423"/>
                    <a:pt x="42900" y="84426"/>
                    <a:pt x="42798" y="84436"/>
                  </a:cubicBezTo>
                  <a:cubicBezTo>
                    <a:pt x="41040" y="84436"/>
                    <a:pt x="40649" y="84826"/>
                    <a:pt x="40649" y="86584"/>
                  </a:cubicBezTo>
                  <a:cubicBezTo>
                    <a:pt x="40649" y="88035"/>
                    <a:pt x="40649" y="89457"/>
                    <a:pt x="40649" y="91159"/>
                  </a:cubicBezTo>
                  <a:cubicBezTo>
                    <a:pt x="37636" y="89095"/>
                    <a:pt x="34846" y="87198"/>
                    <a:pt x="32084" y="85245"/>
                  </a:cubicBezTo>
                  <a:cubicBezTo>
                    <a:pt x="31248" y="84631"/>
                    <a:pt x="30411" y="84408"/>
                    <a:pt x="29406" y="84408"/>
                  </a:cubicBezTo>
                  <a:cubicBezTo>
                    <a:pt x="22097" y="84436"/>
                    <a:pt x="14759" y="84436"/>
                    <a:pt x="7450" y="84436"/>
                  </a:cubicBezTo>
                  <a:cubicBezTo>
                    <a:pt x="4269" y="84436"/>
                    <a:pt x="2958" y="83096"/>
                    <a:pt x="2958" y="79888"/>
                  </a:cubicBezTo>
                  <a:cubicBezTo>
                    <a:pt x="2958" y="72300"/>
                    <a:pt x="2958" y="64711"/>
                    <a:pt x="2958" y="57150"/>
                  </a:cubicBezTo>
                  <a:cubicBezTo>
                    <a:pt x="2958" y="53970"/>
                    <a:pt x="4297" y="52631"/>
                    <a:pt x="7505" y="52631"/>
                  </a:cubicBezTo>
                  <a:close/>
                  <a:moveTo>
                    <a:pt x="95499" y="16836"/>
                  </a:moveTo>
                  <a:cubicBezTo>
                    <a:pt x="96476" y="16836"/>
                    <a:pt x="96894" y="17004"/>
                    <a:pt x="96810" y="18092"/>
                  </a:cubicBezTo>
                  <a:cubicBezTo>
                    <a:pt x="96699" y="19654"/>
                    <a:pt x="96727" y="21244"/>
                    <a:pt x="96810" y="22807"/>
                  </a:cubicBezTo>
                  <a:cubicBezTo>
                    <a:pt x="96864" y="23748"/>
                    <a:pt x="96658" y="24119"/>
                    <a:pt x="95667" y="24119"/>
                  </a:cubicBezTo>
                  <a:cubicBezTo>
                    <a:pt x="95631" y="24119"/>
                    <a:pt x="95593" y="24119"/>
                    <a:pt x="95555" y="24118"/>
                  </a:cubicBezTo>
                  <a:cubicBezTo>
                    <a:pt x="93309" y="24076"/>
                    <a:pt x="91063" y="24062"/>
                    <a:pt x="88817" y="24062"/>
                  </a:cubicBezTo>
                  <a:cubicBezTo>
                    <a:pt x="86571" y="24062"/>
                    <a:pt x="84326" y="24076"/>
                    <a:pt x="82080" y="24090"/>
                  </a:cubicBezTo>
                  <a:cubicBezTo>
                    <a:pt x="77672" y="24090"/>
                    <a:pt x="75021" y="26740"/>
                    <a:pt x="75021" y="31176"/>
                  </a:cubicBezTo>
                  <a:cubicBezTo>
                    <a:pt x="75021" y="39016"/>
                    <a:pt x="75021" y="46856"/>
                    <a:pt x="75021" y="54695"/>
                  </a:cubicBezTo>
                  <a:cubicBezTo>
                    <a:pt x="75021" y="58852"/>
                    <a:pt x="77476" y="61475"/>
                    <a:pt x="81633" y="61726"/>
                  </a:cubicBezTo>
                  <a:cubicBezTo>
                    <a:pt x="82414" y="61754"/>
                    <a:pt x="82442" y="62088"/>
                    <a:pt x="82442" y="62646"/>
                  </a:cubicBezTo>
                  <a:cubicBezTo>
                    <a:pt x="82414" y="64265"/>
                    <a:pt x="82414" y="65883"/>
                    <a:pt x="82414" y="67501"/>
                  </a:cubicBezTo>
                  <a:cubicBezTo>
                    <a:pt x="82414" y="68338"/>
                    <a:pt x="82359" y="69175"/>
                    <a:pt x="83279" y="69649"/>
                  </a:cubicBezTo>
                  <a:cubicBezTo>
                    <a:pt x="83513" y="69777"/>
                    <a:pt x="83728" y="69830"/>
                    <a:pt x="83931" y="69830"/>
                  </a:cubicBezTo>
                  <a:cubicBezTo>
                    <a:pt x="84478" y="69830"/>
                    <a:pt x="84931" y="69445"/>
                    <a:pt x="85400" y="69119"/>
                  </a:cubicBezTo>
                  <a:cubicBezTo>
                    <a:pt x="88720" y="66831"/>
                    <a:pt x="92068" y="64516"/>
                    <a:pt x="95387" y="62228"/>
                  </a:cubicBezTo>
                  <a:cubicBezTo>
                    <a:pt x="95682" y="62024"/>
                    <a:pt x="95958" y="61729"/>
                    <a:pt x="96305" y="61729"/>
                  </a:cubicBezTo>
                  <a:cubicBezTo>
                    <a:pt x="96385" y="61729"/>
                    <a:pt x="96470" y="61745"/>
                    <a:pt x="96559" y="61782"/>
                  </a:cubicBezTo>
                  <a:cubicBezTo>
                    <a:pt x="97061" y="62033"/>
                    <a:pt x="96782" y="62563"/>
                    <a:pt x="96782" y="62953"/>
                  </a:cubicBezTo>
                  <a:cubicBezTo>
                    <a:pt x="96782" y="76931"/>
                    <a:pt x="96782" y="90936"/>
                    <a:pt x="96810" y="104914"/>
                  </a:cubicBezTo>
                  <a:cubicBezTo>
                    <a:pt x="96810" y="105974"/>
                    <a:pt x="96476" y="106169"/>
                    <a:pt x="95499" y="106169"/>
                  </a:cubicBezTo>
                  <a:cubicBezTo>
                    <a:pt x="84674" y="106155"/>
                    <a:pt x="73849" y="106148"/>
                    <a:pt x="63025" y="106148"/>
                  </a:cubicBezTo>
                  <a:cubicBezTo>
                    <a:pt x="52200" y="106148"/>
                    <a:pt x="41375" y="106155"/>
                    <a:pt x="30550" y="106169"/>
                  </a:cubicBezTo>
                  <a:cubicBezTo>
                    <a:pt x="29546" y="106169"/>
                    <a:pt x="29211" y="105974"/>
                    <a:pt x="29239" y="104886"/>
                  </a:cubicBezTo>
                  <a:cubicBezTo>
                    <a:pt x="29295" y="99445"/>
                    <a:pt x="29267" y="94005"/>
                    <a:pt x="29267" y="88565"/>
                  </a:cubicBezTo>
                  <a:cubicBezTo>
                    <a:pt x="29267" y="88174"/>
                    <a:pt x="28988" y="87644"/>
                    <a:pt x="29518" y="87421"/>
                  </a:cubicBezTo>
                  <a:cubicBezTo>
                    <a:pt x="29607" y="87384"/>
                    <a:pt x="29692" y="87368"/>
                    <a:pt x="29772" y="87368"/>
                  </a:cubicBezTo>
                  <a:cubicBezTo>
                    <a:pt x="30119" y="87368"/>
                    <a:pt x="30395" y="87663"/>
                    <a:pt x="30690" y="87867"/>
                  </a:cubicBezTo>
                  <a:cubicBezTo>
                    <a:pt x="34037" y="90183"/>
                    <a:pt x="37413" y="92526"/>
                    <a:pt x="40761" y="94842"/>
                  </a:cubicBezTo>
                  <a:cubicBezTo>
                    <a:pt x="41200" y="95141"/>
                    <a:pt x="41638" y="95468"/>
                    <a:pt x="42148" y="95468"/>
                  </a:cubicBezTo>
                  <a:cubicBezTo>
                    <a:pt x="42351" y="95468"/>
                    <a:pt x="42567" y="95416"/>
                    <a:pt x="42798" y="95288"/>
                  </a:cubicBezTo>
                  <a:cubicBezTo>
                    <a:pt x="43579" y="94842"/>
                    <a:pt x="43635" y="94144"/>
                    <a:pt x="43635" y="93363"/>
                  </a:cubicBezTo>
                  <a:cubicBezTo>
                    <a:pt x="43635" y="91661"/>
                    <a:pt x="43635" y="89988"/>
                    <a:pt x="43635" y="88286"/>
                  </a:cubicBezTo>
                  <a:cubicBezTo>
                    <a:pt x="43607" y="87672"/>
                    <a:pt x="43663" y="87393"/>
                    <a:pt x="44444" y="87337"/>
                  </a:cubicBezTo>
                  <a:cubicBezTo>
                    <a:pt x="48573" y="87114"/>
                    <a:pt x="51028" y="84464"/>
                    <a:pt x="51028" y="80307"/>
                  </a:cubicBezTo>
                  <a:cubicBezTo>
                    <a:pt x="51028" y="72467"/>
                    <a:pt x="51028" y="64627"/>
                    <a:pt x="51028" y="56788"/>
                  </a:cubicBezTo>
                  <a:cubicBezTo>
                    <a:pt x="51028" y="52407"/>
                    <a:pt x="48350" y="49729"/>
                    <a:pt x="43942" y="49729"/>
                  </a:cubicBezTo>
                  <a:cubicBezTo>
                    <a:pt x="41682" y="49715"/>
                    <a:pt x="39415" y="49708"/>
                    <a:pt x="37148" y="49708"/>
                  </a:cubicBezTo>
                  <a:cubicBezTo>
                    <a:pt x="34881" y="49708"/>
                    <a:pt x="32615" y="49715"/>
                    <a:pt x="30355" y="49729"/>
                  </a:cubicBezTo>
                  <a:cubicBezTo>
                    <a:pt x="29546" y="49729"/>
                    <a:pt x="29239" y="49590"/>
                    <a:pt x="29239" y="48697"/>
                  </a:cubicBezTo>
                  <a:cubicBezTo>
                    <a:pt x="29267" y="38458"/>
                    <a:pt x="29267" y="28219"/>
                    <a:pt x="29239" y="17980"/>
                  </a:cubicBezTo>
                  <a:cubicBezTo>
                    <a:pt x="29239" y="17031"/>
                    <a:pt x="29518" y="16836"/>
                    <a:pt x="30411" y="16836"/>
                  </a:cubicBezTo>
                  <a:cubicBezTo>
                    <a:pt x="41291" y="16864"/>
                    <a:pt x="52200" y="16864"/>
                    <a:pt x="63080" y="16864"/>
                  </a:cubicBezTo>
                  <a:cubicBezTo>
                    <a:pt x="68479" y="16864"/>
                    <a:pt x="73884" y="16871"/>
                    <a:pt x="79290" y="16871"/>
                  </a:cubicBezTo>
                  <a:cubicBezTo>
                    <a:pt x="84695" y="16871"/>
                    <a:pt x="90101" y="16864"/>
                    <a:pt x="95499" y="16836"/>
                  </a:cubicBezTo>
                  <a:close/>
                  <a:moveTo>
                    <a:pt x="55602" y="113254"/>
                  </a:moveTo>
                  <a:cubicBezTo>
                    <a:pt x="55649" y="113254"/>
                    <a:pt x="55696" y="113254"/>
                    <a:pt x="55743" y="113255"/>
                  </a:cubicBezTo>
                  <a:cubicBezTo>
                    <a:pt x="56561" y="113265"/>
                    <a:pt x="57383" y="113268"/>
                    <a:pt x="58206" y="113268"/>
                  </a:cubicBezTo>
                  <a:cubicBezTo>
                    <a:pt x="59853" y="113268"/>
                    <a:pt x="61509" y="113255"/>
                    <a:pt x="63164" y="113255"/>
                  </a:cubicBezTo>
                  <a:lnTo>
                    <a:pt x="70334" y="113255"/>
                  </a:lnTo>
                  <a:cubicBezTo>
                    <a:pt x="71645" y="113283"/>
                    <a:pt x="72427" y="113813"/>
                    <a:pt x="72343" y="114762"/>
                  </a:cubicBezTo>
                  <a:cubicBezTo>
                    <a:pt x="72259" y="115989"/>
                    <a:pt x="71366" y="116213"/>
                    <a:pt x="70306" y="116213"/>
                  </a:cubicBezTo>
                  <a:lnTo>
                    <a:pt x="55715" y="116213"/>
                  </a:lnTo>
                  <a:cubicBezTo>
                    <a:pt x="54376" y="116213"/>
                    <a:pt x="53595" y="115655"/>
                    <a:pt x="53678" y="114734"/>
                  </a:cubicBezTo>
                  <a:cubicBezTo>
                    <a:pt x="53785" y="113560"/>
                    <a:pt x="54581" y="113254"/>
                    <a:pt x="55602" y="113254"/>
                  </a:cubicBezTo>
                  <a:close/>
                  <a:moveTo>
                    <a:pt x="81689" y="1"/>
                  </a:moveTo>
                  <a:cubicBezTo>
                    <a:pt x="75477" y="1"/>
                    <a:pt x="69265" y="13"/>
                    <a:pt x="63052" y="13"/>
                  </a:cubicBezTo>
                  <a:lnTo>
                    <a:pt x="35460" y="13"/>
                  </a:lnTo>
                  <a:cubicBezTo>
                    <a:pt x="34010" y="13"/>
                    <a:pt x="32587" y="69"/>
                    <a:pt x="31192" y="459"/>
                  </a:cubicBezTo>
                  <a:cubicBezTo>
                    <a:pt x="25389" y="2133"/>
                    <a:pt x="21818" y="7099"/>
                    <a:pt x="21790" y="13516"/>
                  </a:cubicBezTo>
                  <a:cubicBezTo>
                    <a:pt x="21790" y="25122"/>
                    <a:pt x="21790" y="36700"/>
                    <a:pt x="21818" y="48306"/>
                  </a:cubicBezTo>
                  <a:cubicBezTo>
                    <a:pt x="21818" y="49358"/>
                    <a:pt x="21661" y="49758"/>
                    <a:pt x="20566" y="49758"/>
                  </a:cubicBezTo>
                  <a:cubicBezTo>
                    <a:pt x="20529" y="49758"/>
                    <a:pt x="20490" y="49758"/>
                    <a:pt x="20451" y="49757"/>
                  </a:cubicBezTo>
                  <a:cubicBezTo>
                    <a:pt x="18205" y="49715"/>
                    <a:pt x="15959" y="49701"/>
                    <a:pt x="13713" y="49701"/>
                  </a:cubicBezTo>
                  <a:cubicBezTo>
                    <a:pt x="11467" y="49701"/>
                    <a:pt x="9221" y="49715"/>
                    <a:pt x="6975" y="49729"/>
                  </a:cubicBezTo>
                  <a:cubicBezTo>
                    <a:pt x="2763" y="49729"/>
                    <a:pt x="28" y="52491"/>
                    <a:pt x="28" y="56676"/>
                  </a:cubicBezTo>
                  <a:cubicBezTo>
                    <a:pt x="1" y="64544"/>
                    <a:pt x="1" y="72439"/>
                    <a:pt x="28" y="80334"/>
                  </a:cubicBezTo>
                  <a:cubicBezTo>
                    <a:pt x="28" y="84603"/>
                    <a:pt x="2763" y="87365"/>
                    <a:pt x="7031" y="87365"/>
                  </a:cubicBezTo>
                  <a:cubicBezTo>
                    <a:pt x="9641" y="87381"/>
                    <a:pt x="12259" y="87397"/>
                    <a:pt x="14877" y="87397"/>
                  </a:cubicBezTo>
                  <a:cubicBezTo>
                    <a:pt x="16793" y="87397"/>
                    <a:pt x="18708" y="87389"/>
                    <a:pt x="20618" y="87365"/>
                  </a:cubicBezTo>
                  <a:cubicBezTo>
                    <a:pt x="20662" y="87364"/>
                    <a:pt x="20705" y="87363"/>
                    <a:pt x="20747" y="87363"/>
                  </a:cubicBezTo>
                  <a:cubicBezTo>
                    <a:pt x="21642" y="87363"/>
                    <a:pt x="21844" y="87658"/>
                    <a:pt x="21818" y="88565"/>
                  </a:cubicBezTo>
                  <a:cubicBezTo>
                    <a:pt x="21790" y="95456"/>
                    <a:pt x="21818" y="102347"/>
                    <a:pt x="21818" y="109210"/>
                  </a:cubicBezTo>
                  <a:cubicBezTo>
                    <a:pt x="21818" y="110438"/>
                    <a:pt x="21846" y="111665"/>
                    <a:pt x="22125" y="112865"/>
                  </a:cubicBezTo>
                  <a:cubicBezTo>
                    <a:pt x="23547" y="119058"/>
                    <a:pt x="28513" y="122992"/>
                    <a:pt x="35070" y="122992"/>
                  </a:cubicBezTo>
                  <a:cubicBezTo>
                    <a:pt x="44374" y="123006"/>
                    <a:pt x="53678" y="123013"/>
                    <a:pt x="62983" y="123013"/>
                  </a:cubicBezTo>
                  <a:cubicBezTo>
                    <a:pt x="72287" y="123013"/>
                    <a:pt x="81591" y="123006"/>
                    <a:pt x="90896" y="122992"/>
                  </a:cubicBezTo>
                  <a:cubicBezTo>
                    <a:pt x="91816" y="122992"/>
                    <a:pt x="92737" y="122964"/>
                    <a:pt x="93630" y="122797"/>
                  </a:cubicBezTo>
                  <a:cubicBezTo>
                    <a:pt x="100075" y="121597"/>
                    <a:pt x="104259" y="116408"/>
                    <a:pt x="104259" y="109573"/>
                  </a:cubicBezTo>
                  <a:cubicBezTo>
                    <a:pt x="104287" y="94089"/>
                    <a:pt x="104287" y="78633"/>
                    <a:pt x="104232" y="63177"/>
                  </a:cubicBezTo>
                  <a:cubicBezTo>
                    <a:pt x="104232" y="61986"/>
                    <a:pt x="104583" y="61724"/>
                    <a:pt x="105572" y="61724"/>
                  </a:cubicBezTo>
                  <a:cubicBezTo>
                    <a:pt x="105625" y="61724"/>
                    <a:pt x="105681" y="61724"/>
                    <a:pt x="105738" y="61726"/>
                  </a:cubicBezTo>
                  <a:cubicBezTo>
                    <a:pt x="107956" y="61754"/>
                    <a:pt x="110181" y="61761"/>
                    <a:pt x="112406" y="61761"/>
                  </a:cubicBezTo>
                  <a:cubicBezTo>
                    <a:pt x="114631" y="61761"/>
                    <a:pt x="116856" y="61754"/>
                    <a:pt x="119074" y="61754"/>
                  </a:cubicBezTo>
                  <a:cubicBezTo>
                    <a:pt x="123259" y="61726"/>
                    <a:pt x="126021" y="58936"/>
                    <a:pt x="126049" y="54751"/>
                  </a:cubicBezTo>
                  <a:cubicBezTo>
                    <a:pt x="126049" y="46883"/>
                    <a:pt x="126049" y="38988"/>
                    <a:pt x="126021" y="31093"/>
                  </a:cubicBezTo>
                  <a:cubicBezTo>
                    <a:pt x="126021" y="26824"/>
                    <a:pt x="123314" y="24090"/>
                    <a:pt x="119018" y="24090"/>
                  </a:cubicBezTo>
                  <a:cubicBezTo>
                    <a:pt x="117134" y="24078"/>
                    <a:pt x="115255" y="24072"/>
                    <a:pt x="113377" y="24072"/>
                  </a:cubicBezTo>
                  <a:cubicBezTo>
                    <a:pt x="110721" y="24072"/>
                    <a:pt x="108067" y="24085"/>
                    <a:pt x="105403" y="24118"/>
                  </a:cubicBezTo>
                  <a:cubicBezTo>
                    <a:pt x="104510" y="24118"/>
                    <a:pt x="104232" y="23922"/>
                    <a:pt x="104232" y="22974"/>
                  </a:cubicBezTo>
                  <a:cubicBezTo>
                    <a:pt x="104315" y="20491"/>
                    <a:pt x="104259" y="18008"/>
                    <a:pt x="104259" y="15525"/>
                  </a:cubicBezTo>
                  <a:cubicBezTo>
                    <a:pt x="104259" y="13684"/>
                    <a:pt x="104343" y="11842"/>
                    <a:pt x="103925" y="10057"/>
                  </a:cubicBezTo>
                  <a:cubicBezTo>
                    <a:pt x="102474" y="3919"/>
                    <a:pt x="97508" y="41"/>
                    <a:pt x="91007" y="13"/>
                  </a:cubicBezTo>
                  <a:cubicBezTo>
                    <a:pt x="87901" y="4"/>
                    <a:pt x="84795" y="1"/>
                    <a:pt x="8168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19450" lIns="19450" spcFirstLastPara="1" rIns="19450" wrap="square" tIns="194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4" name="Google Shape;734;p35"/>
            <p:cNvSpPr/>
            <p:nvPr/>
          </p:nvSpPr>
          <p:spPr>
            <a:xfrm>
              <a:off x="2502575" y="2992975"/>
              <a:ext cx="733075" cy="75000"/>
            </a:xfrm>
            <a:custGeom>
              <a:rect b="b" l="l" r="r" t="t"/>
              <a:pathLst>
                <a:path extrusionOk="0" h="3000" w="29323">
                  <a:moveTo>
                    <a:pt x="1831" y="0"/>
                  </a:moveTo>
                  <a:cubicBezTo>
                    <a:pt x="1653" y="0"/>
                    <a:pt x="1479" y="7"/>
                    <a:pt x="1311" y="35"/>
                  </a:cubicBezTo>
                  <a:cubicBezTo>
                    <a:pt x="530" y="175"/>
                    <a:pt x="56" y="621"/>
                    <a:pt x="28" y="1430"/>
                  </a:cubicBezTo>
                  <a:cubicBezTo>
                    <a:pt x="0" y="2295"/>
                    <a:pt x="502" y="2797"/>
                    <a:pt x="1339" y="2965"/>
                  </a:cubicBezTo>
                  <a:cubicBezTo>
                    <a:pt x="1521" y="2993"/>
                    <a:pt x="1716" y="3000"/>
                    <a:pt x="1915" y="3000"/>
                  </a:cubicBezTo>
                  <a:cubicBezTo>
                    <a:pt x="2114" y="3000"/>
                    <a:pt x="2316" y="2993"/>
                    <a:pt x="2511" y="2993"/>
                  </a:cubicBezTo>
                  <a:lnTo>
                    <a:pt x="26811" y="2993"/>
                  </a:lnTo>
                  <a:cubicBezTo>
                    <a:pt x="27006" y="2993"/>
                    <a:pt x="27202" y="3000"/>
                    <a:pt x="27397" y="3000"/>
                  </a:cubicBezTo>
                  <a:cubicBezTo>
                    <a:pt x="27592" y="3000"/>
                    <a:pt x="27788" y="2993"/>
                    <a:pt x="27983" y="2965"/>
                  </a:cubicBezTo>
                  <a:cubicBezTo>
                    <a:pt x="28820" y="2797"/>
                    <a:pt x="29322" y="2267"/>
                    <a:pt x="29294" y="1430"/>
                  </a:cubicBezTo>
                  <a:cubicBezTo>
                    <a:pt x="29266" y="649"/>
                    <a:pt x="28764" y="147"/>
                    <a:pt x="27983" y="35"/>
                  </a:cubicBezTo>
                  <a:cubicBezTo>
                    <a:pt x="27802" y="7"/>
                    <a:pt x="27627" y="0"/>
                    <a:pt x="27453" y="0"/>
                  </a:cubicBezTo>
                  <a:cubicBezTo>
                    <a:pt x="27279" y="0"/>
                    <a:pt x="27104" y="7"/>
                    <a:pt x="26923" y="7"/>
                  </a:cubicBezTo>
                  <a:lnTo>
                    <a:pt x="2372" y="7"/>
                  </a:lnTo>
                  <a:cubicBezTo>
                    <a:pt x="2190" y="7"/>
                    <a:pt x="2009" y="0"/>
                    <a:pt x="183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19450" lIns="19450" spcFirstLastPara="1" rIns="19450" wrap="square" tIns="194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5" name="Google Shape;735;p35"/>
            <p:cNvSpPr/>
            <p:nvPr/>
          </p:nvSpPr>
          <p:spPr>
            <a:xfrm>
              <a:off x="2502575" y="2780425"/>
              <a:ext cx="735150" cy="73250"/>
            </a:xfrm>
            <a:custGeom>
              <a:rect b="b" l="l" r="r" t="t"/>
              <a:pathLst>
                <a:path extrusionOk="0" h="2930" w="29406">
                  <a:moveTo>
                    <a:pt x="1730" y="0"/>
                  </a:moveTo>
                  <a:cubicBezTo>
                    <a:pt x="670" y="0"/>
                    <a:pt x="0" y="447"/>
                    <a:pt x="28" y="1535"/>
                  </a:cubicBezTo>
                  <a:cubicBezTo>
                    <a:pt x="84" y="2595"/>
                    <a:pt x="837" y="2930"/>
                    <a:pt x="1842" y="2930"/>
                  </a:cubicBezTo>
                  <a:lnTo>
                    <a:pt x="27453" y="2930"/>
                  </a:lnTo>
                  <a:cubicBezTo>
                    <a:pt x="28653" y="2930"/>
                    <a:pt x="29406" y="2316"/>
                    <a:pt x="29294" y="1395"/>
                  </a:cubicBezTo>
                  <a:cubicBezTo>
                    <a:pt x="29183" y="251"/>
                    <a:pt x="28374" y="0"/>
                    <a:pt x="27341" y="0"/>
                  </a:cubicBezTo>
                  <a:cubicBezTo>
                    <a:pt x="25267" y="9"/>
                    <a:pt x="23191" y="13"/>
                    <a:pt x="21113" y="13"/>
                  </a:cubicBezTo>
                  <a:cubicBezTo>
                    <a:pt x="16957" y="13"/>
                    <a:pt x="12797" y="0"/>
                    <a:pt x="8649" y="0"/>
                  </a:cubicBezTo>
                  <a:cubicBezTo>
                    <a:pt x="7105" y="0"/>
                    <a:pt x="5561" y="13"/>
                    <a:pt x="4026" y="13"/>
                  </a:cubicBezTo>
                  <a:cubicBezTo>
                    <a:pt x="3258" y="13"/>
                    <a:pt x="2492" y="9"/>
                    <a:pt x="173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19450" lIns="19450" spcFirstLastPara="1" rIns="19450" wrap="square" tIns="194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6" name="Google Shape;736;p35"/>
            <p:cNvSpPr/>
            <p:nvPr/>
          </p:nvSpPr>
          <p:spPr>
            <a:xfrm>
              <a:off x="2501175" y="3206575"/>
              <a:ext cx="435950" cy="73950"/>
            </a:xfrm>
            <a:custGeom>
              <a:rect b="b" l="l" r="r" t="t"/>
              <a:pathLst>
                <a:path extrusionOk="0" h="2958" w="17438">
                  <a:moveTo>
                    <a:pt x="2009" y="0"/>
                  </a:moveTo>
                  <a:cubicBezTo>
                    <a:pt x="949" y="0"/>
                    <a:pt x="168" y="279"/>
                    <a:pt x="84" y="1451"/>
                  </a:cubicBezTo>
                  <a:cubicBezTo>
                    <a:pt x="0" y="2428"/>
                    <a:pt x="698" y="2930"/>
                    <a:pt x="2065" y="2930"/>
                  </a:cubicBezTo>
                  <a:cubicBezTo>
                    <a:pt x="2809" y="2939"/>
                    <a:pt x="3550" y="2942"/>
                    <a:pt x="4290" y="2942"/>
                  </a:cubicBezTo>
                  <a:cubicBezTo>
                    <a:pt x="5769" y="2942"/>
                    <a:pt x="7245" y="2930"/>
                    <a:pt x="8733" y="2930"/>
                  </a:cubicBezTo>
                  <a:cubicBezTo>
                    <a:pt x="11021" y="2930"/>
                    <a:pt x="13336" y="2930"/>
                    <a:pt x="15652" y="2958"/>
                  </a:cubicBezTo>
                  <a:cubicBezTo>
                    <a:pt x="16656" y="2958"/>
                    <a:pt x="17437" y="2651"/>
                    <a:pt x="17437" y="1507"/>
                  </a:cubicBezTo>
                  <a:cubicBezTo>
                    <a:pt x="17437" y="335"/>
                    <a:pt x="16656" y="0"/>
                    <a:pt x="1559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19450" lIns="19450" spcFirstLastPara="1" rIns="19450" wrap="square" tIns="194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7" name="Google Shape;737;p35"/>
            <p:cNvSpPr/>
            <p:nvPr/>
          </p:nvSpPr>
          <p:spPr>
            <a:xfrm>
              <a:off x="4366225" y="2145025"/>
              <a:ext cx="754700" cy="74125"/>
            </a:xfrm>
            <a:custGeom>
              <a:rect b="b" l="l" r="r" t="t"/>
              <a:pathLst>
                <a:path extrusionOk="0" h="2965" w="30188">
                  <a:moveTo>
                    <a:pt x="2316" y="0"/>
                  </a:moveTo>
                  <a:cubicBezTo>
                    <a:pt x="1981" y="0"/>
                    <a:pt x="1619" y="0"/>
                    <a:pt x="1284" y="56"/>
                  </a:cubicBezTo>
                  <a:cubicBezTo>
                    <a:pt x="531" y="140"/>
                    <a:pt x="140" y="586"/>
                    <a:pt x="56" y="1339"/>
                  </a:cubicBezTo>
                  <a:cubicBezTo>
                    <a:pt x="1" y="2176"/>
                    <a:pt x="447" y="2678"/>
                    <a:pt x="1200" y="2874"/>
                  </a:cubicBezTo>
                  <a:cubicBezTo>
                    <a:pt x="1442" y="2948"/>
                    <a:pt x="1696" y="2960"/>
                    <a:pt x="1954" y="2960"/>
                  </a:cubicBezTo>
                  <a:cubicBezTo>
                    <a:pt x="2084" y="2960"/>
                    <a:pt x="2214" y="2957"/>
                    <a:pt x="2344" y="2957"/>
                  </a:cubicBezTo>
                  <a:lnTo>
                    <a:pt x="27676" y="2957"/>
                  </a:lnTo>
                  <a:cubicBezTo>
                    <a:pt x="27844" y="2957"/>
                    <a:pt x="28018" y="2964"/>
                    <a:pt x="28193" y="2964"/>
                  </a:cubicBezTo>
                  <a:cubicBezTo>
                    <a:pt x="28367" y="2964"/>
                    <a:pt x="28541" y="2957"/>
                    <a:pt x="28709" y="2929"/>
                  </a:cubicBezTo>
                  <a:cubicBezTo>
                    <a:pt x="29601" y="2818"/>
                    <a:pt x="30187" y="2316"/>
                    <a:pt x="30132" y="1395"/>
                  </a:cubicBezTo>
                  <a:cubicBezTo>
                    <a:pt x="30104" y="530"/>
                    <a:pt x="29546" y="84"/>
                    <a:pt x="2868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19450" lIns="19450" spcFirstLastPara="1" rIns="19450" wrap="square" tIns="194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8" name="Google Shape;738;p35"/>
            <p:cNvSpPr/>
            <p:nvPr/>
          </p:nvSpPr>
          <p:spPr>
            <a:xfrm>
              <a:off x="4367625" y="2350850"/>
              <a:ext cx="753300" cy="74575"/>
            </a:xfrm>
            <a:custGeom>
              <a:rect b="b" l="l" r="r" t="t"/>
              <a:pathLst>
                <a:path extrusionOk="0" h="2983" w="30132">
                  <a:moveTo>
                    <a:pt x="1758" y="0"/>
                  </a:moveTo>
                  <a:cubicBezTo>
                    <a:pt x="1628" y="0"/>
                    <a:pt x="1498" y="7"/>
                    <a:pt x="1367" y="25"/>
                  </a:cubicBezTo>
                  <a:cubicBezTo>
                    <a:pt x="558" y="165"/>
                    <a:pt x="0" y="611"/>
                    <a:pt x="0" y="1504"/>
                  </a:cubicBezTo>
                  <a:cubicBezTo>
                    <a:pt x="28" y="2397"/>
                    <a:pt x="503" y="2871"/>
                    <a:pt x="1367" y="2955"/>
                  </a:cubicBezTo>
                  <a:cubicBezTo>
                    <a:pt x="1702" y="2983"/>
                    <a:pt x="2065" y="2983"/>
                    <a:pt x="2400" y="2983"/>
                  </a:cubicBezTo>
                  <a:lnTo>
                    <a:pt x="27732" y="2983"/>
                  </a:lnTo>
                  <a:cubicBezTo>
                    <a:pt x="28123" y="2983"/>
                    <a:pt x="28513" y="2983"/>
                    <a:pt x="28904" y="2899"/>
                  </a:cubicBezTo>
                  <a:cubicBezTo>
                    <a:pt x="29629" y="2787"/>
                    <a:pt x="30048" y="2285"/>
                    <a:pt x="30076" y="1560"/>
                  </a:cubicBezTo>
                  <a:cubicBezTo>
                    <a:pt x="30131" y="834"/>
                    <a:pt x="29713" y="304"/>
                    <a:pt x="29015" y="109"/>
                  </a:cubicBezTo>
                  <a:cubicBezTo>
                    <a:pt x="28755" y="35"/>
                    <a:pt x="28470" y="22"/>
                    <a:pt x="28176" y="22"/>
                  </a:cubicBezTo>
                  <a:cubicBezTo>
                    <a:pt x="28030" y="22"/>
                    <a:pt x="27881" y="25"/>
                    <a:pt x="27732" y="25"/>
                  </a:cubicBezTo>
                  <a:lnTo>
                    <a:pt x="2539" y="25"/>
                  </a:lnTo>
                  <a:cubicBezTo>
                    <a:pt x="2279" y="25"/>
                    <a:pt x="2018" y="0"/>
                    <a:pt x="175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19450" lIns="19450" spcFirstLastPara="1" rIns="19450" wrap="square" tIns="194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9" name="Google Shape;739;p35"/>
            <p:cNvSpPr/>
            <p:nvPr/>
          </p:nvSpPr>
          <p:spPr>
            <a:xfrm>
              <a:off x="4367625" y="2558625"/>
              <a:ext cx="468700" cy="73300"/>
            </a:xfrm>
            <a:custGeom>
              <a:rect b="b" l="l" r="r" t="t"/>
              <a:pathLst>
                <a:path extrusionOk="0" h="2932" w="18748">
                  <a:moveTo>
                    <a:pt x="1925" y="0"/>
                  </a:moveTo>
                  <a:cubicBezTo>
                    <a:pt x="865" y="0"/>
                    <a:pt x="28" y="251"/>
                    <a:pt x="28" y="1451"/>
                  </a:cubicBezTo>
                  <a:cubicBezTo>
                    <a:pt x="0" y="2651"/>
                    <a:pt x="809" y="2930"/>
                    <a:pt x="1870" y="2930"/>
                  </a:cubicBezTo>
                  <a:lnTo>
                    <a:pt x="16879" y="2930"/>
                  </a:lnTo>
                  <a:cubicBezTo>
                    <a:pt x="16915" y="2931"/>
                    <a:pt x="16951" y="2931"/>
                    <a:pt x="16986" y="2931"/>
                  </a:cubicBezTo>
                  <a:cubicBezTo>
                    <a:pt x="18018" y="2931"/>
                    <a:pt x="18748" y="2529"/>
                    <a:pt x="18721" y="1423"/>
                  </a:cubicBezTo>
                  <a:cubicBezTo>
                    <a:pt x="18693" y="363"/>
                    <a:pt x="17967" y="0"/>
                    <a:pt x="16935" y="0"/>
                  </a:cubicBezTo>
                  <a:cubicBezTo>
                    <a:pt x="14396" y="28"/>
                    <a:pt x="11885" y="28"/>
                    <a:pt x="9347" y="28"/>
                  </a:cubicBezTo>
                  <a:cubicBezTo>
                    <a:pt x="6863" y="28"/>
                    <a:pt x="4408" y="28"/>
                    <a:pt x="192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19450" lIns="19450" spcFirstLastPara="1" rIns="19450" wrap="square" tIns="194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40" name="Google Shape;740;p35"/>
          <p:cNvSpPr txBox="1"/>
          <p:nvPr/>
        </p:nvSpPr>
        <p:spPr>
          <a:xfrm>
            <a:off x="3915900" y="1637130"/>
            <a:ext cx="4350900" cy="3078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794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88DED4"/>
              </a:buClr>
              <a:buSzPts val="800"/>
              <a:buFont typeface="Archivo"/>
              <a:buChar char="●"/>
            </a:pPr>
            <a:r>
              <a:rPr b="0" i="0" lang="es" sz="800" u="none" cap="none" strike="noStrik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{{m2_implementaciones}}</a:t>
            </a:r>
            <a:endParaRPr b="0" i="0" sz="800" u="none" cap="none" strike="noStrike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741" name="Google Shape;741;p35"/>
          <p:cNvSpPr/>
          <p:nvPr/>
        </p:nvSpPr>
        <p:spPr>
          <a:xfrm>
            <a:off x="3915900" y="1354876"/>
            <a:ext cx="4350900" cy="304200"/>
          </a:xfrm>
          <a:prstGeom prst="roundRect">
            <a:avLst>
              <a:gd fmla="val 21289" name="adj"/>
            </a:avLst>
          </a:prstGeom>
          <a:solidFill>
            <a:srgbClr val="8FE1D5"/>
          </a:solidFill>
          <a:ln>
            <a:noFill/>
          </a:ln>
        </p:spPr>
        <p:txBody>
          <a:bodyPr anchorCtr="0" anchor="ctr" bIns="87475" lIns="87475" spcFirstLastPara="1" rIns="87475" wrap="square" tIns="87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40"/>
              <a:buFont typeface="Arial"/>
              <a:buNone/>
            </a:pPr>
            <a:r>
              <a:rPr b="1" i="0" lang="es" sz="1240" u="none" cap="none" strike="noStrik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{{m2_campanias}} Campañas</a:t>
            </a:r>
            <a:endParaRPr b="1" i="0" sz="1240" u="none" cap="none" strike="noStrike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742" name="Google Shape;742;p35"/>
          <p:cNvSpPr/>
          <p:nvPr/>
        </p:nvSpPr>
        <p:spPr>
          <a:xfrm>
            <a:off x="5544599" y="1046184"/>
            <a:ext cx="1093500" cy="253200"/>
          </a:xfrm>
          <a:prstGeom prst="roundRect">
            <a:avLst>
              <a:gd fmla="val 50000" name="adj"/>
            </a:avLst>
          </a:prstGeom>
          <a:solidFill>
            <a:srgbClr val="153245"/>
          </a:solidFill>
          <a:ln>
            <a:noFill/>
          </a:ln>
        </p:spPr>
        <p:txBody>
          <a:bodyPr anchorCtr="0" anchor="ctr" bIns="90900" lIns="90900" spcFirstLastPara="1" rIns="90900" wrap="square" tIns="909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3"/>
              <a:buFont typeface="Arial"/>
              <a:buNone/>
            </a:pPr>
            <a:r>
              <a:rPr b="1" i="0" lang="es" sz="994" u="none" cap="none" strike="noStrike">
                <a:solidFill>
                  <a:srgbClr val="FFFFFF"/>
                </a:solidFill>
                <a:latin typeface="Archivo"/>
                <a:ea typeface="Archivo"/>
                <a:cs typeface="Archivo"/>
                <a:sym typeface="Archivo"/>
              </a:rPr>
              <a:t>{{m2_envios}} envíos</a:t>
            </a:r>
            <a:endParaRPr b="1" i="0" sz="1193" u="none" cap="none" strike="noStrike">
              <a:solidFill>
                <a:srgbClr val="FFFFFF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6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p36"/>
          <p:cNvSpPr/>
          <p:nvPr/>
        </p:nvSpPr>
        <p:spPr>
          <a:xfrm>
            <a:off x="274775" y="100940"/>
            <a:ext cx="366900" cy="366900"/>
          </a:xfrm>
          <a:prstGeom prst="ellipse">
            <a:avLst/>
          </a:prstGeom>
          <a:solidFill>
            <a:srgbClr val="1235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48" name="Google Shape;748;p36"/>
          <p:cNvGrpSpPr/>
          <p:nvPr/>
        </p:nvGrpSpPr>
        <p:grpSpPr>
          <a:xfrm>
            <a:off x="376133" y="178615"/>
            <a:ext cx="190480" cy="211556"/>
            <a:chOff x="2169088" y="811743"/>
            <a:chExt cx="3848087" cy="4273857"/>
          </a:xfrm>
        </p:grpSpPr>
        <p:sp>
          <p:nvSpPr>
            <p:cNvPr id="749" name="Google Shape;749;p36"/>
            <p:cNvSpPr/>
            <p:nvPr/>
          </p:nvSpPr>
          <p:spPr>
            <a:xfrm>
              <a:off x="2169088" y="811743"/>
              <a:ext cx="3345825" cy="4082275"/>
            </a:xfrm>
            <a:custGeom>
              <a:rect b="b" l="l" r="r" t="t"/>
              <a:pathLst>
                <a:path extrusionOk="0" h="163291" w="133833">
                  <a:moveTo>
                    <a:pt x="91175" y="34428"/>
                  </a:moveTo>
                  <a:cubicBezTo>
                    <a:pt x="96225" y="34428"/>
                    <a:pt x="101274" y="34428"/>
                    <a:pt x="106324" y="34456"/>
                  </a:cubicBezTo>
                  <a:cubicBezTo>
                    <a:pt x="109672" y="34456"/>
                    <a:pt x="111960" y="36520"/>
                    <a:pt x="111988" y="39506"/>
                  </a:cubicBezTo>
                  <a:cubicBezTo>
                    <a:pt x="112043" y="42602"/>
                    <a:pt x="109784" y="44862"/>
                    <a:pt x="106380" y="44890"/>
                  </a:cubicBezTo>
                  <a:cubicBezTo>
                    <a:pt x="101330" y="44904"/>
                    <a:pt x="96273" y="44911"/>
                    <a:pt x="91217" y="44911"/>
                  </a:cubicBezTo>
                  <a:cubicBezTo>
                    <a:pt x="86160" y="44911"/>
                    <a:pt x="81103" y="44904"/>
                    <a:pt x="76054" y="44890"/>
                  </a:cubicBezTo>
                  <a:cubicBezTo>
                    <a:pt x="72622" y="44862"/>
                    <a:pt x="70362" y="42658"/>
                    <a:pt x="70390" y="39561"/>
                  </a:cubicBezTo>
                  <a:cubicBezTo>
                    <a:pt x="70418" y="36492"/>
                    <a:pt x="72706" y="34456"/>
                    <a:pt x="76165" y="34456"/>
                  </a:cubicBezTo>
                  <a:cubicBezTo>
                    <a:pt x="81159" y="34428"/>
                    <a:pt x="86181" y="34428"/>
                    <a:pt x="91175" y="34428"/>
                  </a:cubicBezTo>
                  <a:close/>
                  <a:moveTo>
                    <a:pt x="42463" y="34428"/>
                  </a:moveTo>
                  <a:cubicBezTo>
                    <a:pt x="47457" y="34428"/>
                    <a:pt x="52451" y="34428"/>
                    <a:pt x="57445" y="34456"/>
                  </a:cubicBezTo>
                  <a:cubicBezTo>
                    <a:pt x="60849" y="34456"/>
                    <a:pt x="63108" y="36437"/>
                    <a:pt x="63192" y="39422"/>
                  </a:cubicBezTo>
                  <a:cubicBezTo>
                    <a:pt x="63276" y="42547"/>
                    <a:pt x="61044" y="44862"/>
                    <a:pt x="57668" y="44862"/>
                  </a:cubicBezTo>
                  <a:cubicBezTo>
                    <a:pt x="52590" y="44904"/>
                    <a:pt x="47506" y="44918"/>
                    <a:pt x="42421" y="44918"/>
                  </a:cubicBezTo>
                  <a:cubicBezTo>
                    <a:pt x="37337" y="44918"/>
                    <a:pt x="32252" y="44904"/>
                    <a:pt x="27174" y="44890"/>
                  </a:cubicBezTo>
                  <a:cubicBezTo>
                    <a:pt x="24217" y="44862"/>
                    <a:pt x="22069" y="43077"/>
                    <a:pt x="21650" y="40510"/>
                  </a:cubicBezTo>
                  <a:cubicBezTo>
                    <a:pt x="21232" y="37999"/>
                    <a:pt x="22627" y="35544"/>
                    <a:pt x="25082" y="34735"/>
                  </a:cubicBezTo>
                  <a:cubicBezTo>
                    <a:pt x="25835" y="34512"/>
                    <a:pt x="26672" y="34456"/>
                    <a:pt x="27481" y="34456"/>
                  </a:cubicBezTo>
                  <a:cubicBezTo>
                    <a:pt x="32475" y="34428"/>
                    <a:pt x="37469" y="34428"/>
                    <a:pt x="42463" y="34428"/>
                  </a:cubicBezTo>
                  <a:close/>
                  <a:moveTo>
                    <a:pt x="42425" y="55366"/>
                  </a:moveTo>
                  <a:cubicBezTo>
                    <a:pt x="47715" y="55366"/>
                    <a:pt x="53009" y="55380"/>
                    <a:pt x="58310" y="55408"/>
                  </a:cubicBezTo>
                  <a:cubicBezTo>
                    <a:pt x="60876" y="55408"/>
                    <a:pt x="62941" y="57473"/>
                    <a:pt x="63164" y="59984"/>
                  </a:cubicBezTo>
                  <a:cubicBezTo>
                    <a:pt x="63415" y="62662"/>
                    <a:pt x="61825" y="64977"/>
                    <a:pt x="59258" y="65591"/>
                  </a:cubicBezTo>
                  <a:cubicBezTo>
                    <a:pt x="58477" y="65759"/>
                    <a:pt x="57640" y="65814"/>
                    <a:pt x="56831" y="65814"/>
                  </a:cubicBezTo>
                  <a:cubicBezTo>
                    <a:pt x="55222" y="65824"/>
                    <a:pt x="53613" y="65827"/>
                    <a:pt x="52005" y="65827"/>
                  </a:cubicBezTo>
                  <a:cubicBezTo>
                    <a:pt x="48787" y="65827"/>
                    <a:pt x="45569" y="65814"/>
                    <a:pt x="42351" y="65814"/>
                  </a:cubicBezTo>
                  <a:cubicBezTo>
                    <a:pt x="39152" y="65814"/>
                    <a:pt x="35941" y="65827"/>
                    <a:pt x="32725" y="65827"/>
                  </a:cubicBezTo>
                  <a:cubicBezTo>
                    <a:pt x="31117" y="65827"/>
                    <a:pt x="29509" y="65824"/>
                    <a:pt x="27900" y="65814"/>
                  </a:cubicBezTo>
                  <a:cubicBezTo>
                    <a:pt x="27146" y="65814"/>
                    <a:pt x="26365" y="65759"/>
                    <a:pt x="25640" y="65619"/>
                  </a:cubicBezTo>
                  <a:cubicBezTo>
                    <a:pt x="23045" y="65033"/>
                    <a:pt x="21399" y="62773"/>
                    <a:pt x="21595" y="60095"/>
                  </a:cubicBezTo>
                  <a:cubicBezTo>
                    <a:pt x="21790" y="57528"/>
                    <a:pt x="23882" y="55408"/>
                    <a:pt x="26561" y="55408"/>
                  </a:cubicBezTo>
                  <a:cubicBezTo>
                    <a:pt x="31847" y="55380"/>
                    <a:pt x="37134" y="55366"/>
                    <a:pt x="42425" y="55366"/>
                  </a:cubicBezTo>
                  <a:close/>
                  <a:moveTo>
                    <a:pt x="106268" y="55352"/>
                  </a:moveTo>
                  <a:cubicBezTo>
                    <a:pt x="109644" y="55380"/>
                    <a:pt x="111904" y="57389"/>
                    <a:pt x="111988" y="60374"/>
                  </a:cubicBezTo>
                  <a:cubicBezTo>
                    <a:pt x="112071" y="63471"/>
                    <a:pt x="109811" y="65787"/>
                    <a:pt x="106436" y="65787"/>
                  </a:cubicBezTo>
                  <a:cubicBezTo>
                    <a:pt x="101358" y="65814"/>
                    <a:pt x="96273" y="65828"/>
                    <a:pt x="91189" y="65828"/>
                  </a:cubicBezTo>
                  <a:cubicBezTo>
                    <a:pt x="86104" y="65828"/>
                    <a:pt x="81020" y="65814"/>
                    <a:pt x="75942" y="65787"/>
                  </a:cubicBezTo>
                  <a:cubicBezTo>
                    <a:pt x="72566" y="65787"/>
                    <a:pt x="70306" y="63471"/>
                    <a:pt x="70390" y="60374"/>
                  </a:cubicBezTo>
                  <a:cubicBezTo>
                    <a:pt x="70474" y="57389"/>
                    <a:pt x="72734" y="55380"/>
                    <a:pt x="76109" y="55380"/>
                  </a:cubicBezTo>
                  <a:cubicBezTo>
                    <a:pt x="81159" y="55352"/>
                    <a:pt x="86237" y="55352"/>
                    <a:pt x="91286" y="55352"/>
                  </a:cubicBezTo>
                  <a:close/>
                  <a:moveTo>
                    <a:pt x="42379" y="76277"/>
                  </a:moveTo>
                  <a:cubicBezTo>
                    <a:pt x="47457" y="76277"/>
                    <a:pt x="52507" y="76277"/>
                    <a:pt x="57556" y="76304"/>
                  </a:cubicBezTo>
                  <a:cubicBezTo>
                    <a:pt x="60904" y="76304"/>
                    <a:pt x="63164" y="78369"/>
                    <a:pt x="63192" y="81382"/>
                  </a:cubicBezTo>
                  <a:cubicBezTo>
                    <a:pt x="63248" y="84479"/>
                    <a:pt x="60960" y="86711"/>
                    <a:pt x="57584" y="86739"/>
                  </a:cubicBezTo>
                  <a:cubicBezTo>
                    <a:pt x="52521" y="86753"/>
                    <a:pt x="47464" y="86760"/>
                    <a:pt x="42407" y="86760"/>
                  </a:cubicBezTo>
                  <a:cubicBezTo>
                    <a:pt x="37351" y="86760"/>
                    <a:pt x="32294" y="86753"/>
                    <a:pt x="27230" y="86739"/>
                  </a:cubicBezTo>
                  <a:cubicBezTo>
                    <a:pt x="24273" y="86739"/>
                    <a:pt x="22097" y="84981"/>
                    <a:pt x="21650" y="82442"/>
                  </a:cubicBezTo>
                  <a:cubicBezTo>
                    <a:pt x="21204" y="79931"/>
                    <a:pt x="22571" y="77448"/>
                    <a:pt x="24998" y="76639"/>
                  </a:cubicBezTo>
                  <a:cubicBezTo>
                    <a:pt x="25752" y="76360"/>
                    <a:pt x="26588" y="76304"/>
                    <a:pt x="27398" y="76304"/>
                  </a:cubicBezTo>
                  <a:cubicBezTo>
                    <a:pt x="32392" y="76277"/>
                    <a:pt x="37385" y="76277"/>
                    <a:pt x="42379" y="76277"/>
                  </a:cubicBezTo>
                  <a:close/>
                  <a:moveTo>
                    <a:pt x="83140" y="76277"/>
                  </a:moveTo>
                  <a:cubicBezTo>
                    <a:pt x="83696" y="76283"/>
                    <a:pt x="84251" y="76285"/>
                    <a:pt x="84805" y="76285"/>
                  </a:cubicBezTo>
                  <a:cubicBezTo>
                    <a:pt x="85792" y="76285"/>
                    <a:pt x="86776" y="76278"/>
                    <a:pt x="87758" y="76278"/>
                  </a:cubicBezTo>
                  <a:cubicBezTo>
                    <a:pt x="88656" y="76278"/>
                    <a:pt x="89553" y="76284"/>
                    <a:pt x="90449" y="76304"/>
                  </a:cubicBezTo>
                  <a:cubicBezTo>
                    <a:pt x="93518" y="76332"/>
                    <a:pt x="95750" y="78425"/>
                    <a:pt x="95862" y="81298"/>
                  </a:cubicBezTo>
                  <a:cubicBezTo>
                    <a:pt x="95974" y="84088"/>
                    <a:pt x="93825" y="86599"/>
                    <a:pt x="90812" y="86683"/>
                  </a:cubicBezTo>
                  <a:cubicBezTo>
                    <a:pt x="88259" y="86753"/>
                    <a:pt x="85707" y="86788"/>
                    <a:pt x="83154" y="86788"/>
                  </a:cubicBezTo>
                  <a:cubicBezTo>
                    <a:pt x="80601" y="86788"/>
                    <a:pt x="78048" y="86753"/>
                    <a:pt x="75496" y="86683"/>
                  </a:cubicBezTo>
                  <a:cubicBezTo>
                    <a:pt x="72371" y="86599"/>
                    <a:pt x="70278" y="84200"/>
                    <a:pt x="70390" y="81215"/>
                  </a:cubicBezTo>
                  <a:cubicBezTo>
                    <a:pt x="70530" y="78369"/>
                    <a:pt x="72734" y="76332"/>
                    <a:pt x="75830" y="76304"/>
                  </a:cubicBezTo>
                  <a:cubicBezTo>
                    <a:pt x="78285" y="76277"/>
                    <a:pt x="80713" y="76277"/>
                    <a:pt x="83140" y="76277"/>
                  </a:cubicBezTo>
                  <a:close/>
                  <a:moveTo>
                    <a:pt x="42491" y="97201"/>
                  </a:moveTo>
                  <a:cubicBezTo>
                    <a:pt x="47485" y="97201"/>
                    <a:pt x="52479" y="97201"/>
                    <a:pt x="57473" y="97229"/>
                  </a:cubicBezTo>
                  <a:cubicBezTo>
                    <a:pt x="60932" y="97229"/>
                    <a:pt x="63192" y="99321"/>
                    <a:pt x="63192" y="102418"/>
                  </a:cubicBezTo>
                  <a:cubicBezTo>
                    <a:pt x="63192" y="105487"/>
                    <a:pt x="60904" y="107663"/>
                    <a:pt x="57473" y="107663"/>
                  </a:cubicBezTo>
                  <a:cubicBezTo>
                    <a:pt x="52451" y="107677"/>
                    <a:pt x="47422" y="107684"/>
                    <a:pt x="42393" y="107684"/>
                  </a:cubicBezTo>
                  <a:cubicBezTo>
                    <a:pt x="37365" y="107684"/>
                    <a:pt x="32336" y="107677"/>
                    <a:pt x="27314" y="107663"/>
                  </a:cubicBezTo>
                  <a:cubicBezTo>
                    <a:pt x="23882" y="107635"/>
                    <a:pt x="21595" y="105459"/>
                    <a:pt x="21595" y="102418"/>
                  </a:cubicBezTo>
                  <a:cubicBezTo>
                    <a:pt x="21595" y="99321"/>
                    <a:pt x="23882" y="97229"/>
                    <a:pt x="27314" y="97229"/>
                  </a:cubicBezTo>
                  <a:cubicBezTo>
                    <a:pt x="32364" y="97201"/>
                    <a:pt x="37413" y="97201"/>
                    <a:pt x="42491" y="97201"/>
                  </a:cubicBezTo>
                  <a:close/>
                  <a:moveTo>
                    <a:pt x="32503" y="118476"/>
                  </a:moveTo>
                  <a:cubicBezTo>
                    <a:pt x="35795" y="118476"/>
                    <a:pt x="39087" y="118488"/>
                    <a:pt x="42379" y="118488"/>
                  </a:cubicBezTo>
                  <a:lnTo>
                    <a:pt x="57389" y="118488"/>
                  </a:lnTo>
                  <a:cubicBezTo>
                    <a:pt x="60876" y="118488"/>
                    <a:pt x="63164" y="120525"/>
                    <a:pt x="63192" y="123593"/>
                  </a:cubicBezTo>
                  <a:cubicBezTo>
                    <a:pt x="63248" y="126746"/>
                    <a:pt x="60932" y="128922"/>
                    <a:pt x="57389" y="128950"/>
                  </a:cubicBezTo>
                  <a:cubicBezTo>
                    <a:pt x="52367" y="128950"/>
                    <a:pt x="47338" y="128957"/>
                    <a:pt x="42310" y="128957"/>
                  </a:cubicBezTo>
                  <a:cubicBezTo>
                    <a:pt x="37281" y="128957"/>
                    <a:pt x="32252" y="128950"/>
                    <a:pt x="27230" y="128922"/>
                  </a:cubicBezTo>
                  <a:cubicBezTo>
                    <a:pt x="24273" y="128922"/>
                    <a:pt x="22097" y="127192"/>
                    <a:pt x="21650" y="124654"/>
                  </a:cubicBezTo>
                  <a:cubicBezTo>
                    <a:pt x="21204" y="122115"/>
                    <a:pt x="22571" y="119660"/>
                    <a:pt x="24998" y="118823"/>
                  </a:cubicBezTo>
                  <a:cubicBezTo>
                    <a:pt x="25807" y="118572"/>
                    <a:pt x="26700" y="118516"/>
                    <a:pt x="27565" y="118488"/>
                  </a:cubicBezTo>
                  <a:cubicBezTo>
                    <a:pt x="29211" y="118479"/>
                    <a:pt x="30857" y="118476"/>
                    <a:pt x="32503" y="118476"/>
                  </a:cubicBezTo>
                  <a:close/>
                  <a:moveTo>
                    <a:pt x="18498" y="0"/>
                  </a:moveTo>
                  <a:cubicBezTo>
                    <a:pt x="14871" y="837"/>
                    <a:pt x="11356" y="1953"/>
                    <a:pt x="8370" y="4325"/>
                  </a:cubicBezTo>
                  <a:cubicBezTo>
                    <a:pt x="3042" y="8538"/>
                    <a:pt x="56" y="14034"/>
                    <a:pt x="56" y="20841"/>
                  </a:cubicBezTo>
                  <a:cubicBezTo>
                    <a:pt x="1" y="61378"/>
                    <a:pt x="1" y="101944"/>
                    <a:pt x="29" y="142509"/>
                  </a:cubicBezTo>
                  <a:cubicBezTo>
                    <a:pt x="56" y="153669"/>
                    <a:pt x="9235" y="163154"/>
                    <a:pt x="20339" y="163210"/>
                  </a:cubicBezTo>
                  <a:cubicBezTo>
                    <a:pt x="29558" y="163274"/>
                    <a:pt x="38778" y="163291"/>
                    <a:pt x="47997" y="163291"/>
                  </a:cubicBezTo>
                  <a:cubicBezTo>
                    <a:pt x="59060" y="163291"/>
                    <a:pt x="70124" y="163266"/>
                    <a:pt x="81187" y="163266"/>
                  </a:cubicBezTo>
                  <a:cubicBezTo>
                    <a:pt x="81354" y="163266"/>
                    <a:pt x="81522" y="163210"/>
                    <a:pt x="81829" y="163182"/>
                  </a:cubicBezTo>
                  <a:cubicBezTo>
                    <a:pt x="71450" y="144155"/>
                    <a:pt x="70809" y="125016"/>
                    <a:pt x="82498" y="106575"/>
                  </a:cubicBezTo>
                  <a:cubicBezTo>
                    <a:pt x="93348" y="89433"/>
                    <a:pt x="109245" y="81520"/>
                    <a:pt x="128941" y="81520"/>
                  </a:cubicBezTo>
                  <a:cubicBezTo>
                    <a:pt x="130465" y="81520"/>
                    <a:pt x="132012" y="81567"/>
                    <a:pt x="133581" y="81661"/>
                  </a:cubicBezTo>
                  <a:lnTo>
                    <a:pt x="133581" y="79597"/>
                  </a:lnTo>
                  <a:cubicBezTo>
                    <a:pt x="133581" y="60597"/>
                    <a:pt x="133386" y="41598"/>
                    <a:pt x="133665" y="22599"/>
                  </a:cubicBezTo>
                  <a:cubicBezTo>
                    <a:pt x="133833" y="9933"/>
                    <a:pt x="124933" y="1423"/>
                    <a:pt x="115559" y="224"/>
                  </a:cubicBezTo>
                  <a:cubicBezTo>
                    <a:pt x="115419" y="224"/>
                    <a:pt x="115252" y="84"/>
                    <a:pt x="115112" y="0"/>
                  </a:cubicBezTo>
                  <a:close/>
                </a:path>
              </a:pathLst>
            </a:custGeom>
            <a:solidFill>
              <a:srgbClr val="8DE2D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0" name="Google Shape;750;p36"/>
            <p:cNvSpPr/>
            <p:nvPr/>
          </p:nvSpPr>
          <p:spPr>
            <a:xfrm>
              <a:off x="3700125" y="2911200"/>
              <a:ext cx="2317050" cy="2174400"/>
            </a:xfrm>
            <a:custGeom>
              <a:rect b="b" l="l" r="r" t="t"/>
              <a:pathLst>
                <a:path extrusionOk="0" h="86976" w="92682">
                  <a:moveTo>
                    <a:pt x="61246" y="27942"/>
                  </a:moveTo>
                  <a:cubicBezTo>
                    <a:pt x="62954" y="27942"/>
                    <a:pt x="64509" y="28984"/>
                    <a:pt x="65396" y="30508"/>
                  </a:cubicBezTo>
                  <a:cubicBezTo>
                    <a:pt x="66484" y="32349"/>
                    <a:pt x="66345" y="34693"/>
                    <a:pt x="64894" y="36534"/>
                  </a:cubicBezTo>
                  <a:cubicBezTo>
                    <a:pt x="61909" y="40328"/>
                    <a:pt x="58868" y="44067"/>
                    <a:pt x="55855" y="47833"/>
                  </a:cubicBezTo>
                  <a:cubicBezTo>
                    <a:pt x="53456" y="50818"/>
                    <a:pt x="51084" y="53832"/>
                    <a:pt x="48657" y="56789"/>
                  </a:cubicBezTo>
                  <a:cubicBezTo>
                    <a:pt x="47399" y="58321"/>
                    <a:pt x="45954" y="59098"/>
                    <a:pt x="44425" y="59098"/>
                  </a:cubicBezTo>
                  <a:cubicBezTo>
                    <a:pt x="43310" y="59098"/>
                    <a:pt x="42150" y="58685"/>
                    <a:pt x="40985" y="57849"/>
                  </a:cubicBezTo>
                  <a:cubicBezTo>
                    <a:pt x="36995" y="55031"/>
                    <a:pt x="33061" y="52158"/>
                    <a:pt x="29128" y="49284"/>
                  </a:cubicBezTo>
                  <a:cubicBezTo>
                    <a:pt x="26561" y="47359"/>
                    <a:pt x="26003" y="44151"/>
                    <a:pt x="27760" y="41751"/>
                  </a:cubicBezTo>
                  <a:cubicBezTo>
                    <a:pt x="28774" y="40394"/>
                    <a:pt x="30277" y="39679"/>
                    <a:pt x="31864" y="39679"/>
                  </a:cubicBezTo>
                  <a:cubicBezTo>
                    <a:pt x="32984" y="39679"/>
                    <a:pt x="34147" y="40036"/>
                    <a:pt x="35210" y="40775"/>
                  </a:cubicBezTo>
                  <a:cubicBezTo>
                    <a:pt x="37916" y="42672"/>
                    <a:pt x="40566" y="44653"/>
                    <a:pt x="43384" y="46661"/>
                  </a:cubicBezTo>
                  <a:cubicBezTo>
                    <a:pt x="47848" y="41110"/>
                    <a:pt x="52116" y="35669"/>
                    <a:pt x="56552" y="30368"/>
                  </a:cubicBezTo>
                  <a:cubicBezTo>
                    <a:pt x="57417" y="29336"/>
                    <a:pt x="58784" y="28471"/>
                    <a:pt x="60068" y="28109"/>
                  </a:cubicBezTo>
                  <a:cubicBezTo>
                    <a:pt x="60464" y="27995"/>
                    <a:pt x="60859" y="27942"/>
                    <a:pt x="61246" y="27942"/>
                  </a:cubicBezTo>
                  <a:close/>
                  <a:moveTo>
                    <a:pt x="46519" y="1"/>
                  </a:moveTo>
                  <a:cubicBezTo>
                    <a:pt x="43400" y="1"/>
                    <a:pt x="40238" y="348"/>
                    <a:pt x="37079" y="1074"/>
                  </a:cubicBezTo>
                  <a:cubicBezTo>
                    <a:pt x="14508" y="6264"/>
                    <a:pt x="1" y="27104"/>
                    <a:pt x="3600" y="50149"/>
                  </a:cubicBezTo>
                  <a:cubicBezTo>
                    <a:pt x="6250" y="67111"/>
                    <a:pt x="16210" y="78634"/>
                    <a:pt x="32336" y="84548"/>
                  </a:cubicBezTo>
                  <a:cubicBezTo>
                    <a:pt x="35628" y="85748"/>
                    <a:pt x="39199" y="86194"/>
                    <a:pt x="42631" y="86976"/>
                  </a:cubicBezTo>
                  <a:lnTo>
                    <a:pt x="50275" y="86976"/>
                  </a:lnTo>
                  <a:cubicBezTo>
                    <a:pt x="51084" y="86836"/>
                    <a:pt x="51865" y="86669"/>
                    <a:pt x="52646" y="86557"/>
                  </a:cubicBezTo>
                  <a:cubicBezTo>
                    <a:pt x="76500" y="82958"/>
                    <a:pt x="92682" y="61225"/>
                    <a:pt x="89417" y="37259"/>
                  </a:cubicBezTo>
                  <a:cubicBezTo>
                    <a:pt x="86455" y="15671"/>
                    <a:pt x="67470" y="1"/>
                    <a:pt x="46519" y="1"/>
                  </a:cubicBezTo>
                  <a:close/>
                </a:path>
              </a:pathLst>
            </a:custGeom>
            <a:solidFill>
              <a:srgbClr val="8DE2D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51" name="Google Shape;751;p36"/>
          <p:cNvSpPr txBox="1"/>
          <p:nvPr/>
        </p:nvSpPr>
        <p:spPr>
          <a:xfrm>
            <a:off x="740400" y="120007"/>
            <a:ext cx="4334100" cy="280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" sz="2000" u="none" cap="none" strike="noStrike">
                <a:solidFill>
                  <a:srgbClr val="123546"/>
                </a:solidFill>
                <a:latin typeface="Archivo ExtraBold"/>
                <a:ea typeface="Archivo ExtraBold"/>
                <a:cs typeface="Archivo ExtraBold"/>
                <a:sym typeface="Archivo ExtraBold"/>
              </a:rPr>
              <a:t>Caudal semanal de M2</a:t>
            </a:r>
            <a:endParaRPr b="0" i="0" sz="2000" u="none" cap="none" strike="noStrike">
              <a:solidFill>
                <a:srgbClr val="123546"/>
              </a:solidFill>
              <a:latin typeface="Archivo ExtraBold"/>
              <a:ea typeface="Archivo ExtraBold"/>
              <a:cs typeface="Archivo ExtraBold"/>
              <a:sym typeface="Archivo ExtraBold"/>
            </a:endParaRPr>
          </a:p>
        </p:txBody>
      </p:sp>
      <p:sp>
        <p:nvSpPr>
          <p:cNvPr id="752" name="Google Shape;752;p36"/>
          <p:cNvSpPr txBox="1"/>
          <p:nvPr/>
        </p:nvSpPr>
        <p:spPr>
          <a:xfrm>
            <a:off x="339825" y="489409"/>
            <a:ext cx="4483500" cy="2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" sz="1600" u="none" cap="none" strike="noStrike">
                <a:solidFill>
                  <a:srgbClr val="123546"/>
                </a:solidFill>
                <a:latin typeface="Archivo"/>
                <a:ea typeface="Archivo"/>
                <a:cs typeface="Archivo"/>
                <a:sym typeface="Archivo"/>
              </a:rPr>
              <a:t>Comunicación Directa | Envío de mails</a:t>
            </a:r>
            <a:endParaRPr b="0" i="0" sz="1600" u="none" cap="none" strike="noStrike">
              <a:solidFill>
                <a:srgbClr val="123546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753" name="Google Shape;753;p36"/>
          <p:cNvSpPr/>
          <p:nvPr/>
        </p:nvSpPr>
        <p:spPr>
          <a:xfrm>
            <a:off x="204750" y="804433"/>
            <a:ext cx="1419300" cy="176700"/>
          </a:xfrm>
          <a:prstGeom prst="roundRect">
            <a:avLst>
              <a:gd fmla="val 50000" name="adj"/>
            </a:avLst>
          </a:prstGeom>
          <a:solidFill>
            <a:srgbClr val="153245"/>
          </a:solidFill>
          <a:ln>
            <a:noFill/>
          </a:ln>
        </p:spPr>
        <p:txBody>
          <a:bodyPr anchorCtr="0" anchor="ctr" bIns="90900" lIns="90900" spcFirstLastPara="1" rIns="90900" wrap="square" tIns="909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3"/>
              <a:buFont typeface="Arial"/>
              <a:buNone/>
            </a:pPr>
            <a:r>
              <a:rPr b="1" i="0" lang="es" sz="994" u="none" cap="none" strike="noStrike">
                <a:solidFill>
                  <a:srgbClr val="FFFFFF"/>
                </a:solidFill>
                <a:latin typeface="Archivo"/>
                <a:ea typeface="Archivo"/>
                <a:cs typeface="Archivo"/>
                <a:sym typeface="Archivo"/>
              </a:rPr>
              <a:t>Proyectos</a:t>
            </a:r>
            <a:endParaRPr b="1" i="0" sz="1193" u="none" cap="none" strike="noStrike">
              <a:solidFill>
                <a:srgbClr val="FFFFFF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754" name="Google Shape;754;p36"/>
          <p:cNvSpPr/>
          <p:nvPr/>
        </p:nvSpPr>
        <p:spPr>
          <a:xfrm>
            <a:off x="204750" y="2390943"/>
            <a:ext cx="1419300" cy="176700"/>
          </a:xfrm>
          <a:prstGeom prst="roundRect">
            <a:avLst>
              <a:gd fmla="val 50000" name="adj"/>
            </a:avLst>
          </a:prstGeom>
          <a:solidFill>
            <a:srgbClr val="153245"/>
          </a:solidFill>
          <a:ln>
            <a:noFill/>
          </a:ln>
        </p:spPr>
        <p:txBody>
          <a:bodyPr anchorCtr="0" anchor="ctr" bIns="90900" lIns="90900" spcFirstLastPara="1" rIns="90900" wrap="square" tIns="909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3"/>
              <a:buFont typeface="Arial"/>
              <a:buNone/>
            </a:pPr>
            <a:r>
              <a:rPr b="1" i="0" lang="es" sz="994" u="none" cap="none" strike="noStrike">
                <a:solidFill>
                  <a:srgbClr val="FFFFFF"/>
                </a:solidFill>
                <a:latin typeface="Archivo"/>
                <a:ea typeface="Archivo"/>
                <a:cs typeface="Archivo"/>
                <a:sym typeface="Archivo"/>
              </a:rPr>
              <a:t>Entregados</a:t>
            </a:r>
            <a:endParaRPr b="1" i="0" sz="1193" u="none" cap="none" strike="noStrike">
              <a:solidFill>
                <a:srgbClr val="FFFFFF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755" name="Google Shape;755;p36"/>
          <p:cNvSpPr/>
          <p:nvPr/>
        </p:nvSpPr>
        <p:spPr>
          <a:xfrm>
            <a:off x="204750" y="4001568"/>
            <a:ext cx="1419300" cy="176700"/>
          </a:xfrm>
          <a:prstGeom prst="roundRect">
            <a:avLst>
              <a:gd fmla="val 50000" name="adj"/>
            </a:avLst>
          </a:prstGeom>
          <a:solidFill>
            <a:srgbClr val="153245"/>
          </a:solidFill>
          <a:ln>
            <a:noFill/>
          </a:ln>
        </p:spPr>
        <p:txBody>
          <a:bodyPr anchorCtr="0" anchor="ctr" bIns="90900" lIns="90900" spcFirstLastPara="1" rIns="90900" wrap="square" tIns="909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3"/>
              <a:buFont typeface="Arial"/>
              <a:buNone/>
            </a:pPr>
            <a:r>
              <a:rPr b="1" i="0" lang="es" sz="994" u="none" cap="none" strike="noStrike">
                <a:solidFill>
                  <a:srgbClr val="FFFFFF"/>
                </a:solidFill>
                <a:latin typeface="Archivo"/>
                <a:ea typeface="Archivo"/>
                <a:cs typeface="Archivo"/>
                <a:sym typeface="Archivo"/>
              </a:rPr>
              <a:t>Implementaciones</a:t>
            </a:r>
            <a:endParaRPr b="1" i="0" sz="1193" u="none" cap="none" strike="noStrike">
              <a:solidFill>
                <a:srgbClr val="FFFFFF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9" name="Shape 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p37"/>
          <p:cNvSpPr/>
          <p:nvPr/>
        </p:nvSpPr>
        <p:spPr>
          <a:xfrm>
            <a:off x="0" y="0"/>
            <a:ext cx="9144000" cy="5143500"/>
          </a:xfrm>
          <a:prstGeom prst="round1Rect">
            <a:avLst>
              <a:gd fmla="val 0" name="adj"/>
            </a:avLst>
          </a:prstGeom>
          <a:solidFill>
            <a:srgbClr val="FFCB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1" name="Google Shape;761;p37"/>
          <p:cNvSpPr/>
          <p:nvPr/>
        </p:nvSpPr>
        <p:spPr>
          <a:xfrm>
            <a:off x="0" y="0"/>
            <a:ext cx="8866800" cy="5143500"/>
          </a:xfrm>
          <a:prstGeom prst="round1Rect">
            <a:avLst>
              <a:gd fmla="val 5332" name="adj"/>
            </a:avLst>
          </a:prstGeom>
          <a:solidFill>
            <a:srgbClr val="8DE2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2" name="Google Shape;762;p37"/>
          <p:cNvSpPr/>
          <p:nvPr/>
        </p:nvSpPr>
        <p:spPr>
          <a:xfrm>
            <a:off x="0" y="0"/>
            <a:ext cx="8531700" cy="5143500"/>
          </a:xfrm>
          <a:prstGeom prst="round1Rect">
            <a:avLst>
              <a:gd fmla="val 7105" name="adj"/>
            </a:avLst>
          </a:prstGeom>
          <a:solidFill>
            <a:srgbClr val="1532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3" name="Google Shape;763;p37"/>
          <p:cNvSpPr txBox="1"/>
          <p:nvPr/>
        </p:nvSpPr>
        <p:spPr>
          <a:xfrm>
            <a:off x="53850" y="1778997"/>
            <a:ext cx="8759100" cy="16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0" lang="es" sz="3800" u="none" cap="none" strike="noStrike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rPr>
              <a:t>Campaña destacada</a:t>
            </a:r>
            <a:endParaRPr b="1" i="0" sz="3800" u="none" cap="none" strike="noStrike"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0" i="1" lang="es" sz="3500" u="none" cap="none" strike="noStrike">
                <a:solidFill>
                  <a:srgbClr val="B0EAFF"/>
                </a:solidFill>
                <a:latin typeface="Archivo"/>
                <a:ea typeface="Archivo"/>
                <a:cs typeface="Archivo"/>
                <a:sym typeface="Archivo"/>
              </a:rPr>
              <a:t>{{camp_titulo}}</a:t>
            </a:r>
            <a:endParaRPr b="0" i="1" sz="3400" u="none" cap="none" strike="noStrike">
              <a:solidFill>
                <a:srgbClr val="B0EAFF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cxnSp>
        <p:nvCxnSpPr>
          <p:cNvPr id="764" name="Google Shape;764;p37"/>
          <p:cNvCxnSpPr/>
          <p:nvPr/>
        </p:nvCxnSpPr>
        <p:spPr>
          <a:xfrm>
            <a:off x="173394" y="4711019"/>
            <a:ext cx="8164200" cy="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765" name="Google Shape;765;p37"/>
          <p:cNvPicPr preferRelativeResize="0"/>
          <p:nvPr/>
        </p:nvPicPr>
        <p:blipFill rotWithShape="1">
          <a:blip r:embed="rId3">
            <a:alphaModFix/>
          </a:blip>
          <a:srcRect b="32287" l="24148" r="24143" t="32283"/>
          <a:stretch/>
        </p:blipFill>
        <p:spPr>
          <a:xfrm>
            <a:off x="117775" y="4764867"/>
            <a:ext cx="442276" cy="3030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9" name="Shape 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" name="Google Shape;770;p38"/>
          <p:cNvSpPr txBox="1"/>
          <p:nvPr/>
        </p:nvSpPr>
        <p:spPr>
          <a:xfrm>
            <a:off x="758075" y="227675"/>
            <a:ext cx="7076700" cy="280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" sz="2000" u="none" cap="none" strike="noStrike">
                <a:solidFill>
                  <a:srgbClr val="123546"/>
                </a:solidFill>
                <a:latin typeface="Archivo ExtraBold"/>
                <a:ea typeface="Archivo ExtraBold"/>
                <a:cs typeface="Archivo ExtraBold"/>
                <a:sym typeface="Archivo ExtraBold"/>
              </a:rPr>
              <a:t>Objetivo de la comunicación y período</a:t>
            </a:r>
            <a:endParaRPr b="1" i="0" sz="2200" u="none" cap="none" strike="noStrike">
              <a:solidFill>
                <a:srgbClr val="133446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771" name="Google Shape;771;p38"/>
          <p:cNvSpPr/>
          <p:nvPr/>
        </p:nvSpPr>
        <p:spPr>
          <a:xfrm>
            <a:off x="292450" y="197829"/>
            <a:ext cx="366900" cy="366900"/>
          </a:xfrm>
          <a:prstGeom prst="ellipse">
            <a:avLst/>
          </a:prstGeom>
          <a:solidFill>
            <a:srgbClr val="1235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72" name="Google Shape;772;p38"/>
          <p:cNvGrpSpPr/>
          <p:nvPr/>
        </p:nvGrpSpPr>
        <p:grpSpPr>
          <a:xfrm>
            <a:off x="393808" y="275504"/>
            <a:ext cx="190480" cy="211556"/>
            <a:chOff x="2169088" y="811743"/>
            <a:chExt cx="3848087" cy="4273857"/>
          </a:xfrm>
        </p:grpSpPr>
        <p:sp>
          <p:nvSpPr>
            <p:cNvPr id="773" name="Google Shape;773;p38"/>
            <p:cNvSpPr/>
            <p:nvPr/>
          </p:nvSpPr>
          <p:spPr>
            <a:xfrm>
              <a:off x="2169088" y="811743"/>
              <a:ext cx="3345825" cy="4082275"/>
            </a:xfrm>
            <a:custGeom>
              <a:rect b="b" l="l" r="r" t="t"/>
              <a:pathLst>
                <a:path extrusionOk="0" h="163291" w="133833">
                  <a:moveTo>
                    <a:pt x="91175" y="34428"/>
                  </a:moveTo>
                  <a:cubicBezTo>
                    <a:pt x="96225" y="34428"/>
                    <a:pt x="101274" y="34428"/>
                    <a:pt x="106324" y="34456"/>
                  </a:cubicBezTo>
                  <a:cubicBezTo>
                    <a:pt x="109672" y="34456"/>
                    <a:pt x="111960" y="36520"/>
                    <a:pt x="111988" y="39506"/>
                  </a:cubicBezTo>
                  <a:cubicBezTo>
                    <a:pt x="112043" y="42602"/>
                    <a:pt x="109784" y="44862"/>
                    <a:pt x="106380" y="44890"/>
                  </a:cubicBezTo>
                  <a:cubicBezTo>
                    <a:pt x="101330" y="44904"/>
                    <a:pt x="96273" y="44911"/>
                    <a:pt x="91217" y="44911"/>
                  </a:cubicBezTo>
                  <a:cubicBezTo>
                    <a:pt x="86160" y="44911"/>
                    <a:pt x="81103" y="44904"/>
                    <a:pt x="76054" y="44890"/>
                  </a:cubicBezTo>
                  <a:cubicBezTo>
                    <a:pt x="72622" y="44862"/>
                    <a:pt x="70362" y="42658"/>
                    <a:pt x="70390" y="39561"/>
                  </a:cubicBezTo>
                  <a:cubicBezTo>
                    <a:pt x="70418" y="36492"/>
                    <a:pt x="72706" y="34456"/>
                    <a:pt x="76165" y="34456"/>
                  </a:cubicBezTo>
                  <a:cubicBezTo>
                    <a:pt x="81159" y="34428"/>
                    <a:pt x="86181" y="34428"/>
                    <a:pt x="91175" y="34428"/>
                  </a:cubicBezTo>
                  <a:close/>
                  <a:moveTo>
                    <a:pt x="42463" y="34428"/>
                  </a:moveTo>
                  <a:cubicBezTo>
                    <a:pt x="47457" y="34428"/>
                    <a:pt x="52451" y="34428"/>
                    <a:pt x="57445" y="34456"/>
                  </a:cubicBezTo>
                  <a:cubicBezTo>
                    <a:pt x="60849" y="34456"/>
                    <a:pt x="63108" y="36437"/>
                    <a:pt x="63192" y="39422"/>
                  </a:cubicBezTo>
                  <a:cubicBezTo>
                    <a:pt x="63276" y="42547"/>
                    <a:pt x="61044" y="44862"/>
                    <a:pt x="57668" y="44862"/>
                  </a:cubicBezTo>
                  <a:cubicBezTo>
                    <a:pt x="52590" y="44904"/>
                    <a:pt x="47506" y="44918"/>
                    <a:pt x="42421" y="44918"/>
                  </a:cubicBezTo>
                  <a:cubicBezTo>
                    <a:pt x="37337" y="44918"/>
                    <a:pt x="32252" y="44904"/>
                    <a:pt x="27174" y="44890"/>
                  </a:cubicBezTo>
                  <a:cubicBezTo>
                    <a:pt x="24217" y="44862"/>
                    <a:pt x="22069" y="43077"/>
                    <a:pt x="21650" y="40510"/>
                  </a:cubicBezTo>
                  <a:cubicBezTo>
                    <a:pt x="21232" y="37999"/>
                    <a:pt x="22627" y="35544"/>
                    <a:pt x="25082" y="34735"/>
                  </a:cubicBezTo>
                  <a:cubicBezTo>
                    <a:pt x="25835" y="34512"/>
                    <a:pt x="26672" y="34456"/>
                    <a:pt x="27481" y="34456"/>
                  </a:cubicBezTo>
                  <a:cubicBezTo>
                    <a:pt x="32475" y="34428"/>
                    <a:pt x="37469" y="34428"/>
                    <a:pt x="42463" y="34428"/>
                  </a:cubicBezTo>
                  <a:close/>
                  <a:moveTo>
                    <a:pt x="42425" y="55366"/>
                  </a:moveTo>
                  <a:cubicBezTo>
                    <a:pt x="47715" y="55366"/>
                    <a:pt x="53009" y="55380"/>
                    <a:pt x="58310" y="55408"/>
                  </a:cubicBezTo>
                  <a:cubicBezTo>
                    <a:pt x="60876" y="55408"/>
                    <a:pt x="62941" y="57473"/>
                    <a:pt x="63164" y="59984"/>
                  </a:cubicBezTo>
                  <a:cubicBezTo>
                    <a:pt x="63415" y="62662"/>
                    <a:pt x="61825" y="64977"/>
                    <a:pt x="59258" y="65591"/>
                  </a:cubicBezTo>
                  <a:cubicBezTo>
                    <a:pt x="58477" y="65759"/>
                    <a:pt x="57640" y="65814"/>
                    <a:pt x="56831" y="65814"/>
                  </a:cubicBezTo>
                  <a:cubicBezTo>
                    <a:pt x="55222" y="65824"/>
                    <a:pt x="53613" y="65827"/>
                    <a:pt x="52005" y="65827"/>
                  </a:cubicBezTo>
                  <a:cubicBezTo>
                    <a:pt x="48787" y="65827"/>
                    <a:pt x="45569" y="65814"/>
                    <a:pt x="42351" y="65814"/>
                  </a:cubicBezTo>
                  <a:cubicBezTo>
                    <a:pt x="39152" y="65814"/>
                    <a:pt x="35941" y="65827"/>
                    <a:pt x="32725" y="65827"/>
                  </a:cubicBezTo>
                  <a:cubicBezTo>
                    <a:pt x="31117" y="65827"/>
                    <a:pt x="29509" y="65824"/>
                    <a:pt x="27900" y="65814"/>
                  </a:cubicBezTo>
                  <a:cubicBezTo>
                    <a:pt x="27146" y="65814"/>
                    <a:pt x="26365" y="65759"/>
                    <a:pt x="25640" y="65619"/>
                  </a:cubicBezTo>
                  <a:cubicBezTo>
                    <a:pt x="23045" y="65033"/>
                    <a:pt x="21399" y="62773"/>
                    <a:pt x="21595" y="60095"/>
                  </a:cubicBezTo>
                  <a:cubicBezTo>
                    <a:pt x="21790" y="57528"/>
                    <a:pt x="23882" y="55408"/>
                    <a:pt x="26561" y="55408"/>
                  </a:cubicBezTo>
                  <a:cubicBezTo>
                    <a:pt x="31847" y="55380"/>
                    <a:pt x="37134" y="55366"/>
                    <a:pt x="42425" y="55366"/>
                  </a:cubicBezTo>
                  <a:close/>
                  <a:moveTo>
                    <a:pt x="106268" y="55352"/>
                  </a:moveTo>
                  <a:cubicBezTo>
                    <a:pt x="109644" y="55380"/>
                    <a:pt x="111904" y="57389"/>
                    <a:pt x="111988" y="60374"/>
                  </a:cubicBezTo>
                  <a:cubicBezTo>
                    <a:pt x="112071" y="63471"/>
                    <a:pt x="109811" y="65787"/>
                    <a:pt x="106436" y="65787"/>
                  </a:cubicBezTo>
                  <a:cubicBezTo>
                    <a:pt x="101358" y="65814"/>
                    <a:pt x="96273" y="65828"/>
                    <a:pt x="91189" y="65828"/>
                  </a:cubicBezTo>
                  <a:cubicBezTo>
                    <a:pt x="86104" y="65828"/>
                    <a:pt x="81020" y="65814"/>
                    <a:pt x="75942" y="65787"/>
                  </a:cubicBezTo>
                  <a:cubicBezTo>
                    <a:pt x="72566" y="65787"/>
                    <a:pt x="70306" y="63471"/>
                    <a:pt x="70390" y="60374"/>
                  </a:cubicBezTo>
                  <a:cubicBezTo>
                    <a:pt x="70474" y="57389"/>
                    <a:pt x="72734" y="55380"/>
                    <a:pt x="76109" y="55380"/>
                  </a:cubicBezTo>
                  <a:cubicBezTo>
                    <a:pt x="81159" y="55352"/>
                    <a:pt x="86237" y="55352"/>
                    <a:pt x="91286" y="55352"/>
                  </a:cubicBezTo>
                  <a:close/>
                  <a:moveTo>
                    <a:pt x="42379" y="76277"/>
                  </a:moveTo>
                  <a:cubicBezTo>
                    <a:pt x="47457" y="76277"/>
                    <a:pt x="52507" y="76277"/>
                    <a:pt x="57556" y="76304"/>
                  </a:cubicBezTo>
                  <a:cubicBezTo>
                    <a:pt x="60904" y="76304"/>
                    <a:pt x="63164" y="78369"/>
                    <a:pt x="63192" y="81382"/>
                  </a:cubicBezTo>
                  <a:cubicBezTo>
                    <a:pt x="63248" y="84479"/>
                    <a:pt x="60960" y="86711"/>
                    <a:pt x="57584" y="86739"/>
                  </a:cubicBezTo>
                  <a:cubicBezTo>
                    <a:pt x="52521" y="86753"/>
                    <a:pt x="47464" y="86760"/>
                    <a:pt x="42407" y="86760"/>
                  </a:cubicBezTo>
                  <a:cubicBezTo>
                    <a:pt x="37351" y="86760"/>
                    <a:pt x="32294" y="86753"/>
                    <a:pt x="27230" y="86739"/>
                  </a:cubicBezTo>
                  <a:cubicBezTo>
                    <a:pt x="24273" y="86739"/>
                    <a:pt x="22097" y="84981"/>
                    <a:pt x="21650" y="82442"/>
                  </a:cubicBezTo>
                  <a:cubicBezTo>
                    <a:pt x="21204" y="79931"/>
                    <a:pt x="22571" y="77448"/>
                    <a:pt x="24998" y="76639"/>
                  </a:cubicBezTo>
                  <a:cubicBezTo>
                    <a:pt x="25752" y="76360"/>
                    <a:pt x="26588" y="76304"/>
                    <a:pt x="27398" y="76304"/>
                  </a:cubicBezTo>
                  <a:cubicBezTo>
                    <a:pt x="32392" y="76277"/>
                    <a:pt x="37385" y="76277"/>
                    <a:pt x="42379" y="76277"/>
                  </a:cubicBezTo>
                  <a:close/>
                  <a:moveTo>
                    <a:pt x="83140" y="76277"/>
                  </a:moveTo>
                  <a:cubicBezTo>
                    <a:pt x="83696" y="76283"/>
                    <a:pt x="84251" y="76285"/>
                    <a:pt x="84805" y="76285"/>
                  </a:cubicBezTo>
                  <a:cubicBezTo>
                    <a:pt x="85792" y="76285"/>
                    <a:pt x="86776" y="76278"/>
                    <a:pt x="87758" y="76278"/>
                  </a:cubicBezTo>
                  <a:cubicBezTo>
                    <a:pt x="88656" y="76278"/>
                    <a:pt x="89553" y="76284"/>
                    <a:pt x="90449" y="76304"/>
                  </a:cubicBezTo>
                  <a:cubicBezTo>
                    <a:pt x="93518" y="76332"/>
                    <a:pt x="95750" y="78425"/>
                    <a:pt x="95862" y="81298"/>
                  </a:cubicBezTo>
                  <a:cubicBezTo>
                    <a:pt x="95974" y="84088"/>
                    <a:pt x="93825" y="86599"/>
                    <a:pt x="90812" y="86683"/>
                  </a:cubicBezTo>
                  <a:cubicBezTo>
                    <a:pt x="88259" y="86753"/>
                    <a:pt x="85707" y="86788"/>
                    <a:pt x="83154" y="86788"/>
                  </a:cubicBezTo>
                  <a:cubicBezTo>
                    <a:pt x="80601" y="86788"/>
                    <a:pt x="78048" y="86753"/>
                    <a:pt x="75496" y="86683"/>
                  </a:cubicBezTo>
                  <a:cubicBezTo>
                    <a:pt x="72371" y="86599"/>
                    <a:pt x="70278" y="84200"/>
                    <a:pt x="70390" y="81215"/>
                  </a:cubicBezTo>
                  <a:cubicBezTo>
                    <a:pt x="70530" y="78369"/>
                    <a:pt x="72734" y="76332"/>
                    <a:pt x="75830" y="76304"/>
                  </a:cubicBezTo>
                  <a:cubicBezTo>
                    <a:pt x="78285" y="76277"/>
                    <a:pt x="80713" y="76277"/>
                    <a:pt x="83140" y="76277"/>
                  </a:cubicBezTo>
                  <a:close/>
                  <a:moveTo>
                    <a:pt x="42491" y="97201"/>
                  </a:moveTo>
                  <a:cubicBezTo>
                    <a:pt x="47485" y="97201"/>
                    <a:pt x="52479" y="97201"/>
                    <a:pt x="57473" y="97229"/>
                  </a:cubicBezTo>
                  <a:cubicBezTo>
                    <a:pt x="60932" y="97229"/>
                    <a:pt x="63192" y="99321"/>
                    <a:pt x="63192" y="102418"/>
                  </a:cubicBezTo>
                  <a:cubicBezTo>
                    <a:pt x="63192" y="105487"/>
                    <a:pt x="60904" y="107663"/>
                    <a:pt x="57473" y="107663"/>
                  </a:cubicBezTo>
                  <a:cubicBezTo>
                    <a:pt x="52451" y="107677"/>
                    <a:pt x="47422" y="107684"/>
                    <a:pt x="42393" y="107684"/>
                  </a:cubicBezTo>
                  <a:cubicBezTo>
                    <a:pt x="37365" y="107684"/>
                    <a:pt x="32336" y="107677"/>
                    <a:pt x="27314" y="107663"/>
                  </a:cubicBezTo>
                  <a:cubicBezTo>
                    <a:pt x="23882" y="107635"/>
                    <a:pt x="21595" y="105459"/>
                    <a:pt x="21595" y="102418"/>
                  </a:cubicBezTo>
                  <a:cubicBezTo>
                    <a:pt x="21595" y="99321"/>
                    <a:pt x="23882" y="97229"/>
                    <a:pt x="27314" y="97229"/>
                  </a:cubicBezTo>
                  <a:cubicBezTo>
                    <a:pt x="32364" y="97201"/>
                    <a:pt x="37413" y="97201"/>
                    <a:pt x="42491" y="97201"/>
                  </a:cubicBezTo>
                  <a:close/>
                  <a:moveTo>
                    <a:pt x="32503" y="118476"/>
                  </a:moveTo>
                  <a:cubicBezTo>
                    <a:pt x="35795" y="118476"/>
                    <a:pt x="39087" y="118488"/>
                    <a:pt x="42379" y="118488"/>
                  </a:cubicBezTo>
                  <a:lnTo>
                    <a:pt x="57389" y="118488"/>
                  </a:lnTo>
                  <a:cubicBezTo>
                    <a:pt x="60876" y="118488"/>
                    <a:pt x="63164" y="120525"/>
                    <a:pt x="63192" y="123593"/>
                  </a:cubicBezTo>
                  <a:cubicBezTo>
                    <a:pt x="63248" y="126746"/>
                    <a:pt x="60932" y="128922"/>
                    <a:pt x="57389" y="128950"/>
                  </a:cubicBezTo>
                  <a:cubicBezTo>
                    <a:pt x="52367" y="128950"/>
                    <a:pt x="47338" y="128957"/>
                    <a:pt x="42310" y="128957"/>
                  </a:cubicBezTo>
                  <a:cubicBezTo>
                    <a:pt x="37281" y="128957"/>
                    <a:pt x="32252" y="128950"/>
                    <a:pt x="27230" y="128922"/>
                  </a:cubicBezTo>
                  <a:cubicBezTo>
                    <a:pt x="24273" y="128922"/>
                    <a:pt x="22097" y="127192"/>
                    <a:pt x="21650" y="124654"/>
                  </a:cubicBezTo>
                  <a:cubicBezTo>
                    <a:pt x="21204" y="122115"/>
                    <a:pt x="22571" y="119660"/>
                    <a:pt x="24998" y="118823"/>
                  </a:cubicBezTo>
                  <a:cubicBezTo>
                    <a:pt x="25807" y="118572"/>
                    <a:pt x="26700" y="118516"/>
                    <a:pt x="27565" y="118488"/>
                  </a:cubicBezTo>
                  <a:cubicBezTo>
                    <a:pt x="29211" y="118479"/>
                    <a:pt x="30857" y="118476"/>
                    <a:pt x="32503" y="118476"/>
                  </a:cubicBezTo>
                  <a:close/>
                  <a:moveTo>
                    <a:pt x="18498" y="0"/>
                  </a:moveTo>
                  <a:cubicBezTo>
                    <a:pt x="14871" y="837"/>
                    <a:pt x="11356" y="1953"/>
                    <a:pt x="8370" y="4325"/>
                  </a:cubicBezTo>
                  <a:cubicBezTo>
                    <a:pt x="3042" y="8538"/>
                    <a:pt x="56" y="14034"/>
                    <a:pt x="56" y="20841"/>
                  </a:cubicBezTo>
                  <a:cubicBezTo>
                    <a:pt x="1" y="61378"/>
                    <a:pt x="1" y="101944"/>
                    <a:pt x="29" y="142509"/>
                  </a:cubicBezTo>
                  <a:cubicBezTo>
                    <a:pt x="56" y="153669"/>
                    <a:pt x="9235" y="163154"/>
                    <a:pt x="20339" y="163210"/>
                  </a:cubicBezTo>
                  <a:cubicBezTo>
                    <a:pt x="29558" y="163274"/>
                    <a:pt x="38778" y="163291"/>
                    <a:pt x="47997" y="163291"/>
                  </a:cubicBezTo>
                  <a:cubicBezTo>
                    <a:pt x="59060" y="163291"/>
                    <a:pt x="70124" y="163266"/>
                    <a:pt x="81187" y="163266"/>
                  </a:cubicBezTo>
                  <a:cubicBezTo>
                    <a:pt x="81354" y="163266"/>
                    <a:pt x="81522" y="163210"/>
                    <a:pt x="81829" y="163182"/>
                  </a:cubicBezTo>
                  <a:cubicBezTo>
                    <a:pt x="71450" y="144155"/>
                    <a:pt x="70809" y="125016"/>
                    <a:pt x="82498" y="106575"/>
                  </a:cubicBezTo>
                  <a:cubicBezTo>
                    <a:pt x="93348" y="89433"/>
                    <a:pt x="109245" y="81520"/>
                    <a:pt x="128941" y="81520"/>
                  </a:cubicBezTo>
                  <a:cubicBezTo>
                    <a:pt x="130465" y="81520"/>
                    <a:pt x="132012" y="81567"/>
                    <a:pt x="133581" y="81661"/>
                  </a:cubicBezTo>
                  <a:lnTo>
                    <a:pt x="133581" y="79597"/>
                  </a:lnTo>
                  <a:cubicBezTo>
                    <a:pt x="133581" y="60597"/>
                    <a:pt x="133386" y="41598"/>
                    <a:pt x="133665" y="22599"/>
                  </a:cubicBezTo>
                  <a:cubicBezTo>
                    <a:pt x="133833" y="9933"/>
                    <a:pt x="124933" y="1423"/>
                    <a:pt x="115559" y="224"/>
                  </a:cubicBezTo>
                  <a:cubicBezTo>
                    <a:pt x="115419" y="224"/>
                    <a:pt x="115252" y="84"/>
                    <a:pt x="115112" y="0"/>
                  </a:cubicBezTo>
                  <a:close/>
                </a:path>
              </a:pathLst>
            </a:custGeom>
            <a:solidFill>
              <a:srgbClr val="8DE2D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4" name="Google Shape;774;p38"/>
            <p:cNvSpPr/>
            <p:nvPr/>
          </p:nvSpPr>
          <p:spPr>
            <a:xfrm>
              <a:off x="3700125" y="2911200"/>
              <a:ext cx="2317050" cy="2174400"/>
            </a:xfrm>
            <a:custGeom>
              <a:rect b="b" l="l" r="r" t="t"/>
              <a:pathLst>
                <a:path extrusionOk="0" h="86976" w="92682">
                  <a:moveTo>
                    <a:pt x="61246" y="27942"/>
                  </a:moveTo>
                  <a:cubicBezTo>
                    <a:pt x="62954" y="27942"/>
                    <a:pt x="64509" y="28984"/>
                    <a:pt x="65396" y="30508"/>
                  </a:cubicBezTo>
                  <a:cubicBezTo>
                    <a:pt x="66484" y="32349"/>
                    <a:pt x="66345" y="34693"/>
                    <a:pt x="64894" y="36534"/>
                  </a:cubicBezTo>
                  <a:cubicBezTo>
                    <a:pt x="61909" y="40328"/>
                    <a:pt x="58868" y="44067"/>
                    <a:pt x="55855" y="47833"/>
                  </a:cubicBezTo>
                  <a:cubicBezTo>
                    <a:pt x="53456" y="50818"/>
                    <a:pt x="51084" y="53832"/>
                    <a:pt x="48657" y="56789"/>
                  </a:cubicBezTo>
                  <a:cubicBezTo>
                    <a:pt x="47399" y="58321"/>
                    <a:pt x="45954" y="59098"/>
                    <a:pt x="44425" y="59098"/>
                  </a:cubicBezTo>
                  <a:cubicBezTo>
                    <a:pt x="43310" y="59098"/>
                    <a:pt x="42150" y="58685"/>
                    <a:pt x="40985" y="57849"/>
                  </a:cubicBezTo>
                  <a:cubicBezTo>
                    <a:pt x="36995" y="55031"/>
                    <a:pt x="33061" y="52158"/>
                    <a:pt x="29128" y="49284"/>
                  </a:cubicBezTo>
                  <a:cubicBezTo>
                    <a:pt x="26561" y="47359"/>
                    <a:pt x="26003" y="44151"/>
                    <a:pt x="27760" y="41751"/>
                  </a:cubicBezTo>
                  <a:cubicBezTo>
                    <a:pt x="28774" y="40394"/>
                    <a:pt x="30277" y="39679"/>
                    <a:pt x="31864" y="39679"/>
                  </a:cubicBezTo>
                  <a:cubicBezTo>
                    <a:pt x="32984" y="39679"/>
                    <a:pt x="34147" y="40036"/>
                    <a:pt x="35210" y="40775"/>
                  </a:cubicBezTo>
                  <a:cubicBezTo>
                    <a:pt x="37916" y="42672"/>
                    <a:pt x="40566" y="44653"/>
                    <a:pt x="43384" y="46661"/>
                  </a:cubicBezTo>
                  <a:cubicBezTo>
                    <a:pt x="47848" y="41110"/>
                    <a:pt x="52116" y="35669"/>
                    <a:pt x="56552" y="30368"/>
                  </a:cubicBezTo>
                  <a:cubicBezTo>
                    <a:pt x="57417" y="29336"/>
                    <a:pt x="58784" y="28471"/>
                    <a:pt x="60068" y="28109"/>
                  </a:cubicBezTo>
                  <a:cubicBezTo>
                    <a:pt x="60464" y="27995"/>
                    <a:pt x="60859" y="27942"/>
                    <a:pt x="61246" y="27942"/>
                  </a:cubicBezTo>
                  <a:close/>
                  <a:moveTo>
                    <a:pt x="46519" y="1"/>
                  </a:moveTo>
                  <a:cubicBezTo>
                    <a:pt x="43400" y="1"/>
                    <a:pt x="40238" y="348"/>
                    <a:pt x="37079" y="1074"/>
                  </a:cubicBezTo>
                  <a:cubicBezTo>
                    <a:pt x="14508" y="6264"/>
                    <a:pt x="1" y="27104"/>
                    <a:pt x="3600" y="50149"/>
                  </a:cubicBezTo>
                  <a:cubicBezTo>
                    <a:pt x="6250" y="67111"/>
                    <a:pt x="16210" y="78634"/>
                    <a:pt x="32336" y="84548"/>
                  </a:cubicBezTo>
                  <a:cubicBezTo>
                    <a:pt x="35628" y="85748"/>
                    <a:pt x="39199" y="86194"/>
                    <a:pt x="42631" y="86976"/>
                  </a:cubicBezTo>
                  <a:lnTo>
                    <a:pt x="50275" y="86976"/>
                  </a:lnTo>
                  <a:cubicBezTo>
                    <a:pt x="51084" y="86836"/>
                    <a:pt x="51865" y="86669"/>
                    <a:pt x="52646" y="86557"/>
                  </a:cubicBezTo>
                  <a:cubicBezTo>
                    <a:pt x="76500" y="82958"/>
                    <a:pt x="92682" y="61225"/>
                    <a:pt x="89417" y="37259"/>
                  </a:cubicBezTo>
                  <a:cubicBezTo>
                    <a:pt x="86455" y="15671"/>
                    <a:pt x="67470" y="1"/>
                    <a:pt x="46519" y="1"/>
                  </a:cubicBezTo>
                  <a:close/>
                </a:path>
              </a:pathLst>
            </a:custGeom>
            <a:solidFill>
              <a:srgbClr val="8DE2D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75" name="Google Shape;775;p38"/>
          <p:cNvSpPr txBox="1"/>
          <p:nvPr/>
        </p:nvSpPr>
        <p:spPr>
          <a:xfrm>
            <a:off x="758075" y="533085"/>
            <a:ext cx="5441100" cy="280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" sz="1600" u="none" cap="none" strike="noStrike">
                <a:solidFill>
                  <a:srgbClr val="123546"/>
                </a:solidFill>
                <a:latin typeface="Archivo"/>
                <a:ea typeface="Archivo"/>
                <a:cs typeface="Archivo"/>
                <a:sym typeface="Archivo"/>
              </a:rPr>
              <a:t>{{camp_titulo}}</a:t>
            </a:r>
            <a:endParaRPr b="0" i="0" sz="1600" u="none" cap="none" strike="noStrike">
              <a:solidFill>
                <a:srgbClr val="123546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776" name="Google Shape;776;p38"/>
          <p:cNvSpPr/>
          <p:nvPr/>
        </p:nvSpPr>
        <p:spPr>
          <a:xfrm>
            <a:off x="2299613" y="1307688"/>
            <a:ext cx="4651800" cy="3567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9525">
            <a:solidFill>
              <a:srgbClr val="FECA18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s" sz="1600" u="none" cap="none" strike="noStrike">
                <a:solidFill>
                  <a:srgbClr val="1B3F4F"/>
                </a:solidFill>
                <a:latin typeface="Archivo"/>
                <a:ea typeface="Archivo"/>
                <a:cs typeface="Archivo"/>
                <a:sym typeface="Archivo"/>
              </a:rPr>
              <a:t>Objetivo de la comunicación</a:t>
            </a:r>
            <a:endParaRPr b="1" i="0" sz="1600" u="none" cap="none" strike="noStrike">
              <a:solidFill>
                <a:srgbClr val="1B3F4F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777" name="Google Shape;777;p38"/>
          <p:cNvSpPr/>
          <p:nvPr/>
        </p:nvSpPr>
        <p:spPr>
          <a:xfrm>
            <a:off x="2192788" y="1240015"/>
            <a:ext cx="502500" cy="502500"/>
          </a:xfrm>
          <a:prstGeom prst="roundRect">
            <a:avLst>
              <a:gd fmla="val 50000" name="adj"/>
            </a:avLst>
          </a:prstGeom>
          <a:solidFill>
            <a:srgbClr val="FECA18"/>
          </a:solidFill>
          <a:ln>
            <a:noFill/>
          </a:ln>
        </p:spPr>
        <p:txBody>
          <a:bodyPr anchorCtr="0" anchor="ctr" bIns="90800" lIns="90800" spcFirstLastPara="1" rIns="90800" wrap="square" tIns="9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90"/>
              <a:buFont typeface="Arial"/>
              <a:buNone/>
            </a:pPr>
            <a:r>
              <a:t/>
            </a:r>
            <a:endParaRPr b="0" i="0" sz="139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8" name="Google Shape;778;p38"/>
          <p:cNvSpPr/>
          <p:nvPr/>
        </p:nvSpPr>
        <p:spPr>
          <a:xfrm>
            <a:off x="1527300" y="1882895"/>
            <a:ext cx="6089400" cy="1433700"/>
          </a:xfrm>
          <a:prstGeom prst="roundRect">
            <a:avLst>
              <a:gd fmla="val 16667" name="adj"/>
            </a:avLst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98000">
            <a:no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400"/>
              </a:spcBef>
              <a:spcAft>
                <a:spcPts val="40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grpSp>
        <p:nvGrpSpPr>
          <p:cNvPr id="779" name="Google Shape;779;p38"/>
          <p:cNvGrpSpPr/>
          <p:nvPr/>
        </p:nvGrpSpPr>
        <p:grpSpPr>
          <a:xfrm>
            <a:off x="2348796" y="1380265"/>
            <a:ext cx="190480" cy="211556"/>
            <a:chOff x="2169088" y="811743"/>
            <a:chExt cx="3848087" cy="4273857"/>
          </a:xfrm>
        </p:grpSpPr>
        <p:sp>
          <p:nvSpPr>
            <p:cNvPr id="780" name="Google Shape;780;p38"/>
            <p:cNvSpPr/>
            <p:nvPr/>
          </p:nvSpPr>
          <p:spPr>
            <a:xfrm>
              <a:off x="2169088" y="811743"/>
              <a:ext cx="3345825" cy="4082275"/>
            </a:xfrm>
            <a:custGeom>
              <a:rect b="b" l="l" r="r" t="t"/>
              <a:pathLst>
                <a:path extrusionOk="0" h="163291" w="133833">
                  <a:moveTo>
                    <a:pt x="91175" y="34428"/>
                  </a:moveTo>
                  <a:cubicBezTo>
                    <a:pt x="96225" y="34428"/>
                    <a:pt x="101274" y="34428"/>
                    <a:pt x="106324" y="34456"/>
                  </a:cubicBezTo>
                  <a:cubicBezTo>
                    <a:pt x="109672" y="34456"/>
                    <a:pt x="111960" y="36520"/>
                    <a:pt x="111988" y="39506"/>
                  </a:cubicBezTo>
                  <a:cubicBezTo>
                    <a:pt x="112043" y="42602"/>
                    <a:pt x="109784" y="44862"/>
                    <a:pt x="106380" y="44890"/>
                  </a:cubicBezTo>
                  <a:cubicBezTo>
                    <a:pt x="101330" y="44904"/>
                    <a:pt x="96273" y="44911"/>
                    <a:pt x="91217" y="44911"/>
                  </a:cubicBezTo>
                  <a:cubicBezTo>
                    <a:pt x="86160" y="44911"/>
                    <a:pt x="81103" y="44904"/>
                    <a:pt x="76054" y="44890"/>
                  </a:cubicBezTo>
                  <a:cubicBezTo>
                    <a:pt x="72622" y="44862"/>
                    <a:pt x="70362" y="42658"/>
                    <a:pt x="70390" y="39561"/>
                  </a:cubicBezTo>
                  <a:cubicBezTo>
                    <a:pt x="70418" y="36492"/>
                    <a:pt x="72706" y="34456"/>
                    <a:pt x="76165" y="34456"/>
                  </a:cubicBezTo>
                  <a:cubicBezTo>
                    <a:pt x="81159" y="34428"/>
                    <a:pt x="86181" y="34428"/>
                    <a:pt x="91175" y="34428"/>
                  </a:cubicBezTo>
                  <a:close/>
                  <a:moveTo>
                    <a:pt x="42463" y="34428"/>
                  </a:moveTo>
                  <a:cubicBezTo>
                    <a:pt x="47457" y="34428"/>
                    <a:pt x="52451" y="34428"/>
                    <a:pt x="57445" y="34456"/>
                  </a:cubicBezTo>
                  <a:cubicBezTo>
                    <a:pt x="60849" y="34456"/>
                    <a:pt x="63108" y="36437"/>
                    <a:pt x="63192" y="39422"/>
                  </a:cubicBezTo>
                  <a:cubicBezTo>
                    <a:pt x="63276" y="42547"/>
                    <a:pt x="61044" y="44862"/>
                    <a:pt x="57668" y="44862"/>
                  </a:cubicBezTo>
                  <a:cubicBezTo>
                    <a:pt x="52590" y="44904"/>
                    <a:pt x="47506" y="44918"/>
                    <a:pt x="42421" y="44918"/>
                  </a:cubicBezTo>
                  <a:cubicBezTo>
                    <a:pt x="37337" y="44918"/>
                    <a:pt x="32252" y="44904"/>
                    <a:pt x="27174" y="44890"/>
                  </a:cubicBezTo>
                  <a:cubicBezTo>
                    <a:pt x="24217" y="44862"/>
                    <a:pt x="22069" y="43077"/>
                    <a:pt x="21650" y="40510"/>
                  </a:cubicBezTo>
                  <a:cubicBezTo>
                    <a:pt x="21232" y="37999"/>
                    <a:pt x="22627" y="35544"/>
                    <a:pt x="25082" y="34735"/>
                  </a:cubicBezTo>
                  <a:cubicBezTo>
                    <a:pt x="25835" y="34512"/>
                    <a:pt x="26672" y="34456"/>
                    <a:pt x="27481" y="34456"/>
                  </a:cubicBezTo>
                  <a:cubicBezTo>
                    <a:pt x="32475" y="34428"/>
                    <a:pt x="37469" y="34428"/>
                    <a:pt x="42463" y="34428"/>
                  </a:cubicBezTo>
                  <a:close/>
                  <a:moveTo>
                    <a:pt x="42425" y="55366"/>
                  </a:moveTo>
                  <a:cubicBezTo>
                    <a:pt x="47715" y="55366"/>
                    <a:pt x="53009" y="55380"/>
                    <a:pt x="58310" y="55408"/>
                  </a:cubicBezTo>
                  <a:cubicBezTo>
                    <a:pt x="60876" y="55408"/>
                    <a:pt x="62941" y="57473"/>
                    <a:pt x="63164" y="59984"/>
                  </a:cubicBezTo>
                  <a:cubicBezTo>
                    <a:pt x="63415" y="62662"/>
                    <a:pt x="61825" y="64977"/>
                    <a:pt x="59258" y="65591"/>
                  </a:cubicBezTo>
                  <a:cubicBezTo>
                    <a:pt x="58477" y="65759"/>
                    <a:pt x="57640" y="65814"/>
                    <a:pt x="56831" y="65814"/>
                  </a:cubicBezTo>
                  <a:cubicBezTo>
                    <a:pt x="55222" y="65824"/>
                    <a:pt x="53613" y="65827"/>
                    <a:pt x="52005" y="65827"/>
                  </a:cubicBezTo>
                  <a:cubicBezTo>
                    <a:pt x="48787" y="65827"/>
                    <a:pt x="45569" y="65814"/>
                    <a:pt x="42351" y="65814"/>
                  </a:cubicBezTo>
                  <a:cubicBezTo>
                    <a:pt x="39152" y="65814"/>
                    <a:pt x="35941" y="65827"/>
                    <a:pt x="32725" y="65827"/>
                  </a:cubicBezTo>
                  <a:cubicBezTo>
                    <a:pt x="31117" y="65827"/>
                    <a:pt x="29509" y="65824"/>
                    <a:pt x="27900" y="65814"/>
                  </a:cubicBezTo>
                  <a:cubicBezTo>
                    <a:pt x="27146" y="65814"/>
                    <a:pt x="26365" y="65759"/>
                    <a:pt x="25640" y="65619"/>
                  </a:cubicBezTo>
                  <a:cubicBezTo>
                    <a:pt x="23045" y="65033"/>
                    <a:pt x="21399" y="62773"/>
                    <a:pt x="21595" y="60095"/>
                  </a:cubicBezTo>
                  <a:cubicBezTo>
                    <a:pt x="21790" y="57528"/>
                    <a:pt x="23882" y="55408"/>
                    <a:pt x="26561" y="55408"/>
                  </a:cubicBezTo>
                  <a:cubicBezTo>
                    <a:pt x="31847" y="55380"/>
                    <a:pt x="37134" y="55366"/>
                    <a:pt x="42425" y="55366"/>
                  </a:cubicBezTo>
                  <a:close/>
                  <a:moveTo>
                    <a:pt x="106268" y="55352"/>
                  </a:moveTo>
                  <a:cubicBezTo>
                    <a:pt x="109644" y="55380"/>
                    <a:pt x="111904" y="57389"/>
                    <a:pt x="111988" y="60374"/>
                  </a:cubicBezTo>
                  <a:cubicBezTo>
                    <a:pt x="112071" y="63471"/>
                    <a:pt x="109811" y="65787"/>
                    <a:pt x="106436" y="65787"/>
                  </a:cubicBezTo>
                  <a:cubicBezTo>
                    <a:pt x="101358" y="65814"/>
                    <a:pt x="96273" y="65828"/>
                    <a:pt x="91189" y="65828"/>
                  </a:cubicBezTo>
                  <a:cubicBezTo>
                    <a:pt x="86104" y="65828"/>
                    <a:pt x="81020" y="65814"/>
                    <a:pt x="75942" y="65787"/>
                  </a:cubicBezTo>
                  <a:cubicBezTo>
                    <a:pt x="72566" y="65787"/>
                    <a:pt x="70306" y="63471"/>
                    <a:pt x="70390" y="60374"/>
                  </a:cubicBezTo>
                  <a:cubicBezTo>
                    <a:pt x="70474" y="57389"/>
                    <a:pt x="72734" y="55380"/>
                    <a:pt x="76109" y="55380"/>
                  </a:cubicBezTo>
                  <a:cubicBezTo>
                    <a:pt x="81159" y="55352"/>
                    <a:pt x="86237" y="55352"/>
                    <a:pt x="91286" y="55352"/>
                  </a:cubicBezTo>
                  <a:close/>
                  <a:moveTo>
                    <a:pt x="42379" y="76277"/>
                  </a:moveTo>
                  <a:cubicBezTo>
                    <a:pt x="47457" y="76277"/>
                    <a:pt x="52507" y="76277"/>
                    <a:pt x="57556" y="76304"/>
                  </a:cubicBezTo>
                  <a:cubicBezTo>
                    <a:pt x="60904" y="76304"/>
                    <a:pt x="63164" y="78369"/>
                    <a:pt x="63192" y="81382"/>
                  </a:cubicBezTo>
                  <a:cubicBezTo>
                    <a:pt x="63248" y="84479"/>
                    <a:pt x="60960" y="86711"/>
                    <a:pt x="57584" y="86739"/>
                  </a:cubicBezTo>
                  <a:cubicBezTo>
                    <a:pt x="52521" y="86753"/>
                    <a:pt x="47464" y="86760"/>
                    <a:pt x="42407" y="86760"/>
                  </a:cubicBezTo>
                  <a:cubicBezTo>
                    <a:pt x="37351" y="86760"/>
                    <a:pt x="32294" y="86753"/>
                    <a:pt x="27230" y="86739"/>
                  </a:cubicBezTo>
                  <a:cubicBezTo>
                    <a:pt x="24273" y="86739"/>
                    <a:pt x="22097" y="84981"/>
                    <a:pt x="21650" y="82442"/>
                  </a:cubicBezTo>
                  <a:cubicBezTo>
                    <a:pt x="21204" y="79931"/>
                    <a:pt x="22571" y="77448"/>
                    <a:pt x="24998" y="76639"/>
                  </a:cubicBezTo>
                  <a:cubicBezTo>
                    <a:pt x="25752" y="76360"/>
                    <a:pt x="26588" y="76304"/>
                    <a:pt x="27398" y="76304"/>
                  </a:cubicBezTo>
                  <a:cubicBezTo>
                    <a:pt x="32392" y="76277"/>
                    <a:pt x="37385" y="76277"/>
                    <a:pt x="42379" y="76277"/>
                  </a:cubicBezTo>
                  <a:close/>
                  <a:moveTo>
                    <a:pt x="83140" y="76277"/>
                  </a:moveTo>
                  <a:cubicBezTo>
                    <a:pt x="83696" y="76283"/>
                    <a:pt x="84251" y="76285"/>
                    <a:pt x="84805" y="76285"/>
                  </a:cubicBezTo>
                  <a:cubicBezTo>
                    <a:pt x="85792" y="76285"/>
                    <a:pt x="86776" y="76278"/>
                    <a:pt x="87758" y="76278"/>
                  </a:cubicBezTo>
                  <a:cubicBezTo>
                    <a:pt x="88656" y="76278"/>
                    <a:pt x="89553" y="76284"/>
                    <a:pt x="90449" y="76304"/>
                  </a:cubicBezTo>
                  <a:cubicBezTo>
                    <a:pt x="93518" y="76332"/>
                    <a:pt x="95750" y="78425"/>
                    <a:pt x="95862" y="81298"/>
                  </a:cubicBezTo>
                  <a:cubicBezTo>
                    <a:pt x="95974" y="84088"/>
                    <a:pt x="93825" y="86599"/>
                    <a:pt x="90812" y="86683"/>
                  </a:cubicBezTo>
                  <a:cubicBezTo>
                    <a:pt x="88259" y="86753"/>
                    <a:pt x="85707" y="86788"/>
                    <a:pt x="83154" y="86788"/>
                  </a:cubicBezTo>
                  <a:cubicBezTo>
                    <a:pt x="80601" y="86788"/>
                    <a:pt x="78048" y="86753"/>
                    <a:pt x="75496" y="86683"/>
                  </a:cubicBezTo>
                  <a:cubicBezTo>
                    <a:pt x="72371" y="86599"/>
                    <a:pt x="70278" y="84200"/>
                    <a:pt x="70390" y="81215"/>
                  </a:cubicBezTo>
                  <a:cubicBezTo>
                    <a:pt x="70530" y="78369"/>
                    <a:pt x="72734" y="76332"/>
                    <a:pt x="75830" y="76304"/>
                  </a:cubicBezTo>
                  <a:cubicBezTo>
                    <a:pt x="78285" y="76277"/>
                    <a:pt x="80713" y="76277"/>
                    <a:pt x="83140" y="76277"/>
                  </a:cubicBezTo>
                  <a:close/>
                  <a:moveTo>
                    <a:pt x="42491" y="97201"/>
                  </a:moveTo>
                  <a:cubicBezTo>
                    <a:pt x="47485" y="97201"/>
                    <a:pt x="52479" y="97201"/>
                    <a:pt x="57473" y="97229"/>
                  </a:cubicBezTo>
                  <a:cubicBezTo>
                    <a:pt x="60932" y="97229"/>
                    <a:pt x="63192" y="99321"/>
                    <a:pt x="63192" y="102418"/>
                  </a:cubicBezTo>
                  <a:cubicBezTo>
                    <a:pt x="63192" y="105487"/>
                    <a:pt x="60904" y="107663"/>
                    <a:pt x="57473" y="107663"/>
                  </a:cubicBezTo>
                  <a:cubicBezTo>
                    <a:pt x="52451" y="107677"/>
                    <a:pt x="47422" y="107684"/>
                    <a:pt x="42393" y="107684"/>
                  </a:cubicBezTo>
                  <a:cubicBezTo>
                    <a:pt x="37365" y="107684"/>
                    <a:pt x="32336" y="107677"/>
                    <a:pt x="27314" y="107663"/>
                  </a:cubicBezTo>
                  <a:cubicBezTo>
                    <a:pt x="23882" y="107635"/>
                    <a:pt x="21595" y="105459"/>
                    <a:pt x="21595" y="102418"/>
                  </a:cubicBezTo>
                  <a:cubicBezTo>
                    <a:pt x="21595" y="99321"/>
                    <a:pt x="23882" y="97229"/>
                    <a:pt x="27314" y="97229"/>
                  </a:cubicBezTo>
                  <a:cubicBezTo>
                    <a:pt x="32364" y="97201"/>
                    <a:pt x="37413" y="97201"/>
                    <a:pt x="42491" y="97201"/>
                  </a:cubicBezTo>
                  <a:close/>
                  <a:moveTo>
                    <a:pt x="32503" y="118476"/>
                  </a:moveTo>
                  <a:cubicBezTo>
                    <a:pt x="35795" y="118476"/>
                    <a:pt x="39087" y="118488"/>
                    <a:pt x="42379" y="118488"/>
                  </a:cubicBezTo>
                  <a:lnTo>
                    <a:pt x="57389" y="118488"/>
                  </a:lnTo>
                  <a:cubicBezTo>
                    <a:pt x="60876" y="118488"/>
                    <a:pt x="63164" y="120525"/>
                    <a:pt x="63192" y="123593"/>
                  </a:cubicBezTo>
                  <a:cubicBezTo>
                    <a:pt x="63248" y="126746"/>
                    <a:pt x="60932" y="128922"/>
                    <a:pt x="57389" y="128950"/>
                  </a:cubicBezTo>
                  <a:cubicBezTo>
                    <a:pt x="52367" y="128950"/>
                    <a:pt x="47338" y="128957"/>
                    <a:pt x="42310" y="128957"/>
                  </a:cubicBezTo>
                  <a:cubicBezTo>
                    <a:pt x="37281" y="128957"/>
                    <a:pt x="32252" y="128950"/>
                    <a:pt x="27230" y="128922"/>
                  </a:cubicBezTo>
                  <a:cubicBezTo>
                    <a:pt x="24273" y="128922"/>
                    <a:pt x="22097" y="127192"/>
                    <a:pt x="21650" y="124654"/>
                  </a:cubicBezTo>
                  <a:cubicBezTo>
                    <a:pt x="21204" y="122115"/>
                    <a:pt x="22571" y="119660"/>
                    <a:pt x="24998" y="118823"/>
                  </a:cubicBezTo>
                  <a:cubicBezTo>
                    <a:pt x="25807" y="118572"/>
                    <a:pt x="26700" y="118516"/>
                    <a:pt x="27565" y="118488"/>
                  </a:cubicBezTo>
                  <a:cubicBezTo>
                    <a:pt x="29211" y="118479"/>
                    <a:pt x="30857" y="118476"/>
                    <a:pt x="32503" y="118476"/>
                  </a:cubicBezTo>
                  <a:close/>
                  <a:moveTo>
                    <a:pt x="18498" y="0"/>
                  </a:moveTo>
                  <a:cubicBezTo>
                    <a:pt x="14871" y="837"/>
                    <a:pt x="11356" y="1953"/>
                    <a:pt x="8370" y="4325"/>
                  </a:cubicBezTo>
                  <a:cubicBezTo>
                    <a:pt x="3042" y="8538"/>
                    <a:pt x="56" y="14034"/>
                    <a:pt x="56" y="20841"/>
                  </a:cubicBezTo>
                  <a:cubicBezTo>
                    <a:pt x="1" y="61378"/>
                    <a:pt x="1" y="101944"/>
                    <a:pt x="29" y="142509"/>
                  </a:cubicBezTo>
                  <a:cubicBezTo>
                    <a:pt x="56" y="153669"/>
                    <a:pt x="9235" y="163154"/>
                    <a:pt x="20339" y="163210"/>
                  </a:cubicBezTo>
                  <a:cubicBezTo>
                    <a:pt x="29558" y="163274"/>
                    <a:pt x="38778" y="163291"/>
                    <a:pt x="47997" y="163291"/>
                  </a:cubicBezTo>
                  <a:cubicBezTo>
                    <a:pt x="59060" y="163291"/>
                    <a:pt x="70124" y="163266"/>
                    <a:pt x="81187" y="163266"/>
                  </a:cubicBezTo>
                  <a:cubicBezTo>
                    <a:pt x="81354" y="163266"/>
                    <a:pt x="81522" y="163210"/>
                    <a:pt x="81829" y="163182"/>
                  </a:cubicBezTo>
                  <a:cubicBezTo>
                    <a:pt x="71450" y="144155"/>
                    <a:pt x="70809" y="125016"/>
                    <a:pt x="82498" y="106575"/>
                  </a:cubicBezTo>
                  <a:cubicBezTo>
                    <a:pt x="93348" y="89433"/>
                    <a:pt x="109245" y="81520"/>
                    <a:pt x="128941" y="81520"/>
                  </a:cubicBezTo>
                  <a:cubicBezTo>
                    <a:pt x="130465" y="81520"/>
                    <a:pt x="132012" y="81567"/>
                    <a:pt x="133581" y="81661"/>
                  </a:cubicBezTo>
                  <a:lnTo>
                    <a:pt x="133581" y="79597"/>
                  </a:lnTo>
                  <a:cubicBezTo>
                    <a:pt x="133581" y="60597"/>
                    <a:pt x="133386" y="41598"/>
                    <a:pt x="133665" y="22599"/>
                  </a:cubicBezTo>
                  <a:cubicBezTo>
                    <a:pt x="133833" y="9933"/>
                    <a:pt x="124933" y="1423"/>
                    <a:pt x="115559" y="224"/>
                  </a:cubicBezTo>
                  <a:cubicBezTo>
                    <a:pt x="115419" y="224"/>
                    <a:pt x="115252" y="84"/>
                    <a:pt x="11511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1" name="Google Shape;781;p38"/>
            <p:cNvSpPr/>
            <p:nvPr/>
          </p:nvSpPr>
          <p:spPr>
            <a:xfrm>
              <a:off x="3700125" y="2911200"/>
              <a:ext cx="2317050" cy="2174400"/>
            </a:xfrm>
            <a:custGeom>
              <a:rect b="b" l="l" r="r" t="t"/>
              <a:pathLst>
                <a:path extrusionOk="0" h="86976" w="92682">
                  <a:moveTo>
                    <a:pt x="61246" y="27942"/>
                  </a:moveTo>
                  <a:cubicBezTo>
                    <a:pt x="62954" y="27942"/>
                    <a:pt x="64509" y="28984"/>
                    <a:pt x="65396" y="30508"/>
                  </a:cubicBezTo>
                  <a:cubicBezTo>
                    <a:pt x="66484" y="32349"/>
                    <a:pt x="66345" y="34693"/>
                    <a:pt x="64894" y="36534"/>
                  </a:cubicBezTo>
                  <a:cubicBezTo>
                    <a:pt x="61909" y="40328"/>
                    <a:pt x="58868" y="44067"/>
                    <a:pt x="55855" y="47833"/>
                  </a:cubicBezTo>
                  <a:cubicBezTo>
                    <a:pt x="53456" y="50818"/>
                    <a:pt x="51084" y="53832"/>
                    <a:pt x="48657" y="56789"/>
                  </a:cubicBezTo>
                  <a:cubicBezTo>
                    <a:pt x="47399" y="58321"/>
                    <a:pt x="45954" y="59098"/>
                    <a:pt x="44425" y="59098"/>
                  </a:cubicBezTo>
                  <a:cubicBezTo>
                    <a:pt x="43310" y="59098"/>
                    <a:pt x="42150" y="58685"/>
                    <a:pt x="40985" y="57849"/>
                  </a:cubicBezTo>
                  <a:cubicBezTo>
                    <a:pt x="36995" y="55031"/>
                    <a:pt x="33061" y="52158"/>
                    <a:pt x="29128" y="49284"/>
                  </a:cubicBezTo>
                  <a:cubicBezTo>
                    <a:pt x="26561" y="47359"/>
                    <a:pt x="26003" y="44151"/>
                    <a:pt x="27760" y="41751"/>
                  </a:cubicBezTo>
                  <a:cubicBezTo>
                    <a:pt x="28774" y="40394"/>
                    <a:pt x="30277" y="39679"/>
                    <a:pt x="31864" y="39679"/>
                  </a:cubicBezTo>
                  <a:cubicBezTo>
                    <a:pt x="32984" y="39679"/>
                    <a:pt x="34147" y="40036"/>
                    <a:pt x="35210" y="40775"/>
                  </a:cubicBezTo>
                  <a:cubicBezTo>
                    <a:pt x="37916" y="42672"/>
                    <a:pt x="40566" y="44653"/>
                    <a:pt x="43384" y="46661"/>
                  </a:cubicBezTo>
                  <a:cubicBezTo>
                    <a:pt x="47848" y="41110"/>
                    <a:pt x="52116" y="35669"/>
                    <a:pt x="56552" y="30368"/>
                  </a:cubicBezTo>
                  <a:cubicBezTo>
                    <a:pt x="57417" y="29336"/>
                    <a:pt x="58784" y="28471"/>
                    <a:pt x="60068" y="28109"/>
                  </a:cubicBezTo>
                  <a:cubicBezTo>
                    <a:pt x="60464" y="27995"/>
                    <a:pt x="60859" y="27942"/>
                    <a:pt x="61246" y="27942"/>
                  </a:cubicBezTo>
                  <a:close/>
                  <a:moveTo>
                    <a:pt x="46519" y="1"/>
                  </a:moveTo>
                  <a:cubicBezTo>
                    <a:pt x="43400" y="1"/>
                    <a:pt x="40238" y="348"/>
                    <a:pt x="37079" y="1074"/>
                  </a:cubicBezTo>
                  <a:cubicBezTo>
                    <a:pt x="14508" y="6264"/>
                    <a:pt x="1" y="27104"/>
                    <a:pt x="3600" y="50149"/>
                  </a:cubicBezTo>
                  <a:cubicBezTo>
                    <a:pt x="6250" y="67111"/>
                    <a:pt x="16210" y="78634"/>
                    <a:pt x="32336" y="84548"/>
                  </a:cubicBezTo>
                  <a:cubicBezTo>
                    <a:pt x="35628" y="85748"/>
                    <a:pt x="39199" y="86194"/>
                    <a:pt x="42631" y="86976"/>
                  </a:cubicBezTo>
                  <a:lnTo>
                    <a:pt x="50275" y="86976"/>
                  </a:lnTo>
                  <a:cubicBezTo>
                    <a:pt x="51084" y="86836"/>
                    <a:pt x="51865" y="86669"/>
                    <a:pt x="52646" y="86557"/>
                  </a:cubicBezTo>
                  <a:cubicBezTo>
                    <a:pt x="76500" y="82958"/>
                    <a:pt x="92682" y="61225"/>
                    <a:pt x="89417" y="37259"/>
                  </a:cubicBezTo>
                  <a:cubicBezTo>
                    <a:pt x="86455" y="15671"/>
                    <a:pt x="67470" y="1"/>
                    <a:pt x="4651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82" name="Google Shape;782;p38"/>
          <p:cNvSpPr/>
          <p:nvPr/>
        </p:nvSpPr>
        <p:spPr>
          <a:xfrm>
            <a:off x="1492800" y="3672250"/>
            <a:ext cx="6158400" cy="366900"/>
          </a:xfrm>
          <a:prstGeom prst="roundRect">
            <a:avLst>
              <a:gd fmla="val 50000" name="adj"/>
            </a:avLst>
          </a:prstGeom>
          <a:solidFill>
            <a:srgbClr val="FECA18"/>
          </a:solidFill>
          <a:ln cap="flat" cmpd="sng" w="9525">
            <a:solidFill>
              <a:srgbClr val="FECA1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s" sz="1400" u="none" cap="none" strike="noStrike">
                <a:solidFill>
                  <a:srgbClr val="FFFFFF"/>
                </a:solidFill>
                <a:latin typeface="Archivo"/>
                <a:ea typeface="Archivo"/>
                <a:cs typeface="Archivo"/>
                <a:sym typeface="Archivo"/>
              </a:rPr>
              <a:t>Período: </a:t>
            </a:r>
            <a:r>
              <a:rPr b="1" i="1" lang="es" sz="1400" u="none" cap="none" strike="noStrike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rPr>
              <a:t>{{camp_desde}}</a:t>
            </a:r>
            <a:r>
              <a:rPr b="1" i="0" lang="es" sz="1400" u="none" cap="none" strike="noStrike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rPr>
              <a:t> al </a:t>
            </a:r>
            <a:r>
              <a:rPr b="1" i="1" lang="es" sz="1400" u="none" cap="none" strike="noStrike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rPr>
              <a:t>{{camp_hasta}}</a:t>
            </a:r>
            <a:endParaRPr b="1" i="1" sz="1400" u="none" cap="none" strike="noStrike">
              <a:solidFill>
                <a:srgbClr val="FFFFFF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6" name="Shape 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7" name="Google Shape;787;p39"/>
          <p:cNvSpPr txBox="1"/>
          <p:nvPr/>
        </p:nvSpPr>
        <p:spPr>
          <a:xfrm>
            <a:off x="758075" y="227675"/>
            <a:ext cx="7076700" cy="280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" sz="2000" u="none" cap="none" strike="noStrike">
                <a:solidFill>
                  <a:srgbClr val="123546"/>
                </a:solidFill>
                <a:latin typeface="Archivo ExtraBold"/>
                <a:ea typeface="Archivo ExtraBold"/>
                <a:cs typeface="Archivo ExtraBold"/>
                <a:sym typeface="Archivo ExtraBold"/>
              </a:rPr>
              <a:t>Herramientas y audiencias</a:t>
            </a:r>
            <a:endParaRPr b="1" i="0" sz="2200" u="none" cap="none" strike="noStrike">
              <a:solidFill>
                <a:srgbClr val="133446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788" name="Google Shape;788;p39"/>
          <p:cNvSpPr/>
          <p:nvPr/>
        </p:nvSpPr>
        <p:spPr>
          <a:xfrm>
            <a:off x="292450" y="197829"/>
            <a:ext cx="366900" cy="366900"/>
          </a:xfrm>
          <a:prstGeom prst="ellipse">
            <a:avLst/>
          </a:prstGeom>
          <a:solidFill>
            <a:srgbClr val="1235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89" name="Google Shape;789;p39"/>
          <p:cNvGrpSpPr/>
          <p:nvPr/>
        </p:nvGrpSpPr>
        <p:grpSpPr>
          <a:xfrm>
            <a:off x="393808" y="275504"/>
            <a:ext cx="190480" cy="211556"/>
            <a:chOff x="2169088" y="811743"/>
            <a:chExt cx="3848087" cy="4273857"/>
          </a:xfrm>
        </p:grpSpPr>
        <p:sp>
          <p:nvSpPr>
            <p:cNvPr id="790" name="Google Shape;790;p39"/>
            <p:cNvSpPr/>
            <p:nvPr/>
          </p:nvSpPr>
          <p:spPr>
            <a:xfrm>
              <a:off x="2169088" y="811743"/>
              <a:ext cx="3345825" cy="4082275"/>
            </a:xfrm>
            <a:custGeom>
              <a:rect b="b" l="l" r="r" t="t"/>
              <a:pathLst>
                <a:path extrusionOk="0" h="163291" w="133833">
                  <a:moveTo>
                    <a:pt x="91175" y="34428"/>
                  </a:moveTo>
                  <a:cubicBezTo>
                    <a:pt x="96225" y="34428"/>
                    <a:pt x="101274" y="34428"/>
                    <a:pt x="106324" y="34456"/>
                  </a:cubicBezTo>
                  <a:cubicBezTo>
                    <a:pt x="109672" y="34456"/>
                    <a:pt x="111960" y="36520"/>
                    <a:pt x="111988" y="39506"/>
                  </a:cubicBezTo>
                  <a:cubicBezTo>
                    <a:pt x="112043" y="42602"/>
                    <a:pt x="109784" y="44862"/>
                    <a:pt x="106380" y="44890"/>
                  </a:cubicBezTo>
                  <a:cubicBezTo>
                    <a:pt x="101330" y="44904"/>
                    <a:pt x="96273" y="44911"/>
                    <a:pt x="91217" y="44911"/>
                  </a:cubicBezTo>
                  <a:cubicBezTo>
                    <a:pt x="86160" y="44911"/>
                    <a:pt x="81103" y="44904"/>
                    <a:pt x="76054" y="44890"/>
                  </a:cubicBezTo>
                  <a:cubicBezTo>
                    <a:pt x="72622" y="44862"/>
                    <a:pt x="70362" y="42658"/>
                    <a:pt x="70390" y="39561"/>
                  </a:cubicBezTo>
                  <a:cubicBezTo>
                    <a:pt x="70418" y="36492"/>
                    <a:pt x="72706" y="34456"/>
                    <a:pt x="76165" y="34456"/>
                  </a:cubicBezTo>
                  <a:cubicBezTo>
                    <a:pt x="81159" y="34428"/>
                    <a:pt x="86181" y="34428"/>
                    <a:pt x="91175" y="34428"/>
                  </a:cubicBezTo>
                  <a:close/>
                  <a:moveTo>
                    <a:pt x="42463" y="34428"/>
                  </a:moveTo>
                  <a:cubicBezTo>
                    <a:pt x="47457" y="34428"/>
                    <a:pt x="52451" y="34428"/>
                    <a:pt x="57445" y="34456"/>
                  </a:cubicBezTo>
                  <a:cubicBezTo>
                    <a:pt x="60849" y="34456"/>
                    <a:pt x="63108" y="36437"/>
                    <a:pt x="63192" y="39422"/>
                  </a:cubicBezTo>
                  <a:cubicBezTo>
                    <a:pt x="63276" y="42547"/>
                    <a:pt x="61044" y="44862"/>
                    <a:pt x="57668" y="44862"/>
                  </a:cubicBezTo>
                  <a:cubicBezTo>
                    <a:pt x="52590" y="44904"/>
                    <a:pt x="47506" y="44918"/>
                    <a:pt x="42421" y="44918"/>
                  </a:cubicBezTo>
                  <a:cubicBezTo>
                    <a:pt x="37337" y="44918"/>
                    <a:pt x="32252" y="44904"/>
                    <a:pt x="27174" y="44890"/>
                  </a:cubicBezTo>
                  <a:cubicBezTo>
                    <a:pt x="24217" y="44862"/>
                    <a:pt x="22069" y="43077"/>
                    <a:pt x="21650" y="40510"/>
                  </a:cubicBezTo>
                  <a:cubicBezTo>
                    <a:pt x="21232" y="37999"/>
                    <a:pt x="22627" y="35544"/>
                    <a:pt x="25082" y="34735"/>
                  </a:cubicBezTo>
                  <a:cubicBezTo>
                    <a:pt x="25835" y="34512"/>
                    <a:pt x="26672" y="34456"/>
                    <a:pt x="27481" y="34456"/>
                  </a:cubicBezTo>
                  <a:cubicBezTo>
                    <a:pt x="32475" y="34428"/>
                    <a:pt x="37469" y="34428"/>
                    <a:pt x="42463" y="34428"/>
                  </a:cubicBezTo>
                  <a:close/>
                  <a:moveTo>
                    <a:pt x="42425" y="55366"/>
                  </a:moveTo>
                  <a:cubicBezTo>
                    <a:pt x="47715" y="55366"/>
                    <a:pt x="53009" y="55380"/>
                    <a:pt x="58310" y="55408"/>
                  </a:cubicBezTo>
                  <a:cubicBezTo>
                    <a:pt x="60876" y="55408"/>
                    <a:pt x="62941" y="57473"/>
                    <a:pt x="63164" y="59984"/>
                  </a:cubicBezTo>
                  <a:cubicBezTo>
                    <a:pt x="63415" y="62662"/>
                    <a:pt x="61825" y="64977"/>
                    <a:pt x="59258" y="65591"/>
                  </a:cubicBezTo>
                  <a:cubicBezTo>
                    <a:pt x="58477" y="65759"/>
                    <a:pt x="57640" y="65814"/>
                    <a:pt x="56831" y="65814"/>
                  </a:cubicBezTo>
                  <a:cubicBezTo>
                    <a:pt x="55222" y="65824"/>
                    <a:pt x="53613" y="65827"/>
                    <a:pt x="52005" y="65827"/>
                  </a:cubicBezTo>
                  <a:cubicBezTo>
                    <a:pt x="48787" y="65827"/>
                    <a:pt x="45569" y="65814"/>
                    <a:pt x="42351" y="65814"/>
                  </a:cubicBezTo>
                  <a:cubicBezTo>
                    <a:pt x="39152" y="65814"/>
                    <a:pt x="35941" y="65827"/>
                    <a:pt x="32725" y="65827"/>
                  </a:cubicBezTo>
                  <a:cubicBezTo>
                    <a:pt x="31117" y="65827"/>
                    <a:pt x="29509" y="65824"/>
                    <a:pt x="27900" y="65814"/>
                  </a:cubicBezTo>
                  <a:cubicBezTo>
                    <a:pt x="27146" y="65814"/>
                    <a:pt x="26365" y="65759"/>
                    <a:pt x="25640" y="65619"/>
                  </a:cubicBezTo>
                  <a:cubicBezTo>
                    <a:pt x="23045" y="65033"/>
                    <a:pt x="21399" y="62773"/>
                    <a:pt x="21595" y="60095"/>
                  </a:cubicBezTo>
                  <a:cubicBezTo>
                    <a:pt x="21790" y="57528"/>
                    <a:pt x="23882" y="55408"/>
                    <a:pt x="26561" y="55408"/>
                  </a:cubicBezTo>
                  <a:cubicBezTo>
                    <a:pt x="31847" y="55380"/>
                    <a:pt x="37134" y="55366"/>
                    <a:pt x="42425" y="55366"/>
                  </a:cubicBezTo>
                  <a:close/>
                  <a:moveTo>
                    <a:pt x="106268" y="55352"/>
                  </a:moveTo>
                  <a:cubicBezTo>
                    <a:pt x="109644" y="55380"/>
                    <a:pt x="111904" y="57389"/>
                    <a:pt x="111988" y="60374"/>
                  </a:cubicBezTo>
                  <a:cubicBezTo>
                    <a:pt x="112071" y="63471"/>
                    <a:pt x="109811" y="65787"/>
                    <a:pt x="106436" y="65787"/>
                  </a:cubicBezTo>
                  <a:cubicBezTo>
                    <a:pt x="101358" y="65814"/>
                    <a:pt x="96273" y="65828"/>
                    <a:pt x="91189" y="65828"/>
                  </a:cubicBezTo>
                  <a:cubicBezTo>
                    <a:pt x="86104" y="65828"/>
                    <a:pt x="81020" y="65814"/>
                    <a:pt x="75942" y="65787"/>
                  </a:cubicBezTo>
                  <a:cubicBezTo>
                    <a:pt x="72566" y="65787"/>
                    <a:pt x="70306" y="63471"/>
                    <a:pt x="70390" y="60374"/>
                  </a:cubicBezTo>
                  <a:cubicBezTo>
                    <a:pt x="70474" y="57389"/>
                    <a:pt x="72734" y="55380"/>
                    <a:pt x="76109" y="55380"/>
                  </a:cubicBezTo>
                  <a:cubicBezTo>
                    <a:pt x="81159" y="55352"/>
                    <a:pt x="86237" y="55352"/>
                    <a:pt x="91286" y="55352"/>
                  </a:cubicBezTo>
                  <a:close/>
                  <a:moveTo>
                    <a:pt x="42379" y="76277"/>
                  </a:moveTo>
                  <a:cubicBezTo>
                    <a:pt x="47457" y="76277"/>
                    <a:pt x="52507" y="76277"/>
                    <a:pt x="57556" y="76304"/>
                  </a:cubicBezTo>
                  <a:cubicBezTo>
                    <a:pt x="60904" y="76304"/>
                    <a:pt x="63164" y="78369"/>
                    <a:pt x="63192" y="81382"/>
                  </a:cubicBezTo>
                  <a:cubicBezTo>
                    <a:pt x="63248" y="84479"/>
                    <a:pt x="60960" y="86711"/>
                    <a:pt x="57584" y="86739"/>
                  </a:cubicBezTo>
                  <a:cubicBezTo>
                    <a:pt x="52521" y="86753"/>
                    <a:pt x="47464" y="86760"/>
                    <a:pt x="42407" y="86760"/>
                  </a:cubicBezTo>
                  <a:cubicBezTo>
                    <a:pt x="37351" y="86760"/>
                    <a:pt x="32294" y="86753"/>
                    <a:pt x="27230" y="86739"/>
                  </a:cubicBezTo>
                  <a:cubicBezTo>
                    <a:pt x="24273" y="86739"/>
                    <a:pt x="22097" y="84981"/>
                    <a:pt x="21650" y="82442"/>
                  </a:cubicBezTo>
                  <a:cubicBezTo>
                    <a:pt x="21204" y="79931"/>
                    <a:pt x="22571" y="77448"/>
                    <a:pt x="24998" y="76639"/>
                  </a:cubicBezTo>
                  <a:cubicBezTo>
                    <a:pt x="25752" y="76360"/>
                    <a:pt x="26588" y="76304"/>
                    <a:pt x="27398" y="76304"/>
                  </a:cubicBezTo>
                  <a:cubicBezTo>
                    <a:pt x="32392" y="76277"/>
                    <a:pt x="37385" y="76277"/>
                    <a:pt x="42379" y="76277"/>
                  </a:cubicBezTo>
                  <a:close/>
                  <a:moveTo>
                    <a:pt x="83140" y="76277"/>
                  </a:moveTo>
                  <a:cubicBezTo>
                    <a:pt x="83696" y="76283"/>
                    <a:pt x="84251" y="76285"/>
                    <a:pt x="84805" y="76285"/>
                  </a:cubicBezTo>
                  <a:cubicBezTo>
                    <a:pt x="85792" y="76285"/>
                    <a:pt x="86776" y="76278"/>
                    <a:pt x="87758" y="76278"/>
                  </a:cubicBezTo>
                  <a:cubicBezTo>
                    <a:pt x="88656" y="76278"/>
                    <a:pt x="89553" y="76284"/>
                    <a:pt x="90449" y="76304"/>
                  </a:cubicBezTo>
                  <a:cubicBezTo>
                    <a:pt x="93518" y="76332"/>
                    <a:pt x="95750" y="78425"/>
                    <a:pt x="95862" y="81298"/>
                  </a:cubicBezTo>
                  <a:cubicBezTo>
                    <a:pt x="95974" y="84088"/>
                    <a:pt x="93825" y="86599"/>
                    <a:pt x="90812" y="86683"/>
                  </a:cubicBezTo>
                  <a:cubicBezTo>
                    <a:pt x="88259" y="86753"/>
                    <a:pt x="85707" y="86788"/>
                    <a:pt x="83154" y="86788"/>
                  </a:cubicBezTo>
                  <a:cubicBezTo>
                    <a:pt x="80601" y="86788"/>
                    <a:pt x="78048" y="86753"/>
                    <a:pt x="75496" y="86683"/>
                  </a:cubicBezTo>
                  <a:cubicBezTo>
                    <a:pt x="72371" y="86599"/>
                    <a:pt x="70278" y="84200"/>
                    <a:pt x="70390" y="81215"/>
                  </a:cubicBezTo>
                  <a:cubicBezTo>
                    <a:pt x="70530" y="78369"/>
                    <a:pt x="72734" y="76332"/>
                    <a:pt x="75830" y="76304"/>
                  </a:cubicBezTo>
                  <a:cubicBezTo>
                    <a:pt x="78285" y="76277"/>
                    <a:pt x="80713" y="76277"/>
                    <a:pt x="83140" y="76277"/>
                  </a:cubicBezTo>
                  <a:close/>
                  <a:moveTo>
                    <a:pt x="42491" y="97201"/>
                  </a:moveTo>
                  <a:cubicBezTo>
                    <a:pt x="47485" y="97201"/>
                    <a:pt x="52479" y="97201"/>
                    <a:pt x="57473" y="97229"/>
                  </a:cubicBezTo>
                  <a:cubicBezTo>
                    <a:pt x="60932" y="97229"/>
                    <a:pt x="63192" y="99321"/>
                    <a:pt x="63192" y="102418"/>
                  </a:cubicBezTo>
                  <a:cubicBezTo>
                    <a:pt x="63192" y="105487"/>
                    <a:pt x="60904" y="107663"/>
                    <a:pt x="57473" y="107663"/>
                  </a:cubicBezTo>
                  <a:cubicBezTo>
                    <a:pt x="52451" y="107677"/>
                    <a:pt x="47422" y="107684"/>
                    <a:pt x="42393" y="107684"/>
                  </a:cubicBezTo>
                  <a:cubicBezTo>
                    <a:pt x="37365" y="107684"/>
                    <a:pt x="32336" y="107677"/>
                    <a:pt x="27314" y="107663"/>
                  </a:cubicBezTo>
                  <a:cubicBezTo>
                    <a:pt x="23882" y="107635"/>
                    <a:pt x="21595" y="105459"/>
                    <a:pt x="21595" y="102418"/>
                  </a:cubicBezTo>
                  <a:cubicBezTo>
                    <a:pt x="21595" y="99321"/>
                    <a:pt x="23882" y="97229"/>
                    <a:pt x="27314" y="97229"/>
                  </a:cubicBezTo>
                  <a:cubicBezTo>
                    <a:pt x="32364" y="97201"/>
                    <a:pt x="37413" y="97201"/>
                    <a:pt x="42491" y="97201"/>
                  </a:cubicBezTo>
                  <a:close/>
                  <a:moveTo>
                    <a:pt x="32503" y="118476"/>
                  </a:moveTo>
                  <a:cubicBezTo>
                    <a:pt x="35795" y="118476"/>
                    <a:pt x="39087" y="118488"/>
                    <a:pt x="42379" y="118488"/>
                  </a:cubicBezTo>
                  <a:lnTo>
                    <a:pt x="57389" y="118488"/>
                  </a:lnTo>
                  <a:cubicBezTo>
                    <a:pt x="60876" y="118488"/>
                    <a:pt x="63164" y="120525"/>
                    <a:pt x="63192" y="123593"/>
                  </a:cubicBezTo>
                  <a:cubicBezTo>
                    <a:pt x="63248" y="126746"/>
                    <a:pt x="60932" y="128922"/>
                    <a:pt x="57389" y="128950"/>
                  </a:cubicBezTo>
                  <a:cubicBezTo>
                    <a:pt x="52367" y="128950"/>
                    <a:pt x="47338" y="128957"/>
                    <a:pt x="42310" y="128957"/>
                  </a:cubicBezTo>
                  <a:cubicBezTo>
                    <a:pt x="37281" y="128957"/>
                    <a:pt x="32252" y="128950"/>
                    <a:pt x="27230" y="128922"/>
                  </a:cubicBezTo>
                  <a:cubicBezTo>
                    <a:pt x="24273" y="128922"/>
                    <a:pt x="22097" y="127192"/>
                    <a:pt x="21650" y="124654"/>
                  </a:cubicBezTo>
                  <a:cubicBezTo>
                    <a:pt x="21204" y="122115"/>
                    <a:pt x="22571" y="119660"/>
                    <a:pt x="24998" y="118823"/>
                  </a:cubicBezTo>
                  <a:cubicBezTo>
                    <a:pt x="25807" y="118572"/>
                    <a:pt x="26700" y="118516"/>
                    <a:pt x="27565" y="118488"/>
                  </a:cubicBezTo>
                  <a:cubicBezTo>
                    <a:pt x="29211" y="118479"/>
                    <a:pt x="30857" y="118476"/>
                    <a:pt x="32503" y="118476"/>
                  </a:cubicBezTo>
                  <a:close/>
                  <a:moveTo>
                    <a:pt x="18498" y="0"/>
                  </a:moveTo>
                  <a:cubicBezTo>
                    <a:pt x="14871" y="837"/>
                    <a:pt x="11356" y="1953"/>
                    <a:pt x="8370" y="4325"/>
                  </a:cubicBezTo>
                  <a:cubicBezTo>
                    <a:pt x="3042" y="8538"/>
                    <a:pt x="56" y="14034"/>
                    <a:pt x="56" y="20841"/>
                  </a:cubicBezTo>
                  <a:cubicBezTo>
                    <a:pt x="1" y="61378"/>
                    <a:pt x="1" y="101944"/>
                    <a:pt x="29" y="142509"/>
                  </a:cubicBezTo>
                  <a:cubicBezTo>
                    <a:pt x="56" y="153669"/>
                    <a:pt x="9235" y="163154"/>
                    <a:pt x="20339" y="163210"/>
                  </a:cubicBezTo>
                  <a:cubicBezTo>
                    <a:pt x="29558" y="163274"/>
                    <a:pt x="38778" y="163291"/>
                    <a:pt x="47997" y="163291"/>
                  </a:cubicBezTo>
                  <a:cubicBezTo>
                    <a:pt x="59060" y="163291"/>
                    <a:pt x="70124" y="163266"/>
                    <a:pt x="81187" y="163266"/>
                  </a:cubicBezTo>
                  <a:cubicBezTo>
                    <a:pt x="81354" y="163266"/>
                    <a:pt x="81522" y="163210"/>
                    <a:pt x="81829" y="163182"/>
                  </a:cubicBezTo>
                  <a:cubicBezTo>
                    <a:pt x="71450" y="144155"/>
                    <a:pt x="70809" y="125016"/>
                    <a:pt x="82498" y="106575"/>
                  </a:cubicBezTo>
                  <a:cubicBezTo>
                    <a:pt x="93348" y="89433"/>
                    <a:pt x="109245" y="81520"/>
                    <a:pt x="128941" y="81520"/>
                  </a:cubicBezTo>
                  <a:cubicBezTo>
                    <a:pt x="130465" y="81520"/>
                    <a:pt x="132012" y="81567"/>
                    <a:pt x="133581" y="81661"/>
                  </a:cubicBezTo>
                  <a:lnTo>
                    <a:pt x="133581" y="79597"/>
                  </a:lnTo>
                  <a:cubicBezTo>
                    <a:pt x="133581" y="60597"/>
                    <a:pt x="133386" y="41598"/>
                    <a:pt x="133665" y="22599"/>
                  </a:cubicBezTo>
                  <a:cubicBezTo>
                    <a:pt x="133833" y="9933"/>
                    <a:pt x="124933" y="1423"/>
                    <a:pt x="115559" y="224"/>
                  </a:cubicBezTo>
                  <a:cubicBezTo>
                    <a:pt x="115419" y="224"/>
                    <a:pt x="115252" y="84"/>
                    <a:pt x="115112" y="0"/>
                  </a:cubicBezTo>
                  <a:close/>
                </a:path>
              </a:pathLst>
            </a:custGeom>
            <a:solidFill>
              <a:srgbClr val="8DE2D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1" name="Google Shape;791;p39"/>
            <p:cNvSpPr/>
            <p:nvPr/>
          </p:nvSpPr>
          <p:spPr>
            <a:xfrm>
              <a:off x="3700125" y="2911200"/>
              <a:ext cx="2317050" cy="2174400"/>
            </a:xfrm>
            <a:custGeom>
              <a:rect b="b" l="l" r="r" t="t"/>
              <a:pathLst>
                <a:path extrusionOk="0" h="86976" w="92682">
                  <a:moveTo>
                    <a:pt x="61246" y="27942"/>
                  </a:moveTo>
                  <a:cubicBezTo>
                    <a:pt x="62954" y="27942"/>
                    <a:pt x="64509" y="28984"/>
                    <a:pt x="65396" y="30508"/>
                  </a:cubicBezTo>
                  <a:cubicBezTo>
                    <a:pt x="66484" y="32349"/>
                    <a:pt x="66345" y="34693"/>
                    <a:pt x="64894" y="36534"/>
                  </a:cubicBezTo>
                  <a:cubicBezTo>
                    <a:pt x="61909" y="40328"/>
                    <a:pt x="58868" y="44067"/>
                    <a:pt x="55855" y="47833"/>
                  </a:cubicBezTo>
                  <a:cubicBezTo>
                    <a:pt x="53456" y="50818"/>
                    <a:pt x="51084" y="53832"/>
                    <a:pt x="48657" y="56789"/>
                  </a:cubicBezTo>
                  <a:cubicBezTo>
                    <a:pt x="47399" y="58321"/>
                    <a:pt x="45954" y="59098"/>
                    <a:pt x="44425" y="59098"/>
                  </a:cubicBezTo>
                  <a:cubicBezTo>
                    <a:pt x="43310" y="59098"/>
                    <a:pt x="42150" y="58685"/>
                    <a:pt x="40985" y="57849"/>
                  </a:cubicBezTo>
                  <a:cubicBezTo>
                    <a:pt x="36995" y="55031"/>
                    <a:pt x="33061" y="52158"/>
                    <a:pt x="29128" y="49284"/>
                  </a:cubicBezTo>
                  <a:cubicBezTo>
                    <a:pt x="26561" y="47359"/>
                    <a:pt x="26003" y="44151"/>
                    <a:pt x="27760" y="41751"/>
                  </a:cubicBezTo>
                  <a:cubicBezTo>
                    <a:pt x="28774" y="40394"/>
                    <a:pt x="30277" y="39679"/>
                    <a:pt x="31864" y="39679"/>
                  </a:cubicBezTo>
                  <a:cubicBezTo>
                    <a:pt x="32984" y="39679"/>
                    <a:pt x="34147" y="40036"/>
                    <a:pt x="35210" y="40775"/>
                  </a:cubicBezTo>
                  <a:cubicBezTo>
                    <a:pt x="37916" y="42672"/>
                    <a:pt x="40566" y="44653"/>
                    <a:pt x="43384" y="46661"/>
                  </a:cubicBezTo>
                  <a:cubicBezTo>
                    <a:pt x="47848" y="41110"/>
                    <a:pt x="52116" y="35669"/>
                    <a:pt x="56552" y="30368"/>
                  </a:cubicBezTo>
                  <a:cubicBezTo>
                    <a:pt x="57417" y="29336"/>
                    <a:pt x="58784" y="28471"/>
                    <a:pt x="60068" y="28109"/>
                  </a:cubicBezTo>
                  <a:cubicBezTo>
                    <a:pt x="60464" y="27995"/>
                    <a:pt x="60859" y="27942"/>
                    <a:pt x="61246" y="27942"/>
                  </a:cubicBezTo>
                  <a:close/>
                  <a:moveTo>
                    <a:pt x="46519" y="1"/>
                  </a:moveTo>
                  <a:cubicBezTo>
                    <a:pt x="43400" y="1"/>
                    <a:pt x="40238" y="348"/>
                    <a:pt x="37079" y="1074"/>
                  </a:cubicBezTo>
                  <a:cubicBezTo>
                    <a:pt x="14508" y="6264"/>
                    <a:pt x="1" y="27104"/>
                    <a:pt x="3600" y="50149"/>
                  </a:cubicBezTo>
                  <a:cubicBezTo>
                    <a:pt x="6250" y="67111"/>
                    <a:pt x="16210" y="78634"/>
                    <a:pt x="32336" y="84548"/>
                  </a:cubicBezTo>
                  <a:cubicBezTo>
                    <a:pt x="35628" y="85748"/>
                    <a:pt x="39199" y="86194"/>
                    <a:pt x="42631" y="86976"/>
                  </a:cubicBezTo>
                  <a:lnTo>
                    <a:pt x="50275" y="86976"/>
                  </a:lnTo>
                  <a:cubicBezTo>
                    <a:pt x="51084" y="86836"/>
                    <a:pt x="51865" y="86669"/>
                    <a:pt x="52646" y="86557"/>
                  </a:cubicBezTo>
                  <a:cubicBezTo>
                    <a:pt x="76500" y="82958"/>
                    <a:pt x="92682" y="61225"/>
                    <a:pt x="89417" y="37259"/>
                  </a:cubicBezTo>
                  <a:cubicBezTo>
                    <a:pt x="86455" y="15671"/>
                    <a:pt x="67470" y="1"/>
                    <a:pt x="46519" y="1"/>
                  </a:cubicBezTo>
                  <a:close/>
                </a:path>
              </a:pathLst>
            </a:custGeom>
            <a:solidFill>
              <a:srgbClr val="8DE2D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92" name="Google Shape;792;p39"/>
          <p:cNvSpPr txBox="1"/>
          <p:nvPr/>
        </p:nvSpPr>
        <p:spPr>
          <a:xfrm>
            <a:off x="758075" y="533075"/>
            <a:ext cx="2299200" cy="280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s" sz="1600" u="none" cap="none" strike="noStrike">
                <a:solidFill>
                  <a:srgbClr val="123546"/>
                </a:solidFill>
                <a:latin typeface="Archivo"/>
                <a:ea typeface="Archivo"/>
                <a:cs typeface="Archivo"/>
                <a:sym typeface="Archivo"/>
              </a:rPr>
              <a:t>{{camp_titulo}}</a:t>
            </a:r>
            <a:endParaRPr b="0" i="0" sz="1600" u="none" cap="none" strike="noStrike">
              <a:solidFill>
                <a:srgbClr val="123546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123546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793" name="Google Shape;793;p39"/>
          <p:cNvSpPr/>
          <p:nvPr/>
        </p:nvSpPr>
        <p:spPr>
          <a:xfrm>
            <a:off x="330963" y="1388456"/>
            <a:ext cx="1934100" cy="518100"/>
          </a:xfrm>
          <a:prstGeom prst="roundRect">
            <a:avLst>
              <a:gd fmla="val 26355" name="adj"/>
            </a:avLst>
          </a:prstGeom>
          <a:solidFill>
            <a:srgbClr val="123647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78550" spcFirstLastPara="1" rIns="7855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31"/>
              <a:buFont typeface="Arial"/>
              <a:buNone/>
            </a:pPr>
            <a:r>
              <a:rPr b="1" i="0" lang="es" sz="1631" u="none" cap="none" strike="noStrike">
                <a:solidFill>
                  <a:srgbClr val="FFFFFF"/>
                </a:solidFill>
                <a:latin typeface="Archivo"/>
                <a:ea typeface="Archivo"/>
                <a:cs typeface="Archivo"/>
                <a:sym typeface="Archivo"/>
              </a:rPr>
              <a:t>Herramientas</a:t>
            </a:r>
            <a:endParaRPr b="1" i="0" sz="1631" u="none" cap="none" strike="noStrike">
              <a:solidFill>
                <a:srgbClr val="FFFFFF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794" name="Google Shape;794;p39"/>
          <p:cNvSpPr/>
          <p:nvPr/>
        </p:nvSpPr>
        <p:spPr>
          <a:xfrm>
            <a:off x="2422601" y="1026970"/>
            <a:ext cx="310500" cy="12459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19050">
            <a:solidFill>
              <a:srgbClr val="11374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95" name="Google Shape;795;p39" title="meta (4)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78449" y="1231591"/>
            <a:ext cx="278950" cy="278930"/>
          </a:xfrm>
          <a:prstGeom prst="rect">
            <a:avLst/>
          </a:prstGeom>
          <a:noFill/>
          <a:ln>
            <a:noFill/>
          </a:ln>
        </p:spPr>
      </p:pic>
      <p:sp>
        <p:nvSpPr>
          <p:cNvPr id="796" name="Google Shape;796;p39"/>
          <p:cNvSpPr txBox="1"/>
          <p:nvPr/>
        </p:nvSpPr>
        <p:spPr>
          <a:xfrm>
            <a:off x="3193297" y="1245806"/>
            <a:ext cx="749700" cy="2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s" sz="1300" u="none" cap="none" strike="noStrike">
                <a:solidFill>
                  <a:srgbClr val="113748"/>
                </a:solidFill>
                <a:latin typeface="Archivo"/>
                <a:ea typeface="Archivo"/>
                <a:cs typeface="Archivo"/>
                <a:sym typeface="Archivo"/>
              </a:rPr>
              <a:t>Meta</a:t>
            </a:r>
            <a:endParaRPr b="0" i="0" sz="1300" u="none" cap="none" strike="noStrike">
              <a:solidFill>
                <a:srgbClr val="113748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797" name="Google Shape;797;p39"/>
          <p:cNvSpPr txBox="1"/>
          <p:nvPr/>
        </p:nvSpPr>
        <p:spPr>
          <a:xfrm>
            <a:off x="5012498" y="1245800"/>
            <a:ext cx="810000" cy="2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s" sz="1300" u="none" cap="none" strike="noStrike">
                <a:solidFill>
                  <a:srgbClr val="113748"/>
                </a:solidFill>
                <a:latin typeface="Archivo"/>
                <a:ea typeface="Archivo"/>
                <a:cs typeface="Archivo"/>
                <a:sym typeface="Archivo"/>
              </a:rPr>
              <a:t>Google</a:t>
            </a:r>
            <a:endParaRPr b="0" i="0" sz="1300" u="none" cap="none" strike="noStrike">
              <a:solidFill>
                <a:srgbClr val="113748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798" name="Google Shape;798;p39"/>
          <p:cNvSpPr txBox="1"/>
          <p:nvPr/>
        </p:nvSpPr>
        <p:spPr>
          <a:xfrm>
            <a:off x="3169297" y="1757653"/>
            <a:ext cx="1248000" cy="2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s" sz="1300" u="none" cap="none" strike="noStrike">
                <a:solidFill>
                  <a:srgbClr val="113748"/>
                </a:solidFill>
                <a:latin typeface="Archivo"/>
                <a:ea typeface="Archivo"/>
                <a:cs typeface="Archivo"/>
                <a:sym typeface="Archivo"/>
              </a:rPr>
              <a:t>Programmatic</a:t>
            </a:r>
            <a:endParaRPr b="0" i="0" sz="1300" u="none" cap="none" strike="noStrike">
              <a:solidFill>
                <a:srgbClr val="113748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grpSp>
        <p:nvGrpSpPr>
          <p:cNvPr id="799" name="Google Shape;799;p39"/>
          <p:cNvGrpSpPr/>
          <p:nvPr/>
        </p:nvGrpSpPr>
        <p:grpSpPr>
          <a:xfrm>
            <a:off x="4571998" y="1225550"/>
            <a:ext cx="278967" cy="291012"/>
            <a:chOff x="4996508" y="7413327"/>
            <a:chExt cx="375056" cy="382710"/>
          </a:xfrm>
        </p:grpSpPr>
        <p:sp>
          <p:nvSpPr>
            <p:cNvPr id="800" name="Google Shape;800;p39"/>
            <p:cNvSpPr/>
            <p:nvPr/>
          </p:nvSpPr>
          <p:spPr>
            <a:xfrm>
              <a:off x="4996508" y="7520486"/>
              <a:ext cx="84196" cy="168392"/>
            </a:xfrm>
            <a:custGeom>
              <a:rect b="b" l="l" r="r" t="t"/>
              <a:pathLst>
                <a:path extrusionOk="0" h="286" w="142">
                  <a:moveTo>
                    <a:pt x="133" y="143"/>
                  </a:moveTo>
                  <a:cubicBezTo>
                    <a:pt x="133" y="122"/>
                    <a:pt x="136" y="102"/>
                    <a:pt x="142" y="83"/>
                  </a:cubicBezTo>
                  <a:lnTo>
                    <a:pt x="33" y="0"/>
                  </a:lnTo>
                  <a:cubicBezTo>
                    <a:pt x="12" y="43"/>
                    <a:pt x="0" y="91"/>
                    <a:pt x="0" y="143"/>
                  </a:cubicBezTo>
                  <a:cubicBezTo>
                    <a:pt x="0" y="194"/>
                    <a:pt x="12" y="243"/>
                    <a:pt x="33" y="286"/>
                  </a:cubicBezTo>
                  <a:lnTo>
                    <a:pt x="142" y="203"/>
                  </a:lnTo>
                  <a:cubicBezTo>
                    <a:pt x="136" y="184"/>
                    <a:pt x="133" y="164"/>
                    <a:pt x="133" y="143"/>
                  </a:cubicBezTo>
                </a:path>
              </a:pathLst>
            </a:custGeom>
            <a:solidFill>
              <a:srgbClr val="153244"/>
            </a:solidFill>
            <a:ln>
              <a:noFill/>
            </a:ln>
          </p:spPr>
          <p:txBody>
            <a:bodyPr anchorCtr="0" anchor="t" bIns="22850" lIns="45725" spcFirstLastPara="1" rIns="45725" wrap="square" tIns="2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1" name="Google Shape;801;p39"/>
            <p:cNvSpPr/>
            <p:nvPr/>
          </p:nvSpPr>
          <p:spPr>
            <a:xfrm>
              <a:off x="5015644" y="7413327"/>
              <a:ext cx="302338" cy="156910"/>
            </a:xfrm>
            <a:custGeom>
              <a:rect b="b" l="l" r="r" t="t"/>
              <a:pathLst>
                <a:path extrusionOk="0" h="264" w="505">
                  <a:moveTo>
                    <a:pt x="291" y="133"/>
                  </a:moveTo>
                  <a:cubicBezTo>
                    <a:pt x="337" y="133"/>
                    <a:pt x="378" y="149"/>
                    <a:pt x="410" y="175"/>
                  </a:cubicBezTo>
                  <a:lnTo>
                    <a:pt x="505" y="81"/>
                  </a:lnTo>
                  <a:cubicBezTo>
                    <a:pt x="447" y="31"/>
                    <a:pt x="374" y="0"/>
                    <a:pt x="291" y="0"/>
                  </a:cubicBezTo>
                  <a:cubicBezTo>
                    <a:pt x="163" y="0"/>
                    <a:pt x="53" y="74"/>
                    <a:pt x="0" y="181"/>
                  </a:cubicBezTo>
                  <a:lnTo>
                    <a:pt x="109" y="264"/>
                  </a:lnTo>
                  <a:cubicBezTo>
                    <a:pt x="135" y="188"/>
                    <a:pt x="206" y="133"/>
                    <a:pt x="291" y="133"/>
                  </a:cubicBezTo>
                  <a:close/>
                </a:path>
              </a:pathLst>
            </a:custGeom>
            <a:solidFill>
              <a:srgbClr val="153244"/>
            </a:solidFill>
            <a:ln>
              <a:noFill/>
            </a:ln>
          </p:spPr>
          <p:txBody>
            <a:bodyPr anchorCtr="0" anchor="t" bIns="22850" lIns="45725" spcFirstLastPara="1" rIns="45725" wrap="square" tIns="2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2" name="Google Shape;802;p39"/>
            <p:cNvSpPr/>
            <p:nvPr/>
          </p:nvSpPr>
          <p:spPr>
            <a:xfrm>
              <a:off x="5015644" y="7642953"/>
              <a:ext cx="298513" cy="153084"/>
            </a:xfrm>
            <a:custGeom>
              <a:rect b="b" l="l" r="r" t="t"/>
              <a:pathLst>
                <a:path extrusionOk="0" h="263" w="502">
                  <a:moveTo>
                    <a:pt x="291" y="131"/>
                  </a:moveTo>
                  <a:cubicBezTo>
                    <a:pt x="206" y="131"/>
                    <a:pt x="135" y="76"/>
                    <a:pt x="109" y="0"/>
                  </a:cubicBezTo>
                  <a:lnTo>
                    <a:pt x="0" y="83"/>
                  </a:lnTo>
                  <a:cubicBezTo>
                    <a:pt x="53" y="190"/>
                    <a:pt x="163" y="263"/>
                    <a:pt x="291" y="263"/>
                  </a:cubicBezTo>
                  <a:cubicBezTo>
                    <a:pt x="370" y="263"/>
                    <a:pt x="446" y="235"/>
                    <a:pt x="502" y="183"/>
                  </a:cubicBezTo>
                  <a:lnTo>
                    <a:pt x="399" y="103"/>
                  </a:lnTo>
                  <a:cubicBezTo>
                    <a:pt x="369" y="121"/>
                    <a:pt x="333" y="131"/>
                    <a:pt x="291" y="131"/>
                  </a:cubicBezTo>
                  <a:close/>
                </a:path>
              </a:pathLst>
            </a:custGeom>
            <a:solidFill>
              <a:srgbClr val="153244"/>
            </a:solidFill>
            <a:ln>
              <a:noFill/>
            </a:ln>
          </p:spPr>
          <p:txBody>
            <a:bodyPr anchorCtr="0" anchor="t" bIns="22850" lIns="45725" spcFirstLastPara="1" rIns="45725" wrap="square" tIns="2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3" name="Google Shape;803;p39"/>
            <p:cNvSpPr/>
            <p:nvPr/>
          </p:nvSpPr>
          <p:spPr>
            <a:xfrm>
              <a:off x="5187863" y="7570237"/>
              <a:ext cx="183701" cy="179873"/>
            </a:xfrm>
            <a:custGeom>
              <a:rect b="b" l="l" r="r" t="t"/>
              <a:pathLst>
                <a:path extrusionOk="0" h="302" w="309">
                  <a:moveTo>
                    <a:pt x="309" y="59"/>
                  </a:moveTo>
                  <a:cubicBezTo>
                    <a:pt x="309" y="40"/>
                    <a:pt x="306" y="19"/>
                    <a:pt x="302" y="0"/>
                  </a:cubicBezTo>
                  <a:lnTo>
                    <a:pt x="0" y="0"/>
                  </a:lnTo>
                  <a:lnTo>
                    <a:pt x="0" y="125"/>
                  </a:lnTo>
                  <a:lnTo>
                    <a:pt x="174" y="125"/>
                  </a:lnTo>
                  <a:cubicBezTo>
                    <a:pt x="165" y="168"/>
                    <a:pt x="141" y="200"/>
                    <a:pt x="108" y="222"/>
                  </a:cubicBezTo>
                  <a:lnTo>
                    <a:pt x="211" y="302"/>
                  </a:lnTo>
                  <a:cubicBezTo>
                    <a:pt x="271" y="247"/>
                    <a:pt x="309" y="164"/>
                    <a:pt x="309" y="59"/>
                  </a:cubicBezTo>
                  <a:close/>
                </a:path>
              </a:pathLst>
            </a:custGeom>
            <a:solidFill>
              <a:srgbClr val="153244"/>
            </a:solidFill>
            <a:ln>
              <a:noFill/>
            </a:ln>
          </p:spPr>
          <p:txBody>
            <a:bodyPr anchorCtr="0" anchor="t" bIns="22850" lIns="45725" spcFirstLastPara="1" rIns="45725" wrap="square" tIns="2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804" name="Google Shape;804;p39" title="imac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773590" y="1738578"/>
            <a:ext cx="288650" cy="288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05" name="Google Shape;805;p39" title="correo-electronico.png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185825" y="1738578"/>
            <a:ext cx="288650" cy="288650"/>
          </a:xfrm>
          <a:prstGeom prst="rect">
            <a:avLst/>
          </a:prstGeom>
          <a:noFill/>
          <a:ln>
            <a:noFill/>
          </a:ln>
        </p:spPr>
      </p:pic>
      <p:sp>
        <p:nvSpPr>
          <p:cNvPr id="806" name="Google Shape;806;p39"/>
          <p:cNvSpPr txBox="1"/>
          <p:nvPr/>
        </p:nvSpPr>
        <p:spPr>
          <a:xfrm>
            <a:off x="6645704" y="1757659"/>
            <a:ext cx="639600" cy="2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s" sz="1300" u="none" cap="none" strike="noStrike">
                <a:solidFill>
                  <a:srgbClr val="113748"/>
                </a:solidFill>
                <a:latin typeface="Archivo"/>
                <a:ea typeface="Archivo"/>
                <a:cs typeface="Archivo"/>
                <a:sym typeface="Archivo"/>
              </a:rPr>
              <a:t>Mail</a:t>
            </a:r>
            <a:endParaRPr b="0" i="0" sz="1300" u="none" cap="none" strike="noStrike">
              <a:solidFill>
                <a:srgbClr val="113748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807" name="Google Shape;807;p39"/>
          <p:cNvSpPr/>
          <p:nvPr/>
        </p:nvSpPr>
        <p:spPr>
          <a:xfrm>
            <a:off x="604900" y="3292475"/>
            <a:ext cx="3799800" cy="1614000"/>
          </a:xfrm>
          <a:prstGeom prst="roundRect">
            <a:avLst>
              <a:gd fmla="val 16667" name="adj"/>
            </a:avLst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98000">
            <a:noAutofit/>
          </a:bodyPr>
          <a:lstStyle/>
          <a:p>
            <a:pPr indent="-159850" lvl="0" marL="269999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chivo"/>
              <a:buChar char="●"/>
            </a:pPr>
            <a:r>
              <a:rPr b="0" i="0" lang="es" sz="1100" u="none" cap="none" strike="noStrik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{{camp_formato1}}</a:t>
            </a:r>
            <a:endParaRPr b="0" i="0" sz="1100" u="none" cap="none" strike="noStrike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159850" lvl="0" marL="269999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chivo"/>
              <a:buChar char="●"/>
            </a:pPr>
            <a:r>
              <a:rPr b="0" i="0" lang="es" sz="1100" u="none" cap="none" strike="noStrik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{{camp_formato2}}</a:t>
            </a:r>
            <a:endParaRPr b="0" i="0" sz="1100" u="none" cap="none" strike="noStrike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159850" lvl="0" marL="269999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chivo"/>
              <a:buChar char="●"/>
            </a:pPr>
            <a:r>
              <a:rPr b="0" i="0" lang="es" sz="1100" u="none" cap="none" strike="noStrik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{{camp_formato3}}</a:t>
            </a:r>
            <a:endParaRPr b="0" i="0" sz="1100" u="none" cap="none" strike="noStrike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808" name="Google Shape;808;p39"/>
          <p:cNvSpPr/>
          <p:nvPr/>
        </p:nvSpPr>
        <p:spPr>
          <a:xfrm>
            <a:off x="4879500" y="3274975"/>
            <a:ext cx="4035300" cy="1631400"/>
          </a:xfrm>
          <a:prstGeom prst="roundRect">
            <a:avLst>
              <a:gd fmla="val 16667" name="adj"/>
            </a:avLst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98000">
            <a:noAutofit/>
          </a:bodyPr>
          <a:lstStyle/>
          <a:p>
            <a:pPr indent="-298450" lvl="0" marL="457200" marR="0" rtl="0" algn="just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chivo"/>
              <a:buChar char="●"/>
            </a:pPr>
            <a:r>
              <a:rPr b="0" i="0" lang="es" sz="1100" u="none" cap="none" strike="noStrike">
                <a:solidFill>
                  <a:srgbClr val="000000"/>
                </a:solidFill>
                <a:latin typeface="Archivo"/>
                <a:ea typeface="Archivo"/>
                <a:cs typeface="Archivo"/>
                <a:sym typeface="Archivo"/>
              </a:rPr>
              <a:t>{{camp_audiencia1}}</a:t>
            </a:r>
            <a:endParaRPr b="0" i="0" sz="1100" u="none" cap="none" strike="noStrike">
              <a:solidFill>
                <a:srgbClr val="000000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298450" lvl="0" marL="457200" marR="0" rtl="0" algn="just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chivo"/>
              <a:buChar char="●"/>
            </a:pPr>
            <a:r>
              <a:rPr b="0" i="0" lang="es" sz="1100" u="none" cap="none" strike="noStrike">
                <a:solidFill>
                  <a:srgbClr val="000000"/>
                </a:solidFill>
                <a:latin typeface="Archivo"/>
                <a:ea typeface="Archivo"/>
                <a:cs typeface="Archivo"/>
                <a:sym typeface="Archivo"/>
              </a:rPr>
              <a:t>{{camp_audiencia2}}</a:t>
            </a:r>
            <a:endParaRPr b="0" i="0" sz="1100" u="none" cap="none" strike="noStrike">
              <a:solidFill>
                <a:srgbClr val="000000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298450" lvl="0" marL="457200" marR="0" rtl="0" algn="just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chivo"/>
              <a:buChar char="●"/>
            </a:pPr>
            <a:r>
              <a:rPr b="0" i="0" lang="es" sz="1100" u="none" cap="none" strike="noStrike">
                <a:solidFill>
                  <a:srgbClr val="000000"/>
                </a:solidFill>
                <a:latin typeface="Archivo"/>
                <a:ea typeface="Archivo"/>
                <a:cs typeface="Archivo"/>
                <a:sym typeface="Archivo"/>
              </a:rPr>
              <a:t>{{camp_audiencia3}}</a:t>
            </a:r>
            <a:endParaRPr b="0" i="0" sz="1100" u="none" cap="none" strike="noStrike">
              <a:solidFill>
                <a:srgbClr val="000000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400"/>
              </a:spcBef>
              <a:spcAft>
                <a:spcPts val="4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1" sz="1100" u="none" cap="none" strike="noStrike">
              <a:solidFill>
                <a:srgbClr val="000000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809" name="Google Shape;809;p39"/>
          <p:cNvSpPr/>
          <p:nvPr/>
        </p:nvSpPr>
        <p:spPr>
          <a:xfrm>
            <a:off x="691125" y="2628650"/>
            <a:ext cx="3713700" cy="3567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9525">
            <a:solidFill>
              <a:srgbClr val="FECA18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s" sz="1600" u="none" cap="none" strike="noStrike">
                <a:solidFill>
                  <a:srgbClr val="1B3F4F"/>
                </a:solidFill>
                <a:latin typeface="Archivo"/>
                <a:ea typeface="Archivo"/>
                <a:cs typeface="Archivo"/>
                <a:sym typeface="Archivo"/>
              </a:rPr>
              <a:t>Audiencias </a:t>
            </a:r>
            <a:endParaRPr b="1" i="0" sz="1600" u="none" cap="none" strike="noStrike">
              <a:solidFill>
                <a:srgbClr val="1B3F4F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810" name="Google Shape;810;p39"/>
          <p:cNvSpPr/>
          <p:nvPr/>
        </p:nvSpPr>
        <p:spPr>
          <a:xfrm>
            <a:off x="584300" y="2571748"/>
            <a:ext cx="502500" cy="502500"/>
          </a:xfrm>
          <a:prstGeom prst="roundRect">
            <a:avLst>
              <a:gd fmla="val 50000" name="adj"/>
            </a:avLst>
          </a:prstGeom>
          <a:solidFill>
            <a:srgbClr val="FECA18"/>
          </a:solidFill>
          <a:ln>
            <a:noFill/>
          </a:ln>
        </p:spPr>
        <p:txBody>
          <a:bodyPr anchorCtr="0" anchor="ctr" bIns="90800" lIns="90800" spcFirstLastPara="1" rIns="90800" wrap="square" tIns="9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90"/>
              <a:buFont typeface="Arial"/>
              <a:buNone/>
            </a:pPr>
            <a:r>
              <a:t/>
            </a:r>
            <a:endParaRPr b="0" i="0" sz="139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11" name="Google Shape;811;p39"/>
          <p:cNvGrpSpPr/>
          <p:nvPr/>
        </p:nvGrpSpPr>
        <p:grpSpPr>
          <a:xfrm>
            <a:off x="691229" y="2682403"/>
            <a:ext cx="288646" cy="281188"/>
            <a:chOff x="6770753" y="5638135"/>
            <a:chExt cx="1312028" cy="1278128"/>
          </a:xfrm>
        </p:grpSpPr>
        <p:sp>
          <p:nvSpPr>
            <p:cNvPr id="812" name="Google Shape;812;p39"/>
            <p:cNvSpPr/>
            <p:nvPr/>
          </p:nvSpPr>
          <p:spPr>
            <a:xfrm>
              <a:off x="6770753" y="5638135"/>
              <a:ext cx="1312028" cy="1278108"/>
            </a:xfrm>
            <a:custGeom>
              <a:rect b="b" l="l" r="r" t="t"/>
              <a:pathLst>
                <a:path extrusionOk="0" h="40620" w="41698">
                  <a:moveTo>
                    <a:pt x="23701" y="2704"/>
                  </a:moveTo>
                  <a:cubicBezTo>
                    <a:pt x="25158" y="2704"/>
                    <a:pt x="26421" y="3968"/>
                    <a:pt x="26402" y="5427"/>
                  </a:cubicBezTo>
                  <a:cubicBezTo>
                    <a:pt x="26390" y="6906"/>
                    <a:pt x="25165" y="8112"/>
                    <a:pt x="23692" y="8112"/>
                  </a:cubicBezTo>
                  <a:cubicBezTo>
                    <a:pt x="22201" y="8106"/>
                    <a:pt x="21001" y="6906"/>
                    <a:pt x="20995" y="5421"/>
                  </a:cubicBezTo>
                  <a:cubicBezTo>
                    <a:pt x="20989" y="3949"/>
                    <a:pt x="22195" y="2724"/>
                    <a:pt x="23680" y="2705"/>
                  </a:cubicBezTo>
                  <a:cubicBezTo>
                    <a:pt x="23687" y="2705"/>
                    <a:pt x="23694" y="2704"/>
                    <a:pt x="23701" y="2704"/>
                  </a:cubicBezTo>
                  <a:close/>
                  <a:moveTo>
                    <a:pt x="7440" y="11507"/>
                  </a:moveTo>
                  <a:cubicBezTo>
                    <a:pt x="7444" y="11507"/>
                    <a:pt x="7448" y="11507"/>
                    <a:pt x="7451" y="11507"/>
                  </a:cubicBezTo>
                  <a:cubicBezTo>
                    <a:pt x="8924" y="11514"/>
                    <a:pt x="10155" y="12745"/>
                    <a:pt x="10149" y="14224"/>
                  </a:cubicBezTo>
                  <a:cubicBezTo>
                    <a:pt x="10149" y="15699"/>
                    <a:pt x="8930" y="16908"/>
                    <a:pt x="7450" y="16908"/>
                  </a:cubicBezTo>
                  <a:cubicBezTo>
                    <a:pt x="7446" y="16908"/>
                    <a:pt x="7442" y="16908"/>
                    <a:pt x="7439" y="16908"/>
                  </a:cubicBezTo>
                  <a:cubicBezTo>
                    <a:pt x="5947" y="16908"/>
                    <a:pt x="4748" y="15702"/>
                    <a:pt x="4748" y="14211"/>
                  </a:cubicBezTo>
                  <a:cubicBezTo>
                    <a:pt x="4754" y="12730"/>
                    <a:pt x="5973" y="11507"/>
                    <a:pt x="7440" y="11507"/>
                  </a:cubicBezTo>
                  <a:close/>
                  <a:moveTo>
                    <a:pt x="32498" y="20310"/>
                  </a:moveTo>
                  <a:cubicBezTo>
                    <a:pt x="33967" y="20310"/>
                    <a:pt x="35218" y="21561"/>
                    <a:pt x="35205" y="23026"/>
                  </a:cubicBezTo>
                  <a:cubicBezTo>
                    <a:pt x="35186" y="24505"/>
                    <a:pt x="33967" y="25711"/>
                    <a:pt x="32495" y="25711"/>
                  </a:cubicBezTo>
                  <a:cubicBezTo>
                    <a:pt x="31010" y="25711"/>
                    <a:pt x="29804" y="24511"/>
                    <a:pt x="29798" y="23026"/>
                  </a:cubicBezTo>
                  <a:cubicBezTo>
                    <a:pt x="29785" y="21548"/>
                    <a:pt x="30997" y="20323"/>
                    <a:pt x="32476" y="20310"/>
                  </a:cubicBezTo>
                  <a:cubicBezTo>
                    <a:pt x="32483" y="20310"/>
                    <a:pt x="32491" y="20310"/>
                    <a:pt x="32498" y="20310"/>
                  </a:cubicBezTo>
                  <a:close/>
                  <a:moveTo>
                    <a:pt x="16277" y="28433"/>
                  </a:moveTo>
                  <a:cubicBezTo>
                    <a:pt x="17720" y="28433"/>
                    <a:pt x="18958" y="29677"/>
                    <a:pt x="18951" y="31144"/>
                  </a:cubicBezTo>
                  <a:cubicBezTo>
                    <a:pt x="18951" y="32610"/>
                    <a:pt x="17726" y="33835"/>
                    <a:pt x="16254" y="33847"/>
                  </a:cubicBezTo>
                  <a:cubicBezTo>
                    <a:pt x="16250" y="33847"/>
                    <a:pt x="16246" y="33847"/>
                    <a:pt x="16243" y="33847"/>
                  </a:cubicBezTo>
                  <a:cubicBezTo>
                    <a:pt x="14775" y="33847"/>
                    <a:pt x="13563" y="32638"/>
                    <a:pt x="13550" y="31156"/>
                  </a:cubicBezTo>
                  <a:cubicBezTo>
                    <a:pt x="13538" y="29671"/>
                    <a:pt x="14725" y="28465"/>
                    <a:pt x="16222" y="28434"/>
                  </a:cubicBezTo>
                  <a:cubicBezTo>
                    <a:pt x="16240" y="28433"/>
                    <a:pt x="16259" y="28433"/>
                    <a:pt x="16277" y="28433"/>
                  </a:cubicBezTo>
                  <a:close/>
                  <a:moveTo>
                    <a:pt x="7058" y="1"/>
                  </a:moveTo>
                  <a:cubicBezTo>
                    <a:pt x="6226" y="217"/>
                    <a:pt x="5522" y="610"/>
                    <a:pt x="5090" y="1397"/>
                  </a:cubicBezTo>
                  <a:cubicBezTo>
                    <a:pt x="4310" y="2825"/>
                    <a:pt x="4913" y="4583"/>
                    <a:pt x="6430" y="5186"/>
                  </a:cubicBezTo>
                  <a:cubicBezTo>
                    <a:pt x="6709" y="5300"/>
                    <a:pt x="6772" y="5440"/>
                    <a:pt x="6766" y="5707"/>
                  </a:cubicBezTo>
                  <a:cubicBezTo>
                    <a:pt x="6753" y="6735"/>
                    <a:pt x="6766" y="7769"/>
                    <a:pt x="6766" y="8785"/>
                  </a:cubicBezTo>
                  <a:cubicBezTo>
                    <a:pt x="6195" y="8924"/>
                    <a:pt x="5643" y="9007"/>
                    <a:pt x="5122" y="9191"/>
                  </a:cubicBezTo>
                  <a:cubicBezTo>
                    <a:pt x="2260" y="10219"/>
                    <a:pt x="578" y="12250"/>
                    <a:pt x="77" y="15252"/>
                  </a:cubicBezTo>
                  <a:cubicBezTo>
                    <a:pt x="64" y="15328"/>
                    <a:pt x="26" y="15398"/>
                    <a:pt x="0" y="15468"/>
                  </a:cubicBezTo>
                  <a:lnTo>
                    <a:pt x="0" y="16819"/>
                  </a:lnTo>
                  <a:cubicBezTo>
                    <a:pt x="159" y="17479"/>
                    <a:pt x="254" y="18165"/>
                    <a:pt x="483" y="18806"/>
                  </a:cubicBezTo>
                  <a:cubicBezTo>
                    <a:pt x="1010" y="20323"/>
                    <a:pt x="1981" y="21516"/>
                    <a:pt x="3358" y="22449"/>
                  </a:cubicBezTo>
                  <a:cubicBezTo>
                    <a:pt x="3370" y="22309"/>
                    <a:pt x="3389" y="22208"/>
                    <a:pt x="3389" y="22112"/>
                  </a:cubicBezTo>
                  <a:cubicBezTo>
                    <a:pt x="3396" y="21490"/>
                    <a:pt x="3377" y="20869"/>
                    <a:pt x="3402" y="20247"/>
                  </a:cubicBezTo>
                  <a:cubicBezTo>
                    <a:pt x="3440" y="19225"/>
                    <a:pt x="4196" y="18368"/>
                    <a:pt x="5205" y="18324"/>
                  </a:cubicBezTo>
                  <a:cubicBezTo>
                    <a:pt x="5950" y="18295"/>
                    <a:pt x="6698" y="18281"/>
                    <a:pt x="7445" y="18281"/>
                  </a:cubicBezTo>
                  <a:cubicBezTo>
                    <a:pt x="8192" y="18281"/>
                    <a:pt x="8940" y="18295"/>
                    <a:pt x="9685" y="18324"/>
                  </a:cubicBezTo>
                  <a:cubicBezTo>
                    <a:pt x="10713" y="18368"/>
                    <a:pt x="11469" y="19250"/>
                    <a:pt x="11500" y="20285"/>
                  </a:cubicBezTo>
                  <a:cubicBezTo>
                    <a:pt x="11519" y="20983"/>
                    <a:pt x="11500" y="21687"/>
                    <a:pt x="11500" y="22474"/>
                  </a:cubicBezTo>
                  <a:cubicBezTo>
                    <a:pt x="13297" y="21256"/>
                    <a:pt x="14331" y="19631"/>
                    <a:pt x="14769" y="17537"/>
                  </a:cubicBezTo>
                  <a:cubicBezTo>
                    <a:pt x="15258" y="17917"/>
                    <a:pt x="15715" y="18273"/>
                    <a:pt x="16165" y="18628"/>
                  </a:cubicBezTo>
                  <a:cubicBezTo>
                    <a:pt x="16635" y="18990"/>
                    <a:pt x="17098" y="19371"/>
                    <a:pt x="17581" y="19720"/>
                  </a:cubicBezTo>
                  <a:cubicBezTo>
                    <a:pt x="17771" y="19859"/>
                    <a:pt x="17803" y="19993"/>
                    <a:pt x="17733" y="20215"/>
                  </a:cubicBezTo>
                  <a:cubicBezTo>
                    <a:pt x="17403" y="21300"/>
                    <a:pt x="17752" y="22385"/>
                    <a:pt x="18634" y="23096"/>
                  </a:cubicBezTo>
                  <a:cubicBezTo>
                    <a:pt x="19112" y="23482"/>
                    <a:pt x="19709" y="23681"/>
                    <a:pt x="20309" y="23681"/>
                  </a:cubicBezTo>
                  <a:cubicBezTo>
                    <a:pt x="20744" y="23681"/>
                    <a:pt x="21180" y="23576"/>
                    <a:pt x="21573" y="23363"/>
                  </a:cubicBezTo>
                  <a:cubicBezTo>
                    <a:pt x="22556" y="22836"/>
                    <a:pt x="23102" y="21808"/>
                    <a:pt x="22994" y="20697"/>
                  </a:cubicBezTo>
                  <a:cubicBezTo>
                    <a:pt x="22849" y="19264"/>
                    <a:pt x="21618" y="18291"/>
                    <a:pt x="20309" y="18291"/>
                  </a:cubicBezTo>
                  <a:cubicBezTo>
                    <a:pt x="19849" y="18291"/>
                    <a:pt x="19380" y="18410"/>
                    <a:pt x="18945" y="18673"/>
                  </a:cubicBezTo>
                  <a:cubicBezTo>
                    <a:pt x="18839" y="18740"/>
                    <a:pt x="18753" y="18771"/>
                    <a:pt x="18674" y="18771"/>
                  </a:cubicBezTo>
                  <a:cubicBezTo>
                    <a:pt x="18573" y="18771"/>
                    <a:pt x="18481" y="18720"/>
                    <a:pt x="18367" y="18628"/>
                  </a:cubicBezTo>
                  <a:cubicBezTo>
                    <a:pt x="17289" y="17778"/>
                    <a:pt x="16197" y="16940"/>
                    <a:pt x="15124" y="16090"/>
                  </a:cubicBezTo>
                  <a:cubicBezTo>
                    <a:pt x="14991" y="15982"/>
                    <a:pt x="14871" y="15798"/>
                    <a:pt x="14858" y="15645"/>
                  </a:cubicBezTo>
                  <a:cubicBezTo>
                    <a:pt x="14731" y="14167"/>
                    <a:pt x="14217" y="12846"/>
                    <a:pt x="13316" y="11679"/>
                  </a:cubicBezTo>
                  <a:cubicBezTo>
                    <a:pt x="13284" y="11634"/>
                    <a:pt x="13258" y="11590"/>
                    <a:pt x="13189" y="11476"/>
                  </a:cubicBezTo>
                  <a:cubicBezTo>
                    <a:pt x="13252" y="11437"/>
                    <a:pt x="13328" y="11412"/>
                    <a:pt x="13392" y="11361"/>
                  </a:cubicBezTo>
                  <a:cubicBezTo>
                    <a:pt x="14363" y="10530"/>
                    <a:pt x="15340" y="9699"/>
                    <a:pt x="16368" y="8816"/>
                  </a:cubicBezTo>
                  <a:cubicBezTo>
                    <a:pt x="16819" y="10854"/>
                    <a:pt x="17847" y="12447"/>
                    <a:pt x="19605" y="13652"/>
                  </a:cubicBezTo>
                  <a:cubicBezTo>
                    <a:pt x="19611" y="13462"/>
                    <a:pt x="19624" y="13329"/>
                    <a:pt x="19630" y="13195"/>
                  </a:cubicBezTo>
                  <a:cubicBezTo>
                    <a:pt x="19643" y="12561"/>
                    <a:pt x="19618" y="11926"/>
                    <a:pt x="19669" y="11292"/>
                  </a:cubicBezTo>
                  <a:cubicBezTo>
                    <a:pt x="19738" y="10378"/>
                    <a:pt x="20500" y="9559"/>
                    <a:pt x="21414" y="9527"/>
                  </a:cubicBezTo>
                  <a:cubicBezTo>
                    <a:pt x="22195" y="9501"/>
                    <a:pt x="22977" y="9487"/>
                    <a:pt x="23759" y="9487"/>
                  </a:cubicBezTo>
                  <a:cubicBezTo>
                    <a:pt x="24497" y="9487"/>
                    <a:pt x="25235" y="9499"/>
                    <a:pt x="25971" y="9527"/>
                  </a:cubicBezTo>
                  <a:cubicBezTo>
                    <a:pt x="26961" y="9565"/>
                    <a:pt x="27703" y="10466"/>
                    <a:pt x="27754" y="11526"/>
                  </a:cubicBezTo>
                  <a:cubicBezTo>
                    <a:pt x="27767" y="11748"/>
                    <a:pt x="27748" y="11977"/>
                    <a:pt x="27767" y="12199"/>
                  </a:cubicBezTo>
                  <a:cubicBezTo>
                    <a:pt x="27773" y="12326"/>
                    <a:pt x="27799" y="12466"/>
                    <a:pt x="27862" y="12574"/>
                  </a:cubicBezTo>
                  <a:cubicBezTo>
                    <a:pt x="28630" y="13938"/>
                    <a:pt x="29411" y="15296"/>
                    <a:pt x="30185" y="16661"/>
                  </a:cubicBezTo>
                  <a:cubicBezTo>
                    <a:pt x="30388" y="17022"/>
                    <a:pt x="30578" y="17397"/>
                    <a:pt x="30731" y="17689"/>
                  </a:cubicBezTo>
                  <a:cubicBezTo>
                    <a:pt x="29887" y="18114"/>
                    <a:pt x="29011" y="18450"/>
                    <a:pt x="28262" y="18958"/>
                  </a:cubicBezTo>
                  <a:cubicBezTo>
                    <a:pt x="25590" y="20767"/>
                    <a:pt x="24460" y="24029"/>
                    <a:pt x="25374" y="27120"/>
                  </a:cubicBezTo>
                  <a:cubicBezTo>
                    <a:pt x="25438" y="27355"/>
                    <a:pt x="25419" y="27494"/>
                    <a:pt x="25203" y="27647"/>
                  </a:cubicBezTo>
                  <a:cubicBezTo>
                    <a:pt x="24378" y="28243"/>
                    <a:pt x="23572" y="28859"/>
                    <a:pt x="22740" y="29481"/>
                  </a:cubicBezTo>
                  <a:cubicBezTo>
                    <a:pt x="22455" y="29100"/>
                    <a:pt x="22207" y="28719"/>
                    <a:pt x="21909" y="28377"/>
                  </a:cubicBezTo>
                  <a:cubicBezTo>
                    <a:pt x="20358" y="26592"/>
                    <a:pt x="18281" y="25728"/>
                    <a:pt x="16226" y="25728"/>
                  </a:cubicBezTo>
                  <a:cubicBezTo>
                    <a:pt x="13663" y="25728"/>
                    <a:pt x="11134" y="27071"/>
                    <a:pt x="9704" y="29646"/>
                  </a:cubicBezTo>
                  <a:cubicBezTo>
                    <a:pt x="9266" y="30426"/>
                    <a:pt x="8987" y="31264"/>
                    <a:pt x="8892" y="32153"/>
                  </a:cubicBezTo>
                  <a:cubicBezTo>
                    <a:pt x="8861" y="32411"/>
                    <a:pt x="8771" y="32502"/>
                    <a:pt x="8524" y="32502"/>
                  </a:cubicBezTo>
                  <a:cubicBezTo>
                    <a:pt x="8516" y="32502"/>
                    <a:pt x="8507" y="32502"/>
                    <a:pt x="8499" y="32502"/>
                  </a:cubicBezTo>
                  <a:cubicBezTo>
                    <a:pt x="8212" y="32498"/>
                    <a:pt x="7925" y="32497"/>
                    <a:pt x="7639" y="32497"/>
                  </a:cubicBezTo>
                  <a:cubicBezTo>
                    <a:pt x="7335" y="32497"/>
                    <a:pt x="7031" y="32498"/>
                    <a:pt x="6727" y="32498"/>
                  </a:cubicBezTo>
                  <a:cubicBezTo>
                    <a:pt x="6353" y="32498"/>
                    <a:pt x="5979" y="32497"/>
                    <a:pt x="5604" y="32489"/>
                  </a:cubicBezTo>
                  <a:cubicBezTo>
                    <a:pt x="5484" y="32489"/>
                    <a:pt x="5293" y="32381"/>
                    <a:pt x="5255" y="32280"/>
                  </a:cubicBezTo>
                  <a:cubicBezTo>
                    <a:pt x="4865" y="31156"/>
                    <a:pt x="3781" y="30471"/>
                    <a:pt x="2724" y="30471"/>
                  </a:cubicBezTo>
                  <a:cubicBezTo>
                    <a:pt x="2664" y="30471"/>
                    <a:pt x="2605" y="30473"/>
                    <a:pt x="2545" y="30477"/>
                  </a:cubicBezTo>
                  <a:cubicBezTo>
                    <a:pt x="1314" y="30566"/>
                    <a:pt x="432" y="31334"/>
                    <a:pt x="64" y="32622"/>
                  </a:cubicBezTo>
                  <a:cubicBezTo>
                    <a:pt x="51" y="32673"/>
                    <a:pt x="19" y="32718"/>
                    <a:pt x="0" y="32762"/>
                  </a:cubicBezTo>
                  <a:lnTo>
                    <a:pt x="0" y="33555"/>
                  </a:lnTo>
                  <a:cubicBezTo>
                    <a:pt x="216" y="34393"/>
                    <a:pt x="616" y="35098"/>
                    <a:pt x="1403" y="35529"/>
                  </a:cubicBezTo>
                  <a:cubicBezTo>
                    <a:pt x="1824" y="35760"/>
                    <a:pt x="2275" y="35870"/>
                    <a:pt x="2716" y="35870"/>
                  </a:cubicBezTo>
                  <a:cubicBezTo>
                    <a:pt x="3765" y="35870"/>
                    <a:pt x="4763" y="35253"/>
                    <a:pt x="5192" y="34190"/>
                  </a:cubicBezTo>
                  <a:cubicBezTo>
                    <a:pt x="5300" y="33911"/>
                    <a:pt x="5439" y="33847"/>
                    <a:pt x="5706" y="33847"/>
                  </a:cubicBezTo>
                  <a:cubicBezTo>
                    <a:pt x="6214" y="33854"/>
                    <a:pt x="6723" y="33859"/>
                    <a:pt x="7231" y="33859"/>
                  </a:cubicBezTo>
                  <a:cubicBezTo>
                    <a:pt x="7649" y="33859"/>
                    <a:pt x="8068" y="33856"/>
                    <a:pt x="8486" y="33847"/>
                  </a:cubicBezTo>
                  <a:cubicBezTo>
                    <a:pt x="8496" y="33847"/>
                    <a:pt x="8506" y="33847"/>
                    <a:pt x="8516" y="33847"/>
                  </a:cubicBezTo>
                  <a:cubicBezTo>
                    <a:pt x="8772" y="33847"/>
                    <a:pt x="8862" y="33928"/>
                    <a:pt x="8905" y="34215"/>
                  </a:cubicBezTo>
                  <a:cubicBezTo>
                    <a:pt x="9209" y="36272"/>
                    <a:pt x="10199" y="37928"/>
                    <a:pt x="11869" y="39172"/>
                  </a:cubicBezTo>
                  <a:cubicBezTo>
                    <a:pt x="11951" y="39236"/>
                    <a:pt x="12040" y="39280"/>
                    <a:pt x="12192" y="39375"/>
                  </a:cubicBezTo>
                  <a:cubicBezTo>
                    <a:pt x="12192" y="38658"/>
                    <a:pt x="12180" y="38004"/>
                    <a:pt x="12192" y="37351"/>
                  </a:cubicBezTo>
                  <a:cubicBezTo>
                    <a:pt x="12211" y="36278"/>
                    <a:pt x="12808" y="35510"/>
                    <a:pt x="13798" y="35269"/>
                  </a:cubicBezTo>
                  <a:cubicBezTo>
                    <a:pt x="14014" y="35218"/>
                    <a:pt x="14242" y="35212"/>
                    <a:pt x="14464" y="35212"/>
                  </a:cubicBezTo>
                  <a:cubicBezTo>
                    <a:pt x="15061" y="35209"/>
                    <a:pt x="15656" y="35207"/>
                    <a:pt x="16251" y="35207"/>
                  </a:cubicBezTo>
                  <a:cubicBezTo>
                    <a:pt x="16846" y="35207"/>
                    <a:pt x="17441" y="35209"/>
                    <a:pt x="18037" y="35212"/>
                  </a:cubicBezTo>
                  <a:cubicBezTo>
                    <a:pt x="19484" y="35218"/>
                    <a:pt x="20310" y="36056"/>
                    <a:pt x="20310" y="37509"/>
                  </a:cubicBezTo>
                  <a:cubicBezTo>
                    <a:pt x="20310" y="38112"/>
                    <a:pt x="20310" y="38715"/>
                    <a:pt x="20310" y="39382"/>
                  </a:cubicBezTo>
                  <a:cubicBezTo>
                    <a:pt x="21173" y="38842"/>
                    <a:pt x="21858" y="38201"/>
                    <a:pt x="22347" y="37395"/>
                  </a:cubicBezTo>
                  <a:cubicBezTo>
                    <a:pt x="22823" y="36602"/>
                    <a:pt x="23191" y="35739"/>
                    <a:pt x="23616" y="34888"/>
                  </a:cubicBezTo>
                  <a:cubicBezTo>
                    <a:pt x="24993" y="35555"/>
                    <a:pt x="26453" y="36259"/>
                    <a:pt x="27925" y="36970"/>
                  </a:cubicBezTo>
                  <a:cubicBezTo>
                    <a:pt x="27602" y="38004"/>
                    <a:pt x="27767" y="38918"/>
                    <a:pt x="28471" y="39724"/>
                  </a:cubicBezTo>
                  <a:cubicBezTo>
                    <a:pt x="28897" y="40219"/>
                    <a:pt x="29468" y="40441"/>
                    <a:pt x="30064" y="40619"/>
                  </a:cubicBezTo>
                  <a:lnTo>
                    <a:pt x="30858" y="40619"/>
                  </a:lnTo>
                  <a:cubicBezTo>
                    <a:pt x="31721" y="40391"/>
                    <a:pt x="32438" y="39972"/>
                    <a:pt x="32863" y="39140"/>
                  </a:cubicBezTo>
                  <a:cubicBezTo>
                    <a:pt x="33409" y="38080"/>
                    <a:pt x="33187" y="36735"/>
                    <a:pt x="32311" y="35942"/>
                  </a:cubicBezTo>
                  <a:cubicBezTo>
                    <a:pt x="31779" y="35460"/>
                    <a:pt x="31120" y="35210"/>
                    <a:pt x="30465" y="35210"/>
                  </a:cubicBezTo>
                  <a:cubicBezTo>
                    <a:pt x="29963" y="35210"/>
                    <a:pt x="29464" y="35356"/>
                    <a:pt x="29023" y="35656"/>
                  </a:cubicBezTo>
                  <a:cubicBezTo>
                    <a:pt x="28895" y="35740"/>
                    <a:pt x="28787" y="35779"/>
                    <a:pt x="28676" y="35779"/>
                  </a:cubicBezTo>
                  <a:cubicBezTo>
                    <a:pt x="28585" y="35779"/>
                    <a:pt x="28492" y="35752"/>
                    <a:pt x="28382" y="35701"/>
                  </a:cubicBezTo>
                  <a:cubicBezTo>
                    <a:pt x="26929" y="34983"/>
                    <a:pt x="25469" y="34273"/>
                    <a:pt x="24003" y="33574"/>
                  </a:cubicBezTo>
                  <a:cubicBezTo>
                    <a:pt x="23781" y="33473"/>
                    <a:pt x="23711" y="33359"/>
                    <a:pt x="23686" y="33111"/>
                  </a:cubicBezTo>
                  <a:cubicBezTo>
                    <a:pt x="23610" y="32413"/>
                    <a:pt x="23470" y="31728"/>
                    <a:pt x="23381" y="31036"/>
                  </a:cubicBezTo>
                  <a:cubicBezTo>
                    <a:pt x="23362" y="30902"/>
                    <a:pt x="23413" y="30693"/>
                    <a:pt x="23508" y="30617"/>
                  </a:cubicBezTo>
                  <a:cubicBezTo>
                    <a:pt x="24321" y="29982"/>
                    <a:pt x="25152" y="29373"/>
                    <a:pt x="26015" y="28726"/>
                  </a:cubicBezTo>
                  <a:cubicBezTo>
                    <a:pt x="26643" y="29703"/>
                    <a:pt x="27367" y="30579"/>
                    <a:pt x="28389" y="31233"/>
                  </a:cubicBezTo>
                  <a:cubicBezTo>
                    <a:pt x="28408" y="31099"/>
                    <a:pt x="28427" y="30998"/>
                    <a:pt x="28427" y="30902"/>
                  </a:cubicBezTo>
                  <a:cubicBezTo>
                    <a:pt x="28433" y="30350"/>
                    <a:pt x="28421" y="29792"/>
                    <a:pt x="28433" y="29240"/>
                  </a:cubicBezTo>
                  <a:cubicBezTo>
                    <a:pt x="28465" y="28015"/>
                    <a:pt x="29176" y="27177"/>
                    <a:pt x="30388" y="27107"/>
                  </a:cubicBezTo>
                  <a:cubicBezTo>
                    <a:pt x="31101" y="27072"/>
                    <a:pt x="31818" y="27052"/>
                    <a:pt x="32534" y="27052"/>
                  </a:cubicBezTo>
                  <a:cubicBezTo>
                    <a:pt x="33220" y="27052"/>
                    <a:pt x="33906" y="27070"/>
                    <a:pt x="34589" y="27107"/>
                  </a:cubicBezTo>
                  <a:cubicBezTo>
                    <a:pt x="35833" y="27171"/>
                    <a:pt x="36551" y="28040"/>
                    <a:pt x="36563" y="29297"/>
                  </a:cubicBezTo>
                  <a:cubicBezTo>
                    <a:pt x="36570" y="29925"/>
                    <a:pt x="36563" y="30560"/>
                    <a:pt x="36563" y="31245"/>
                  </a:cubicBezTo>
                  <a:cubicBezTo>
                    <a:pt x="37395" y="30737"/>
                    <a:pt x="38023" y="30103"/>
                    <a:pt x="38543" y="29373"/>
                  </a:cubicBezTo>
                  <a:cubicBezTo>
                    <a:pt x="41698" y="24911"/>
                    <a:pt x="39210" y="18749"/>
                    <a:pt x="33853" y="17740"/>
                  </a:cubicBezTo>
                  <a:cubicBezTo>
                    <a:pt x="33403" y="17657"/>
                    <a:pt x="32933" y="17663"/>
                    <a:pt x="32476" y="17600"/>
                  </a:cubicBezTo>
                  <a:cubicBezTo>
                    <a:pt x="32349" y="17581"/>
                    <a:pt x="32178" y="17498"/>
                    <a:pt x="32121" y="17391"/>
                  </a:cubicBezTo>
                  <a:cubicBezTo>
                    <a:pt x="31226" y="15760"/>
                    <a:pt x="30344" y="14116"/>
                    <a:pt x="29474" y="12472"/>
                  </a:cubicBezTo>
                  <a:cubicBezTo>
                    <a:pt x="29423" y="12377"/>
                    <a:pt x="29442" y="12186"/>
                    <a:pt x="29506" y="12098"/>
                  </a:cubicBezTo>
                  <a:cubicBezTo>
                    <a:pt x="30470" y="10866"/>
                    <a:pt x="31004" y="9470"/>
                    <a:pt x="31124" y="7845"/>
                  </a:cubicBezTo>
                  <a:cubicBezTo>
                    <a:pt x="32559" y="8537"/>
                    <a:pt x="33961" y="9210"/>
                    <a:pt x="35370" y="9889"/>
                  </a:cubicBezTo>
                  <a:cubicBezTo>
                    <a:pt x="35078" y="10873"/>
                    <a:pt x="35186" y="11755"/>
                    <a:pt x="35827" y="12535"/>
                  </a:cubicBezTo>
                  <a:cubicBezTo>
                    <a:pt x="36376" y="13200"/>
                    <a:pt x="37065" y="13537"/>
                    <a:pt x="37849" y="13537"/>
                  </a:cubicBezTo>
                  <a:cubicBezTo>
                    <a:pt x="38053" y="13537"/>
                    <a:pt x="38264" y="13514"/>
                    <a:pt x="38480" y="13468"/>
                  </a:cubicBezTo>
                  <a:cubicBezTo>
                    <a:pt x="39502" y="13253"/>
                    <a:pt x="40181" y="12599"/>
                    <a:pt x="40498" y="11596"/>
                  </a:cubicBezTo>
                  <a:cubicBezTo>
                    <a:pt x="40530" y="11482"/>
                    <a:pt x="40581" y="11374"/>
                    <a:pt x="40619" y="11266"/>
                  </a:cubicBezTo>
                  <a:lnTo>
                    <a:pt x="40619" y="10397"/>
                  </a:lnTo>
                  <a:cubicBezTo>
                    <a:pt x="40403" y="9762"/>
                    <a:pt x="40155" y="9165"/>
                    <a:pt x="39610" y="8734"/>
                  </a:cubicBezTo>
                  <a:cubicBezTo>
                    <a:pt x="39109" y="8339"/>
                    <a:pt x="38507" y="8134"/>
                    <a:pt x="37907" y="8134"/>
                  </a:cubicBezTo>
                  <a:cubicBezTo>
                    <a:pt x="37397" y="8134"/>
                    <a:pt x="36889" y="8282"/>
                    <a:pt x="36443" y="8588"/>
                  </a:cubicBezTo>
                  <a:cubicBezTo>
                    <a:pt x="36328" y="8667"/>
                    <a:pt x="36228" y="8701"/>
                    <a:pt x="36127" y="8701"/>
                  </a:cubicBezTo>
                  <a:cubicBezTo>
                    <a:pt x="36034" y="8701"/>
                    <a:pt x="35940" y="8672"/>
                    <a:pt x="35833" y="8620"/>
                  </a:cubicBezTo>
                  <a:cubicBezTo>
                    <a:pt x="34342" y="7890"/>
                    <a:pt x="32850" y="7160"/>
                    <a:pt x="31353" y="6449"/>
                  </a:cubicBezTo>
                  <a:cubicBezTo>
                    <a:pt x="31118" y="6341"/>
                    <a:pt x="31016" y="6202"/>
                    <a:pt x="30966" y="5960"/>
                  </a:cubicBezTo>
                  <a:cubicBezTo>
                    <a:pt x="30261" y="2952"/>
                    <a:pt x="28401" y="1042"/>
                    <a:pt x="25431" y="217"/>
                  </a:cubicBezTo>
                  <a:cubicBezTo>
                    <a:pt x="25082" y="115"/>
                    <a:pt x="24714" y="71"/>
                    <a:pt x="24352" y="1"/>
                  </a:cubicBezTo>
                  <a:lnTo>
                    <a:pt x="22924" y="1"/>
                  </a:lnTo>
                  <a:cubicBezTo>
                    <a:pt x="22277" y="166"/>
                    <a:pt x="21604" y="261"/>
                    <a:pt x="20995" y="515"/>
                  </a:cubicBezTo>
                  <a:cubicBezTo>
                    <a:pt x="18190" y="1683"/>
                    <a:pt x="16622" y="3803"/>
                    <a:pt x="16267" y="6824"/>
                  </a:cubicBezTo>
                  <a:cubicBezTo>
                    <a:pt x="16248" y="6976"/>
                    <a:pt x="16191" y="7166"/>
                    <a:pt x="16083" y="7261"/>
                  </a:cubicBezTo>
                  <a:cubicBezTo>
                    <a:pt x="14813" y="8366"/>
                    <a:pt x="13538" y="9451"/>
                    <a:pt x="12249" y="10555"/>
                  </a:cubicBezTo>
                  <a:cubicBezTo>
                    <a:pt x="11412" y="9883"/>
                    <a:pt x="10498" y="9362"/>
                    <a:pt x="9463" y="9089"/>
                  </a:cubicBezTo>
                  <a:cubicBezTo>
                    <a:pt x="9133" y="9000"/>
                    <a:pt x="8797" y="8931"/>
                    <a:pt x="8454" y="8886"/>
                  </a:cubicBezTo>
                  <a:cubicBezTo>
                    <a:pt x="8219" y="8854"/>
                    <a:pt x="8111" y="8785"/>
                    <a:pt x="8111" y="8524"/>
                  </a:cubicBezTo>
                  <a:cubicBezTo>
                    <a:pt x="8124" y="7547"/>
                    <a:pt x="8111" y="6570"/>
                    <a:pt x="8130" y="5592"/>
                  </a:cubicBezTo>
                  <a:cubicBezTo>
                    <a:pt x="8130" y="5472"/>
                    <a:pt x="8238" y="5294"/>
                    <a:pt x="8346" y="5250"/>
                  </a:cubicBezTo>
                  <a:cubicBezTo>
                    <a:pt x="9565" y="4704"/>
                    <a:pt x="10237" y="3707"/>
                    <a:pt x="10142" y="2540"/>
                  </a:cubicBezTo>
                  <a:cubicBezTo>
                    <a:pt x="10047" y="1302"/>
                    <a:pt x="9273" y="413"/>
                    <a:pt x="7997" y="64"/>
                  </a:cubicBezTo>
                  <a:cubicBezTo>
                    <a:pt x="7946" y="52"/>
                    <a:pt x="7902" y="20"/>
                    <a:pt x="785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0800" lIns="90800" spcFirstLastPara="1" rIns="90800" wrap="square" tIns="90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3" name="Google Shape;813;p39"/>
            <p:cNvSpPr/>
            <p:nvPr/>
          </p:nvSpPr>
          <p:spPr>
            <a:xfrm>
              <a:off x="7196702" y="6788484"/>
              <a:ext cx="170792" cy="127779"/>
            </a:xfrm>
            <a:custGeom>
              <a:rect b="b" l="l" r="r" t="t"/>
              <a:pathLst>
                <a:path extrusionOk="0" h="4061" w="5428">
                  <a:moveTo>
                    <a:pt x="2387" y="0"/>
                  </a:moveTo>
                  <a:cubicBezTo>
                    <a:pt x="1856" y="0"/>
                    <a:pt x="1325" y="2"/>
                    <a:pt x="794" y="5"/>
                  </a:cubicBezTo>
                  <a:cubicBezTo>
                    <a:pt x="280" y="11"/>
                    <a:pt x="20" y="284"/>
                    <a:pt x="13" y="798"/>
                  </a:cubicBezTo>
                  <a:cubicBezTo>
                    <a:pt x="1" y="1617"/>
                    <a:pt x="20" y="2435"/>
                    <a:pt x="7" y="3254"/>
                  </a:cubicBezTo>
                  <a:cubicBezTo>
                    <a:pt x="1" y="3483"/>
                    <a:pt x="83" y="3590"/>
                    <a:pt x="293" y="3641"/>
                  </a:cubicBezTo>
                  <a:cubicBezTo>
                    <a:pt x="838" y="3775"/>
                    <a:pt x="1384" y="3921"/>
                    <a:pt x="1930" y="4060"/>
                  </a:cubicBezTo>
                  <a:lnTo>
                    <a:pt x="3441" y="4060"/>
                  </a:lnTo>
                  <a:cubicBezTo>
                    <a:pt x="4012" y="3914"/>
                    <a:pt x="4583" y="3768"/>
                    <a:pt x="5161" y="3629"/>
                  </a:cubicBezTo>
                  <a:cubicBezTo>
                    <a:pt x="5357" y="3584"/>
                    <a:pt x="5427" y="3476"/>
                    <a:pt x="5427" y="3267"/>
                  </a:cubicBezTo>
                  <a:cubicBezTo>
                    <a:pt x="5414" y="2448"/>
                    <a:pt x="5427" y="1629"/>
                    <a:pt x="5414" y="811"/>
                  </a:cubicBezTo>
                  <a:cubicBezTo>
                    <a:pt x="5414" y="297"/>
                    <a:pt x="5148" y="11"/>
                    <a:pt x="4640" y="11"/>
                  </a:cubicBezTo>
                  <a:cubicBezTo>
                    <a:pt x="3889" y="4"/>
                    <a:pt x="3138" y="0"/>
                    <a:pt x="238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0800" lIns="90800" spcFirstLastPara="1" rIns="90800" wrap="square" tIns="90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4" name="Google Shape;814;p39"/>
            <p:cNvSpPr/>
            <p:nvPr/>
          </p:nvSpPr>
          <p:spPr>
            <a:xfrm>
              <a:off x="6919522" y="6255646"/>
              <a:ext cx="170981" cy="127968"/>
            </a:xfrm>
            <a:custGeom>
              <a:rect b="b" l="l" r="r" t="t"/>
              <a:pathLst>
                <a:path extrusionOk="0" h="4067" w="5434">
                  <a:moveTo>
                    <a:pt x="1925" y="0"/>
                  </a:moveTo>
                  <a:cubicBezTo>
                    <a:pt x="1582" y="0"/>
                    <a:pt x="1238" y="2"/>
                    <a:pt x="895" y="6"/>
                  </a:cubicBezTo>
                  <a:cubicBezTo>
                    <a:pt x="267" y="19"/>
                    <a:pt x="26" y="273"/>
                    <a:pt x="20" y="875"/>
                  </a:cubicBezTo>
                  <a:cubicBezTo>
                    <a:pt x="13" y="1256"/>
                    <a:pt x="20" y="1643"/>
                    <a:pt x="20" y="2024"/>
                  </a:cubicBezTo>
                  <a:cubicBezTo>
                    <a:pt x="20" y="2449"/>
                    <a:pt x="1" y="2875"/>
                    <a:pt x="26" y="3293"/>
                  </a:cubicBezTo>
                  <a:cubicBezTo>
                    <a:pt x="39" y="3414"/>
                    <a:pt x="153" y="3585"/>
                    <a:pt x="261" y="3624"/>
                  </a:cubicBezTo>
                  <a:cubicBezTo>
                    <a:pt x="1080" y="3919"/>
                    <a:pt x="1901" y="4066"/>
                    <a:pt x="2723" y="4066"/>
                  </a:cubicBezTo>
                  <a:cubicBezTo>
                    <a:pt x="3545" y="4066"/>
                    <a:pt x="4367" y="3919"/>
                    <a:pt x="5186" y="3624"/>
                  </a:cubicBezTo>
                  <a:cubicBezTo>
                    <a:pt x="5287" y="3585"/>
                    <a:pt x="5414" y="3433"/>
                    <a:pt x="5414" y="3332"/>
                  </a:cubicBezTo>
                  <a:cubicBezTo>
                    <a:pt x="5433" y="2475"/>
                    <a:pt x="5433" y="1612"/>
                    <a:pt x="5421" y="755"/>
                  </a:cubicBezTo>
                  <a:cubicBezTo>
                    <a:pt x="5414" y="317"/>
                    <a:pt x="5179" y="76"/>
                    <a:pt x="4742" y="25"/>
                  </a:cubicBezTo>
                  <a:cubicBezTo>
                    <a:pt x="4572" y="8"/>
                    <a:pt x="4406" y="5"/>
                    <a:pt x="4239" y="5"/>
                  </a:cubicBezTo>
                  <a:cubicBezTo>
                    <a:pt x="4155" y="5"/>
                    <a:pt x="4071" y="6"/>
                    <a:pt x="3986" y="6"/>
                  </a:cubicBezTo>
                  <a:cubicBezTo>
                    <a:pt x="3301" y="6"/>
                    <a:pt x="2613" y="0"/>
                    <a:pt x="192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0800" lIns="90800" spcFirstLastPara="1" rIns="90800" wrap="square" tIns="90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5" name="Google Shape;815;p39"/>
            <p:cNvSpPr/>
            <p:nvPr/>
          </p:nvSpPr>
          <p:spPr>
            <a:xfrm>
              <a:off x="7430743" y="5978844"/>
              <a:ext cx="171170" cy="127716"/>
            </a:xfrm>
            <a:custGeom>
              <a:rect b="b" l="l" r="r" t="t"/>
              <a:pathLst>
                <a:path extrusionOk="0" h="4059" w="5440">
                  <a:moveTo>
                    <a:pt x="1518" y="1"/>
                  </a:moveTo>
                  <a:cubicBezTo>
                    <a:pt x="1315" y="1"/>
                    <a:pt x="1112" y="2"/>
                    <a:pt x="909" y="7"/>
                  </a:cubicBezTo>
                  <a:cubicBezTo>
                    <a:pt x="268" y="13"/>
                    <a:pt x="20" y="260"/>
                    <a:pt x="14" y="889"/>
                  </a:cubicBezTo>
                  <a:cubicBezTo>
                    <a:pt x="7" y="1669"/>
                    <a:pt x="20" y="2450"/>
                    <a:pt x="7" y="3224"/>
                  </a:cubicBezTo>
                  <a:cubicBezTo>
                    <a:pt x="1" y="3459"/>
                    <a:pt x="71" y="3573"/>
                    <a:pt x="306" y="3656"/>
                  </a:cubicBezTo>
                  <a:cubicBezTo>
                    <a:pt x="1110" y="3924"/>
                    <a:pt x="1913" y="4059"/>
                    <a:pt x="2716" y="4059"/>
                  </a:cubicBezTo>
                  <a:cubicBezTo>
                    <a:pt x="3528" y="4059"/>
                    <a:pt x="4341" y="3921"/>
                    <a:pt x="5154" y="3643"/>
                  </a:cubicBezTo>
                  <a:cubicBezTo>
                    <a:pt x="5364" y="3573"/>
                    <a:pt x="5440" y="3472"/>
                    <a:pt x="5440" y="3250"/>
                  </a:cubicBezTo>
                  <a:cubicBezTo>
                    <a:pt x="5427" y="2475"/>
                    <a:pt x="5434" y="1695"/>
                    <a:pt x="5434" y="914"/>
                  </a:cubicBezTo>
                  <a:cubicBezTo>
                    <a:pt x="5427" y="286"/>
                    <a:pt x="5180" y="19"/>
                    <a:pt x="4551" y="7"/>
                  </a:cubicBezTo>
                  <a:cubicBezTo>
                    <a:pt x="4348" y="2"/>
                    <a:pt x="4146" y="1"/>
                    <a:pt x="3944" y="1"/>
                  </a:cubicBezTo>
                  <a:cubicBezTo>
                    <a:pt x="3540" y="1"/>
                    <a:pt x="3136" y="7"/>
                    <a:pt x="2730" y="7"/>
                  </a:cubicBezTo>
                  <a:cubicBezTo>
                    <a:pt x="2328" y="7"/>
                    <a:pt x="1923" y="1"/>
                    <a:pt x="151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0800" lIns="90800" spcFirstLastPara="1" rIns="90800" wrap="square" tIns="90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6" name="Google Shape;816;p39"/>
            <p:cNvSpPr/>
            <p:nvPr/>
          </p:nvSpPr>
          <p:spPr>
            <a:xfrm>
              <a:off x="7707545" y="6532480"/>
              <a:ext cx="171358" cy="127779"/>
            </a:xfrm>
            <a:custGeom>
              <a:rect b="b" l="l" r="r" t="t"/>
              <a:pathLst>
                <a:path extrusionOk="0" h="4061" w="5446">
                  <a:moveTo>
                    <a:pt x="1675" y="0"/>
                  </a:moveTo>
                  <a:cubicBezTo>
                    <a:pt x="1409" y="0"/>
                    <a:pt x="1143" y="3"/>
                    <a:pt x="876" y="11"/>
                  </a:cubicBezTo>
                  <a:cubicBezTo>
                    <a:pt x="267" y="23"/>
                    <a:pt x="19" y="284"/>
                    <a:pt x="13" y="893"/>
                  </a:cubicBezTo>
                  <a:cubicBezTo>
                    <a:pt x="7" y="1673"/>
                    <a:pt x="19" y="2448"/>
                    <a:pt x="7" y="3228"/>
                  </a:cubicBezTo>
                  <a:cubicBezTo>
                    <a:pt x="0" y="3457"/>
                    <a:pt x="64" y="3577"/>
                    <a:pt x="299" y="3654"/>
                  </a:cubicBezTo>
                  <a:cubicBezTo>
                    <a:pt x="1109" y="3926"/>
                    <a:pt x="1915" y="4061"/>
                    <a:pt x="2722" y="4061"/>
                  </a:cubicBezTo>
                  <a:cubicBezTo>
                    <a:pt x="3532" y="4061"/>
                    <a:pt x="4342" y="3924"/>
                    <a:pt x="5154" y="3654"/>
                  </a:cubicBezTo>
                  <a:cubicBezTo>
                    <a:pt x="5395" y="3571"/>
                    <a:pt x="5446" y="3451"/>
                    <a:pt x="5439" y="3222"/>
                  </a:cubicBezTo>
                  <a:cubicBezTo>
                    <a:pt x="5433" y="2460"/>
                    <a:pt x="5439" y="1693"/>
                    <a:pt x="5433" y="925"/>
                  </a:cubicBezTo>
                  <a:cubicBezTo>
                    <a:pt x="5433" y="284"/>
                    <a:pt x="5173" y="17"/>
                    <a:pt x="4519" y="4"/>
                  </a:cubicBezTo>
                  <a:cubicBezTo>
                    <a:pt x="4322" y="2"/>
                    <a:pt x="4125" y="2"/>
                    <a:pt x="3927" y="2"/>
                  </a:cubicBezTo>
                  <a:cubicBezTo>
                    <a:pt x="3531" y="2"/>
                    <a:pt x="3133" y="4"/>
                    <a:pt x="2736" y="4"/>
                  </a:cubicBezTo>
                  <a:cubicBezTo>
                    <a:pt x="2384" y="4"/>
                    <a:pt x="2030" y="0"/>
                    <a:pt x="167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0800" lIns="90800" spcFirstLastPara="1" rIns="90800" wrap="square" tIns="90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7" name="Google Shape;817;p39"/>
            <p:cNvSpPr/>
            <p:nvPr/>
          </p:nvSpPr>
          <p:spPr>
            <a:xfrm>
              <a:off x="6962252" y="6042719"/>
              <a:ext cx="85522" cy="84924"/>
            </a:xfrm>
            <a:custGeom>
              <a:rect b="b" l="l" r="r" t="t"/>
              <a:pathLst>
                <a:path extrusionOk="0" h="2699" w="2718">
                  <a:moveTo>
                    <a:pt x="1368" y="1"/>
                  </a:moveTo>
                  <a:cubicBezTo>
                    <a:pt x="1361" y="1"/>
                    <a:pt x="1354" y="1"/>
                    <a:pt x="1346" y="1"/>
                  </a:cubicBezTo>
                  <a:cubicBezTo>
                    <a:pt x="597" y="14"/>
                    <a:pt x="1" y="636"/>
                    <a:pt x="13" y="1391"/>
                  </a:cubicBezTo>
                  <a:cubicBezTo>
                    <a:pt x="26" y="2129"/>
                    <a:pt x="622" y="2698"/>
                    <a:pt x="1366" y="2698"/>
                  </a:cubicBezTo>
                  <a:cubicBezTo>
                    <a:pt x="1370" y="2698"/>
                    <a:pt x="1374" y="2698"/>
                    <a:pt x="1378" y="2698"/>
                  </a:cubicBezTo>
                  <a:cubicBezTo>
                    <a:pt x="2114" y="2692"/>
                    <a:pt x="2711" y="2096"/>
                    <a:pt x="2711" y="1359"/>
                  </a:cubicBezTo>
                  <a:cubicBezTo>
                    <a:pt x="2717" y="624"/>
                    <a:pt x="2095" y="1"/>
                    <a:pt x="136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0800" lIns="90800" spcFirstLastPara="1" rIns="90800" wrap="square" tIns="90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8" name="Google Shape;818;p39"/>
            <p:cNvSpPr/>
            <p:nvPr/>
          </p:nvSpPr>
          <p:spPr>
            <a:xfrm>
              <a:off x="7239432" y="6575525"/>
              <a:ext cx="85522" cy="84924"/>
            </a:xfrm>
            <a:custGeom>
              <a:rect b="b" l="l" r="r" t="t"/>
              <a:pathLst>
                <a:path extrusionOk="0" h="2699" w="2718">
                  <a:moveTo>
                    <a:pt x="1353" y="1"/>
                  </a:moveTo>
                  <a:cubicBezTo>
                    <a:pt x="597" y="1"/>
                    <a:pt x="1" y="604"/>
                    <a:pt x="7" y="1365"/>
                  </a:cubicBezTo>
                  <a:cubicBezTo>
                    <a:pt x="14" y="2102"/>
                    <a:pt x="617" y="2698"/>
                    <a:pt x="1353" y="2698"/>
                  </a:cubicBezTo>
                  <a:cubicBezTo>
                    <a:pt x="2095" y="2698"/>
                    <a:pt x="2717" y="2070"/>
                    <a:pt x="2705" y="1327"/>
                  </a:cubicBezTo>
                  <a:cubicBezTo>
                    <a:pt x="2692" y="597"/>
                    <a:pt x="2089" y="7"/>
                    <a:pt x="135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0800" lIns="90800" spcFirstLastPara="1" rIns="90800" wrap="square" tIns="90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9" name="Google Shape;819;p39"/>
            <p:cNvSpPr/>
            <p:nvPr/>
          </p:nvSpPr>
          <p:spPr>
            <a:xfrm>
              <a:off x="7750684" y="6319710"/>
              <a:ext cx="85302" cy="84924"/>
            </a:xfrm>
            <a:custGeom>
              <a:rect b="b" l="l" r="r" t="t"/>
              <a:pathLst>
                <a:path extrusionOk="0" h="2699" w="2711">
                  <a:moveTo>
                    <a:pt x="1351" y="1"/>
                  </a:moveTo>
                  <a:cubicBezTo>
                    <a:pt x="1347" y="1"/>
                    <a:pt x="1343" y="1"/>
                    <a:pt x="1339" y="1"/>
                  </a:cubicBezTo>
                  <a:cubicBezTo>
                    <a:pt x="603" y="7"/>
                    <a:pt x="13" y="604"/>
                    <a:pt x="7" y="1346"/>
                  </a:cubicBezTo>
                  <a:cubicBezTo>
                    <a:pt x="0" y="2104"/>
                    <a:pt x="591" y="2698"/>
                    <a:pt x="1346" y="2698"/>
                  </a:cubicBezTo>
                  <a:cubicBezTo>
                    <a:pt x="1350" y="2698"/>
                    <a:pt x="1354" y="2698"/>
                    <a:pt x="1358" y="2698"/>
                  </a:cubicBezTo>
                  <a:cubicBezTo>
                    <a:pt x="2095" y="2692"/>
                    <a:pt x="2691" y="2102"/>
                    <a:pt x="2704" y="1365"/>
                  </a:cubicBezTo>
                  <a:cubicBezTo>
                    <a:pt x="2710" y="627"/>
                    <a:pt x="2088" y="1"/>
                    <a:pt x="135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0800" lIns="90800" spcFirstLastPara="1" rIns="90800" wrap="square" tIns="90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0" name="Google Shape;820;p39"/>
            <p:cNvSpPr/>
            <p:nvPr/>
          </p:nvSpPr>
          <p:spPr>
            <a:xfrm>
              <a:off x="7473693" y="5765759"/>
              <a:ext cx="85711" cy="84893"/>
            </a:xfrm>
            <a:custGeom>
              <a:rect b="b" l="l" r="r" t="t"/>
              <a:pathLst>
                <a:path extrusionOk="0" h="2698" w="2724">
                  <a:moveTo>
                    <a:pt x="1352" y="0"/>
                  </a:moveTo>
                  <a:cubicBezTo>
                    <a:pt x="603" y="7"/>
                    <a:pt x="0" y="622"/>
                    <a:pt x="13" y="1378"/>
                  </a:cubicBezTo>
                  <a:cubicBezTo>
                    <a:pt x="20" y="2120"/>
                    <a:pt x="610" y="2698"/>
                    <a:pt x="1352" y="2698"/>
                  </a:cubicBezTo>
                  <a:cubicBezTo>
                    <a:pt x="2089" y="2698"/>
                    <a:pt x="2698" y="2107"/>
                    <a:pt x="2710" y="1378"/>
                  </a:cubicBezTo>
                  <a:cubicBezTo>
                    <a:pt x="2723" y="648"/>
                    <a:pt x="2089" y="0"/>
                    <a:pt x="135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0800" lIns="90800" spcFirstLastPara="1" rIns="90800" wrap="square" tIns="90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821" name="Google Shape;821;p39"/>
          <p:cNvCxnSpPr/>
          <p:nvPr/>
        </p:nvCxnSpPr>
        <p:spPr>
          <a:xfrm flipH="1" rot="10800000">
            <a:off x="4585160" y="3180151"/>
            <a:ext cx="2400" cy="1513800"/>
          </a:xfrm>
          <a:prstGeom prst="straightConnector1">
            <a:avLst/>
          </a:prstGeom>
          <a:noFill/>
          <a:ln cap="flat" cmpd="sng" w="19050">
            <a:solidFill>
              <a:srgbClr val="153244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822" name="Google Shape;822;p39"/>
          <p:cNvSpPr/>
          <p:nvPr/>
        </p:nvSpPr>
        <p:spPr>
          <a:xfrm>
            <a:off x="960363" y="3104823"/>
            <a:ext cx="2655300" cy="3135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9525">
            <a:solidFill>
              <a:srgbClr val="FFC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3" name="Google Shape;823;p39"/>
          <p:cNvSpPr/>
          <p:nvPr/>
        </p:nvSpPr>
        <p:spPr>
          <a:xfrm>
            <a:off x="1339912" y="3104823"/>
            <a:ext cx="2546700" cy="313500"/>
          </a:xfrm>
          <a:prstGeom prst="roundRect">
            <a:avLst>
              <a:gd fmla="val 50000" name="adj"/>
            </a:avLst>
          </a:prstGeom>
          <a:solidFill>
            <a:srgbClr val="FECA18"/>
          </a:solidFill>
          <a:ln cap="flat" cmpd="sng" w="9525">
            <a:solidFill>
              <a:srgbClr val="FECA1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s" sz="1400" u="none" cap="none" strike="noStrike">
                <a:solidFill>
                  <a:srgbClr val="FFFFFF"/>
                </a:solidFill>
                <a:latin typeface="Archivo"/>
                <a:ea typeface="Archivo"/>
                <a:cs typeface="Archivo"/>
                <a:sym typeface="Archivo"/>
              </a:rPr>
              <a:t>Digital y Directa</a:t>
            </a:r>
            <a:endParaRPr b="1" i="0" sz="1400" u="none" cap="none" strike="noStrike">
              <a:solidFill>
                <a:srgbClr val="FFFFFF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824" name="Google Shape;824;p39"/>
          <p:cNvSpPr/>
          <p:nvPr/>
        </p:nvSpPr>
        <p:spPr>
          <a:xfrm>
            <a:off x="1037220" y="3149384"/>
            <a:ext cx="224103" cy="224349"/>
          </a:xfrm>
          <a:custGeom>
            <a:rect b="b" l="l" r="r" t="t"/>
            <a:pathLst>
              <a:path extrusionOk="0" h="8948" w="8940">
                <a:moveTo>
                  <a:pt x="6217" y="2764"/>
                </a:moveTo>
                <a:cubicBezTo>
                  <a:pt x="6330" y="2764"/>
                  <a:pt x="6441" y="2809"/>
                  <a:pt x="6531" y="2900"/>
                </a:cubicBezTo>
                <a:cubicBezTo>
                  <a:pt x="6701" y="3078"/>
                  <a:pt x="6701" y="3355"/>
                  <a:pt x="6504" y="3542"/>
                </a:cubicBezTo>
                <a:cubicBezTo>
                  <a:pt x="5675" y="4372"/>
                  <a:pt x="4845" y="5210"/>
                  <a:pt x="4015" y="6040"/>
                </a:cubicBezTo>
                <a:cubicBezTo>
                  <a:pt x="3913" y="6142"/>
                  <a:pt x="3797" y="6194"/>
                  <a:pt x="3681" y="6194"/>
                </a:cubicBezTo>
                <a:cubicBezTo>
                  <a:pt x="3565" y="6194"/>
                  <a:pt x="3449" y="6142"/>
                  <a:pt x="3346" y="6040"/>
                </a:cubicBezTo>
                <a:cubicBezTo>
                  <a:pt x="3034" y="5736"/>
                  <a:pt x="2731" y="5433"/>
                  <a:pt x="2436" y="5130"/>
                </a:cubicBezTo>
                <a:cubicBezTo>
                  <a:pt x="2240" y="4934"/>
                  <a:pt x="2231" y="4657"/>
                  <a:pt x="2410" y="4479"/>
                </a:cubicBezTo>
                <a:cubicBezTo>
                  <a:pt x="2497" y="4392"/>
                  <a:pt x="2607" y="4347"/>
                  <a:pt x="2720" y="4347"/>
                </a:cubicBezTo>
                <a:cubicBezTo>
                  <a:pt x="2839" y="4347"/>
                  <a:pt x="2960" y="4396"/>
                  <a:pt x="3061" y="4496"/>
                </a:cubicBezTo>
                <a:cubicBezTo>
                  <a:pt x="3266" y="4693"/>
                  <a:pt x="3471" y="4898"/>
                  <a:pt x="3676" y="5112"/>
                </a:cubicBezTo>
                <a:cubicBezTo>
                  <a:pt x="3935" y="4853"/>
                  <a:pt x="4185" y="4603"/>
                  <a:pt x="4426" y="4363"/>
                </a:cubicBezTo>
                <a:cubicBezTo>
                  <a:pt x="4907" y="3881"/>
                  <a:pt x="5389" y="3399"/>
                  <a:pt x="5871" y="2917"/>
                </a:cubicBezTo>
                <a:cubicBezTo>
                  <a:pt x="5972" y="2816"/>
                  <a:pt x="6096" y="2764"/>
                  <a:pt x="6217" y="2764"/>
                </a:cubicBezTo>
                <a:close/>
                <a:moveTo>
                  <a:pt x="4470" y="0"/>
                </a:moveTo>
                <a:cubicBezTo>
                  <a:pt x="1999" y="0"/>
                  <a:pt x="1" y="2007"/>
                  <a:pt x="1" y="4479"/>
                </a:cubicBezTo>
                <a:cubicBezTo>
                  <a:pt x="1" y="6941"/>
                  <a:pt x="1999" y="8948"/>
                  <a:pt x="4470" y="8948"/>
                </a:cubicBezTo>
                <a:cubicBezTo>
                  <a:pt x="6941" y="8948"/>
                  <a:pt x="8940" y="6950"/>
                  <a:pt x="8940" y="4479"/>
                </a:cubicBezTo>
                <a:cubicBezTo>
                  <a:pt x="8940" y="2007"/>
                  <a:pt x="6941" y="9"/>
                  <a:pt x="4470" y="0"/>
                </a:cubicBezTo>
                <a:close/>
              </a:path>
            </a:pathLst>
          </a:custGeom>
          <a:solidFill>
            <a:srgbClr val="FECA1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5" name="Google Shape;825;p39"/>
          <p:cNvSpPr/>
          <p:nvPr/>
        </p:nvSpPr>
        <p:spPr>
          <a:xfrm>
            <a:off x="5380050" y="3077783"/>
            <a:ext cx="2655300" cy="3135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9525">
            <a:solidFill>
              <a:srgbClr val="FFC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6" name="Google Shape;826;p39"/>
          <p:cNvSpPr/>
          <p:nvPr/>
        </p:nvSpPr>
        <p:spPr>
          <a:xfrm>
            <a:off x="5759600" y="3077783"/>
            <a:ext cx="2546700" cy="313500"/>
          </a:xfrm>
          <a:prstGeom prst="roundRect">
            <a:avLst>
              <a:gd fmla="val 50000" name="adj"/>
            </a:avLst>
          </a:prstGeom>
          <a:solidFill>
            <a:srgbClr val="FECA18"/>
          </a:solidFill>
          <a:ln cap="flat" cmpd="sng" w="9525">
            <a:solidFill>
              <a:srgbClr val="FECA1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s" sz="1400" u="none" cap="none" strike="noStrike">
                <a:solidFill>
                  <a:srgbClr val="FFFFFF"/>
                </a:solidFill>
                <a:latin typeface="Archivo"/>
                <a:ea typeface="Archivo"/>
                <a:cs typeface="Archivo"/>
                <a:sym typeface="Archivo"/>
              </a:rPr>
              <a:t>Digital</a:t>
            </a:r>
            <a:endParaRPr b="1" i="0" sz="1400" u="none" cap="none" strike="noStrike">
              <a:solidFill>
                <a:srgbClr val="FFFFFF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827" name="Google Shape;827;p39"/>
          <p:cNvSpPr/>
          <p:nvPr/>
        </p:nvSpPr>
        <p:spPr>
          <a:xfrm>
            <a:off x="5456908" y="3122343"/>
            <a:ext cx="224103" cy="224349"/>
          </a:xfrm>
          <a:custGeom>
            <a:rect b="b" l="l" r="r" t="t"/>
            <a:pathLst>
              <a:path extrusionOk="0" h="8948" w="8940">
                <a:moveTo>
                  <a:pt x="6217" y="2764"/>
                </a:moveTo>
                <a:cubicBezTo>
                  <a:pt x="6330" y="2764"/>
                  <a:pt x="6441" y="2809"/>
                  <a:pt x="6531" y="2900"/>
                </a:cubicBezTo>
                <a:cubicBezTo>
                  <a:pt x="6701" y="3078"/>
                  <a:pt x="6701" y="3355"/>
                  <a:pt x="6504" y="3542"/>
                </a:cubicBezTo>
                <a:cubicBezTo>
                  <a:pt x="5675" y="4372"/>
                  <a:pt x="4845" y="5210"/>
                  <a:pt x="4015" y="6040"/>
                </a:cubicBezTo>
                <a:cubicBezTo>
                  <a:pt x="3913" y="6142"/>
                  <a:pt x="3797" y="6194"/>
                  <a:pt x="3681" y="6194"/>
                </a:cubicBezTo>
                <a:cubicBezTo>
                  <a:pt x="3565" y="6194"/>
                  <a:pt x="3449" y="6142"/>
                  <a:pt x="3346" y="6040"/>
                </a:cubicBezTo>
                <a:cubicBezTo>
                  <a:pt x="3034" y="5736"/>
                  <a:pt x="2731" y="5433"/>
                  <a:pt x="2436" y="5130"/>
                </a:cubicBezTo>
                <a:cubicBezTo>
                  <a:pt x="2240" y="4934"/>
                  <a:pt x="2231" y="4657"/>
                  <a:pt x="2410" y="4479"/>
                </a:cubicBezTo>
                <a:cubicBezTo>
                  <a:pt x="2497" y="4392"/>
                  <a:pt x="2607" y="4347"/>
                  <a:pt x="2720" y="4347"/>
                </a:cubicBezTo>
                <a:cubicBezTo>
                  <a:pt x="2839" y="4347"/>
                  <a:pt x="2960" y="4396"/>
                  <a:pt x="3061" y="4496"/>
                </a:cubicBezTo>
                <a:cubicBezTo>
                  <a:pt x="3266" y="4693"/>
                  <a:pt x="3471" y="4898"/>
                  <a:pt x="3676" y="5112"/>
                </a:cubicBezTo>
                <a:cubicBezTo>
                  <a:pt x="3935" y="4853"/>
                  <a:pt x="4185" y="4603"/>
                  <a:pt x="4426" y="4363"/>
                </a:cubicBezTo>
                <a:cubicBezTo>
                  <a:pt x="4907" y="3881"/>
                  <a:pt x="5389" y="3399"/>
                  <a:pt x="5871" y="2917"/>
                </a:cubicBezTo>
                <a:cubicBezTo>
                  <a:pt x="5972" y="2816"/>
                  <a:pt x="6096" y="2764"/>
                  <a:pt x="6217" y="2764"/>
                </a:cubicBezTo>
                <a:close/>
                <a:moveTo>
                  <a:pt x="4470" y="0"/>
                </a:moveTo>
                <a:cubicBezTo>
                  <a:pt x="1999" y="0"/>
                  <a:pt x="1" y="2007"/>
                  <a:pt x="1" y="4479"/>
                </a:cubicBezTo>
                <a:cubicBezTo>
                  <a:pt x="1" y="6941"/>
                  <a:pt x="1999" y="8948"/>
                  <a:pt x="4470" y="8948"/>
                </a:cubicBezTo>
                <a:cubicBezTo>
                  <a:pt x="6941" y="8948"/>
                  <a:pt x="8940" y="6950"/>
                  <a:pt x="8940" y="4479"/>
                </a:cubicBezTo>
                <a:cubicBezTo>
                  <a:pt x="8940" y="2007"/>
                  <a:pt x="6941" y="9"/>
                  <a:pt x="4470" y="0"/>
                </a:cubicBezTo>
                <a:close/>
              </a:path>
            </a:pathLst>
          </a:custGeom>
          <a:solidFill>
            <a:srgbClr val="FECA1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8" name="Google Shape;828;p39"/>
          <p:cNvSpPr/>
          <p:nvPr/>
        </p:nvSpPr>
        <p:spPr>
          <a:xfrm>
            <a:off x="4986313" y="2612650"/>
            <a:ext cx="3713700" cy="3567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9525">
            <a:solidFill>
              <a:srgbClr val="FECA18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s" sz="1600" u="none" cap="none" strike="noStrike">
                <a:solidFill>
                  <a:srgbClr val="1B3F4F"/>
                </a:solidFill>
                <a:latin typeface="Archivo"/>
                <a:ea typeface="Archivo"/>
                <a:cs typeface="Archivo"/>
                <a:sym typeface="Archivo"/>
              </a:rPr>
              <a:t>Formatos </a:t>
            </a:r>
            <a:endParaRPr b="1" i="0" sz="1600" u="none" cap="none" strike="noStrike">
              <a:solidFill>
                <a:srgbClr val="1B3F4F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829" name="Google Shape;829;p39"/>
          <p:cNvSpPr/>
          <p:nvPr/>
        </p:nvSpPr>
        <p:spPr>
          <a:xfrm>
            <a:off x="4879488" y="2555748"/>
            <a:ext cx="502500" cy="502500"/>
          </a:xfrm>
          <a:prstGeom prst="roundRect">
            <a:avLst>
              <a:gd fmla="val 50000" name="adj"/>
            </a:avLst>
          </a:prstGeom>
          <a:solidFill>
            <a:srgbClr val="FECA18"/>
          </a:solidFill>
          <a:ln>
            <a:noFill/>
          </a:ln>
        </p:spPr>
        <p:txBody>
          <a:bodyPr anchorCtr="0" anchor="ctr" bIns="90800" lIns="90800" spcFirstLastPara="1" rIns="90800" wrap="square" tIns="9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90"/>
              <a:buFont typeface="Arial"/>
              <a:buNone/>
            </a:pPr>
            <a:r>
              <a:t/>
            </a:r>
            <a:endParaRPr b="0" i="0" sz="139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30" name="Google Shape;830;p39"/>
          <p:cNvGrpSpPr/>
          <p:nvPr/>
        </p:nvGrpSpPr>
        <p:grpSpPr>
          <a:xfrm>
            <a:off x="4986416" y="2666403"/>
            <a:ext cx="288646" cy="281188"/>
            <a:chOff x="6770753" y="5638135"/>
            <a:chExt cx="1312028" cy="1278128"/>
          </a:xfrm>
        </p:grpSpPr>
        <p:sp>
          <p:nvSpPr>
            <p:cNvPr id="831" name="Google Shape;831;p39"/>
            <p:cNvSpPr/>
            <p:nvPr/>
          </p:nvSpPr>
          <p:spPr>
            <a:xfrm>
              <a:off x="6770753" y="5638135"/>
              <a:ext cx="1312028" cy="1278108"/>
            </a:xfrm>
            <a:custGeom>
              <a:rect b="b" l="l" r="r" t="t"/>
              <a:pathLst>
                <a:path extrusionOk="0" h="40620" w="41698">
                  <a:moveTo>
                    <a:pt x="23701" y="2704"/>
                  </a:moveTo>
                  <a:cubicBezTo>
                    <a:pt x="25158" y="2704"/>
                    <a:pt x="26421" y="3968"/>
                    <a:pt x="26402" y="5427"/>
                  </a:cubicBezTo>
                  <a:cubicBezTo>
                    <a:pt x="26390" y="6906"/>
                    <a:pt x="25165" y="8112"/>
                    <a:pt x="23692" y="8112"/>
                  </a:cubicBezTo>
                  <a:cubicBezTo>
                    <a:pt x="22201" y="8106"/>
                    <a:pt x="21001" y="6906"/>
                    <a:pt x="20995" y="5421"/>
                  </a:cubicBezTo>
                  <a:cubicBezTo>
                    <a:pt x="20989" y="3949"/>
                    <a:pt x="22195" y="2724"/>
                    <a:pt x="23680" y="2705"/>
                  </a:cubicBezTo>
                  <a:cubicBezTo>
                    <a:pt x="23687" y="2705"/>
                    <a:pt x="23694" y="2704"/>
                    <a:pt x="23701" y="2704"/>
                  </a:cubicBezTo>
                  <a:close/>
                  <a:moveTo>
                    <a:pt x="7440" y="11507"/>
                  </a:moveTo>
                  <a:cubicBezTo>
                    <a:pt x="7444" y="11507"/>
                    <a:pt x="7448" y="11507"/>
                    <a:pt x="7451" y="11507"/>
                  </a:cubicBezTo>
                  <a:cubicBezTo>
                    <a:pt x="8924" y="11514"/>
                    <a:pt x="10155" y="12745"/>
                    <a:pt x="10149" y="14224"/>
                  </a:cubicBezTo>
                  <a:cubicBezTo>
                    <a:pt x="10149" y="15699"/>
                    <a:pt x="8930" y="16908"/>
                    <a:pt x="7450" y="16908"/>
                  </a:cubicBezTo>
                  <a:cubicBezTo>
                    <a:pt x="7446" y="16908"/>
                    <a:pt x="7442" y="16908"/>
                    <a:pt x="7439" y="16908"/>
                  </a:cubicBezTo>
                  <a:cubicBezTo>
                    <a:pt x="5947" y="16908"/>
                    <a:pt x="4748" y="15702"/>
                    <a:pt x="4748" y="14211"/>
                  </a:cubicBezTo>
                  <a:cubicBezTo>
                    <a:pt x="4754" y="12730"/>
                    <a:pt x="5973" y="11507"/>
                    <a:pt x="7440" y="11507"/>
                  </a:cubicBezTo>
                  <a:close/>
                  <a:moveTo>
                    <a:pt x="32498" y="20310"/>
                  </a:moveTo>
                  <a:cubicBezTo>
                    <a:pt x="33967" y="20310"/>
                    <a:pt x="35218" y="21561"/>
                    <a:pt x="35205" y="23026"/>
                  </a:cubicBezTo>
                  <a:cubicBezTo>
                    <a:pt x="35186" y="24505"/>
                    <a:pt x="33967" y="25711"/>
                    <a:pt x="32495" y="25711"/>
                  </a:cubicBezTo>
                  <a:cubicBezTo>
                    <a:pt x="31010" y="25711"/>
                    <a:pt x="29804" y="24511"/>
                    <a:pt x="29798" y="23026"/>
                  </a:cubicBezTo>
                  <a:cubicBezTo>
                    <a:pt x="29785" y="21548"/>
                    <a:pt x="30997" y="20323"/>
                    <a:pt x="32476" y="20310"/>
                  </a:cubicBezTo>
                  <a:cubicBezTo>
                    <a:pt x="32483" y="20310"/>
                    <a:pt x="32491" y="20310"/>
                    <a:pt x="32498" y="20310"/>
                  </a:cubicBezTo>
                  <a:close/>
                  <a:moveTo>
                    <a:pt x="16277" y="28433"/>
                  </a:moveTo>
                  <a:cubicBezTo>
                    <a:pt x="17720" y="28433"/>
                    <a:pt x="18958" y="29677"/>
                    <a:pt x="18951" y="31144"/>
                  </a:cubicBezTo>
                  <a:cubicBezTo>
                    <a:pt x="18951" y="32610"/>
                    <a:pt x="17726" y="33835"/>
                    <a:pt x="16254" y="33847"/>
                  </a:cubicBezTo>
                  <a:cubicBezTo>
                    <a:pt x="16250" y="33847"/>
                    <a:pt x="16246" y="33847"/>
                    <a:pt x="16243" y="33847"/>
                  </a:cubicBezTo>
                  <a:cubicBezTo>
                    <a:pt x="14775" y="33847"/>
                    <a:pt x="13563" y="32638"/>
                    <a:pt x="13550" y="31156"/>
                  </a:cubicBezTo>
                  <a:cubicBezTo>
                    <a:pt x="13538" y="29671"/>
                    <a:pt x="14725" y="28465"/>
                    <a:pt x="16222" y="28434"/>
                  </a:cubicBezTo>
                  <a:cubicBezTo>
                    <a:pt x="16240" y="28433"/>
                    <a:pt x="16259" y="28433"/>
                    <a:pt x="16277" y="28433"/>
                  </a:cubicBezTo>
                  <a:close/>
                  <a:moveTo>
                    <a:pt x="7058" y="1"/>
                  </a:moveTo>
                  <a:cubicBezTo>
                    <a:pt x="6226" y="217"/>
                    <a:pt x="5522" y="610"/>
                    <a:pt x="5090" y="1397"/>
                  </a:cubicBezTo>
                  <a:cubicBezTo>
                    <a:pt x="4310" y="2825"/>
                    <a:pt x="4913" y="4583"/>
                    <a:pt x="6430" y="5186"/>
                  </a:cubicBezTo>
                  <a:cubicBezTo>
                    <a:pt x="6709" y="5300"/>
                    <a:pt x="6772" y="5440"/>
                    <a:pt x="6766" y="5707"/>
                  </a:cubicBezTo>
                  <a:cubicBezTo>
                    <a:pt x="6753" y="6735"/>
                    <a:pt x="6766" y="7769"/>
                    <a:pt x="6766" y="8785"/>
                  </a:cubicBezTo>
                  <a:cubicBezTo>
                    <a:pt x="6195" y="8924"/>
                    <a:pt x="5643" y="9007"/>
                    <a:pt x="5122" y="9191"/>
                  </a:cubicBezTo>
                  <a:cubicBezTo>
                    <a:pt x="2260" y="10219"/>
                    <a:pt x="578" y="12250"/>
                    <a:pt x="77" y="15252"/>
                  </a:cubicBezTo>
                  <a:cubicBezTo>
                    <a:pt x="64" y="15328"/>
                    <a:pt x="26" y="15398"/>
                    <a:pt x="0" y="15468"/>
                  </a:cubicBezTo>
                  <a:lnTo>
                    <a:pt x="0" y="16819"/>
                  </a:lnTo>
                  <a:cubicBezTo>
                    <a:pt x="159" y="17479"/>
                    <a:pt x="254" y="18165"/>
                    <a:pt x="483" y="18806"/>
                  </a:cubicBezTo>
                  <a:cubicBezTo>
                    <a:pt x="1010" y="20323"/>
                    <a:pt x="1981" y="21516"/>
                    <a:pt x="3358" y="22449"/>
                  </a:cubicBezTo>
                  <a:cubicBezTo>
                    <a:pt x="3370" y="22309"/>
                    <a:pt x="3389" y="22208"/>
                    <a:pt x="3389" y="22112"/>
                  </a:cubicBezTo>
                  <a:cubicBezTo>
                    <a:pt x="3396" y="21490"/>
                    <a:pt x="3377" y="20869"/>
                    <a:pt x="3402" y="20247"/>
                  </a:cubicBezTo>
                  <a:cubicBezTo>
                    <a:pt x="3440" y="19225"/>
                    <a:pt x="4196" y="18368"/>
                    <a:pt x="5205" y="18324"/>
                  </a:cubicBezTo>
                  <a:cubicBezTo>
                    <a:pt x="5950" y="18295"/>
                    <a:pt x="6698" y="18281"/>
                    <a:pt x="7445" y="18281"/>
                  </a:cubicBezTo>
                  <a:cubicBezTo>
                    <a:pt x="8192" y="18281"/>
                    <a:pt x="8940" y="18295"/>
                    <a:pt x="9685" y="18324"/>
                  </a:cubicBezTo>
                  <a:cubicBezTo>
                    <a:pt x="10713" y="18368"/>
                    <a:pt x="11469" y="19250"/>
                    <a:pt x="11500" y="20285"/>
                  </a:cubicBezTo>
                  <a:cubicBezTo>
                    <a:pt x="11519" y="20983"/>
                    <a:pt x="11500" y="21687"/>
                    <a:pt x="11500" y="22474"/>
                  </a:cubicBezTo>
                  <a:cubicBezTo>
                    <a:pt x="13297" y="21256"/>
                    <a:pt x="14331" y="19631"/>
                    <a:pt x="14769" y="17537"/>
                  </a:cubicBezTo>
                  <a:cubicBezTo>
                    <a:pt x="15258" y="17917"/>
                    <a:pt x="15715" y="18273"/>
                    <a:pt x="16165" y="18628"/>
                  </a:cubicBezTo>
                  <a:cubicBezTo>
                    <a:pt x="16635" y="18990"/>
                    <a:pt x="17098" y="19371"/>
                    <a:pt x="17581" y="19720"/>
                  </a:cubicBezTo>
                  <a:cubicBezTo>
                    <a:pt x="17771" y="19859"/>
                    <a:pt x="17803" y="19993"/>
                    <a:pt x="17733" y="20215"/>
                  </a:cubicBezTo>
                  <a:cubicBezTo>
                    <a:pt x="17403" y="21300"/>
                    <a:pt x="17752" y="22385"/>
                    <a:pt x="18634" y="23096"/>
                  </a:cubicBezTo>
                  <a:cubicBezTo>
                    <a:pt x="19112" y="23482"/>
                    <a:pt x="19709" y="23681"/>
                    <a:pt x="20309" y="23681"/>
                  </a:cubicBezTo>
                  <a:cubicBezTo>
                    <a:pt x="20744" y="23681"/>
                    <a:pt x="21180" y="23576"/>
                    <a:pt x="21573" y="23363"/>
                  </a:cubicBezTo>
                  <a:cubicBezTo>
                    <a:pt x="22556" y="22836"/>
                    <a:pt x="23102" y="21808"/>
                    <a:pt x="22994" y="20697"/>
                  </a:cubicBezTo>
                  <a:cubicBezTo>
                    <a:pt x="22849" y="19264"/>
                    <a:pt x="21618" y="18291"/>
                    <a:pt x="20309" y="18291"/>
                  </a:cubicBezTo>
                  <a:cubicBezTo>
                    <a:pt x="19849" y="18291"/>
                    <a:pt x="19380" y="18410"/>
                    <a:pt x="18945" y="18673"/>
                  </a:cubicBezTo>
                  <a:cubicBezTo>
                    <a:pt x="18839" y="18740"/>
                    <a:pt x="18753" y="18771"/>
                    <a:pt x="18674" y="18771"/>
                  </a:cubicBezTo>
                  <a:cubicBezTo>
                    <a:pt x="18573" y="18771"/>
                    <a:pt x="18481" y="18720"/>
                    <a:pt x="18367" y="18628"/>
                  </a:cubicBezTo>
                  <a:cubicBezTo>
                    <a:pt x="17289" y="17778"/>
                    <a:pt x="16197" y="16940"/>
                    <a:pt x="15124" y="16090"/>
                  </a:cubicBezTo>
                  <a:cubicBezTo>
                    <a:pt x="14991" y="15982"/>
                    <a:pt x="14871" y="15798"/>
                    <a:pt x="14858" y="15645"/>
                  </a:cubicBezTo>
                  <a:cubicBezTo>
                    <a:pt x="14731" y="14167"/>
                    <a:pt x="14217" y="12846"/>
                    <a:pt x="13316" y="11679"/>
                  </a:cubicBezTo>
                  <a:cubicBezTo>
                    <a:pt x="13284" y="11634"/>
                    <a:pt x="13258" y="11590"/>
                    <a:pt x="13189" y="11476"/>
                  </a:cubicBezTo>
                  <a:cubicBezTo>
                    <a:pt x="13252" y="11437"/>
                    <a:pt x="13328" y="11412"/>
                    <a:pt x="13392" y="11361"/>
                  </a:cubicBezTo>
                  <a:cubicBezTo>
                    <a:pt x="14363" y="10530"/>
                    <a:pt x="15340" y="9699"/>
                    <a:pt x="16368" y="8816"/>
                  </a:cubicBezTo>
                  <a:cubicBezTo>
                    <a:pt x="16819" y="10854"/>
                    <a:pt x="17847" y="12447"/>
                    <a:pt x="19605" y="13652"/>
                  </a:cubicBezTo>
                  <a:cubicBezTo>
                    <a:pt x="19611" y="13462"/>
                    <a:pt x="19624" y="13329"/>
                    <a:pt x="19630" y="13195"/>
                  </a:cubicBezTo>
                  <a:cubicBezTo>
                    <a:pt x="19643" y="12561"/>
                    <a:pt x="19618" y="11926"/>
                    <a:pt x="19669" y="11292"/>
                  </a:cubicBezTo>
                  <a:cubicBezTo>
                    <a:pt x="19738" y="10378"/>
                    <a:pt x="20500" y="9559"/>
                    <a:pt x="21414" y="9527"/>
                  </a:cubicBezTo>
                  <a:cubicBezTo>
                    <a:pt x="22195" y="9501"/>
                    <a:pt x="22977" y="9487"/>
                    <a:pt x="23759" y="9487"/>
                  </a:cubicBezTo>
                  <a:cubicBezTo>
                    <a:pt x="24497" y="9487"/>
                    <a:pt x="25235" y="9499"/>
                    <a:pt x="25971" y="9527"/>
                  </a:cubicBezTo>
                  <a:cubicBezTo>
                    <a:pt x="26961" y="9565"/>
                    <a:pt x="27703" y="10466"/>
                    <a:pt x="27754" y="11526"/>
                  </a:cubicBezTo>
                  <a:cubicBezTo>
                    <a:pt x="27767" y="11748"/>
                    <a:pt x="27748" y="11977"/>
                    <a:pt x="27767" y="12199"/>
                  </a:cubicBezTo>
                  <a:cubicBezTo>
                    <a:pt x="27773" y="12326"/>
                    <a:pt x="27799" y="12466"/>
                    <a:pt x="27862" y="12574"/>
                  </a:cubicBezTo>
                  <a:cubicBezTo>
                    <a:pt x="28630" y="13938"/>
                    <a:pt x="29411" y="15296"/>
                    <a:pt x="30185" y="16661"/>
                  </a:cubicBezTo>
                  <a:cubicBezTo>
                    <a:pt x="30388" y="17022"/>
                    <a:pt x="30578" y="17397"/>
                    <a:pt x="30731" y="17689"/>
                  </a:cubicBezTo>
                  <a:cubicBezTo>
                    <a:pt x="29887" y="18114"/>
                    <a:pt x="29011" y="18450"/>
                    <a:pt x="28262" y="18958"/>
                  </a:cubicBezTo>
                  <a:cubicBezTo>
                    <a:pt x="25590" y="20767"/>
                    <a:pt x="24460" y="24029"/>
                    <a:pt x="25374" y="27120"/>
                  </a:cubicBezTo>
                  <a:cubicBezTo>
                    <a:pt x="25438" y="27355"/>
                    <a:pt x="25419" y="27494"/>
                    <a:pt x="25203" y="27647"/>
                  </a:cubicBezTo>
                  <a:cubicBezTo>
                    <a:pt x="24378" y="28243"/>
                    <a:pt x="23572" y="28859"/>
                    <a:pt x="22740" y="29481"/>
                  </a:cubicBezTo>
                  <a:cubicBezTo>
                    <a:pt x="22455" y="29100"/>
                    <a:pt x="22207" y="28719"/>
                    <a:pt x="21909" y="28377"/>
                  </a:cubicBezTo>
                  <a:cubicBezTo>
                    <a:pt x="20358" y="26592"/>
                    <a:pt x="18281" y="25728"/>
                    <a:pt x="16226" y="25728"/>
                  </a:cubicBezTo>
                  <a:cubicBezTo>
                    <a:pt x="13663" y="25728"/>
                    <a:pt x="11134" y="27071"/>
                    <a:pt x="9704" y="29646"/>
                  </a:cubicBezTo>
                  <a:cubicBezTo>
                    <a:pt x="9266" y="30426"/>
                    <a:pt x="8987" y="31264"/>
                    <a:pt x="8892" y="32153"/>
                  </a:cubicBezTo>
                  <a:cubicBezTo>
                    <a:pt x="8861" y="32411"/>
                    <a:pt x="8771" y="32502"/>
                    <a:pt x="8524" y="32502"/>
                  </a:cubicBezTo>
                  <a:cubicBezTo>
                    <a:pt x="8516" y="32502"/>
                    <a:pt x="8507" y="32502"/>
                    <a:pt x="8499" y="32502"/>
                  </a:cubicBezTo>
                  <a:cubicBezTo>
                    <a:pt x="8212" y="32498"/>
                    <a:pt x="7925" y="32497"/>
                    <a:pt x="7639" y="32497"/>
                  </a:cubicBezTo>
                  <a:cubicBezTo>
                    <a:pt x="7335" y="32497"/>
                    <a:pt x="7031" y="32498"/>
                    <a:pt x="6727" y="32498"/>
                  </a:cubicBezTo>
                  <a:cubicBezTo>
                    <a:pt x="6353" y="32498"/>
                    <a:pt x="5979" y="32497"/>
                    <a:pt x="5604" y="32489"/>
                  </a:cubicBezTo>
                  <a:cubicBezTo>
                    <a:pt x="5484" y="32489"/>
                    <a:pt x="5293" y="32381"/>
                    <a:pt x="5255" y="32280"/>
                  </a:cubicBezTo>
                  <a:cubicBezTo>
                    <a:pt x="4865" y="31156"/>
                    <a:pt x="3781" y="30471"/>
                    <a:pt x="2724" y="30471"/>
                  </a:cubicBezTo>
                  <a:cubicBezTo>
                    <a:pt x="2664" y="30471"/>
                    <a:pt x="2605" y="30473"/>
                    <a:pt x="2545" y="30477"/>
                  </a:cubicBezTo>
                  <a:cubicBezTo>
                    <a:pt x="1314" y="30566"/>
                    <a:pt x="432" y="31334"/>
                    <a:pt x="64" y="32622"/>
                  </a:cubicBezTo>
                  <a:cubicBezTo>
                    <a:pt x="51" y="32673"/>
                    <a:pt x="19" y="32718"/>
                    <a:pt x="0" y="32762"/>
                  </a:cubicBezTo>
                  <a:lnTo>
                    <a:pt x="0" y="33555"/>
                  </a:lnTo>
                  <a:cubicBezTo>
                    <a:pt x="216" y="34393"/>
                    <a:pt x="616" y="35098"/>
                    <a:pt x="1403" y="35529"/>
                  </a:cubicBezTo>
                  <a:cubicBezTo>
                    <a:pt x="1824" y="35760"/>
                    <a:pt x="2275" y="35870"/>
                    <a:pt x="2716" y="35870"/>
                  </a:cubicBezTo>
                  <a:cubicBezTo>
                    <a:pt x="3765" y="35870"/>
                    <a:pt x="4763" y="35253"/>
                    <a:pt x="5192" y="34190"/>
                  </a:cubicBezTo>
                  <a:cubicBezTo>
                    <a:pt x="5300" y="33911"/>
                    <a:pt x="5439" y="33847"/>
                    <a:pt x="5706" y="33847"/>
                  </a:cubicBezTo>
                  <a:cubicBezTo>
                    <a:pt x="6214" y="33854"/>
                    <a:pt x="6723" y="33859"/>
                    <a:pt x="7231" y="33859"/>
                  </a:cubicBezTo>
                  <a:cubicBezTo>
                    <a:pt x="7649" y="33859"/>
                    <a:pt x="8068" y="33856"/>
                    <a:pt x="8486" y="33847"/>
                  </a:cubicBezTo>
                  <a:cubicBezTo>
                    <a:pt x="8496" y="33847"/>
                    <a:pt x="8506" y="33847"/>
                    <a:pt x="8516" y="33847"/>
                  </a:cubicBezTo>
                  <a:cubicBezTo>
                    <a:pt x="8772" y="33847"/>
                    <a:pt x="8862" y="33928"/>
                    <a:pt x="8905" y="34215"/>
                  </a:cubicBezTo>
                  <a:cubicBezTo>
                    <a:pt x="9209" y="36272"/>
                    <a:pt x="10199" y="37928"/>
                    <a:pt x="11869" y="39172"/>
                  </a:cubicBezTo>
                  <a:cubicBezTo>
                    <a:pt x="11951" y="39236"/>
                    <a:pt x="12040" y="39280"/>
                    <a:pt x="12192" y="39375"/>
                  </a:cubicBezTo>
                  <a:cubicBezTo>
                    <a:pt x="12192" y="38658"/>
                    <a:pt x="12180" y="38004"/>
                    <a:pt x="12192" y="37351"/>
                  </a:cubicBezTo>
                  <a:cubicBezTo>
                    <a:pt x="12211" y="36278"/>
                    <a:pt x="12808" y="35510"/>
                    <a:pt x="13798" y="35269"/>
                  </a:cubicBezTo>
                  <a:cubicBezTo>
                    <a:pt x="14014" y="35218"/>
                    <a:pt x="14242" y="35212"/>
                    <a:pt x="14464" y="35212"/>
                  </a:cubicBezTo>
                  <a:cubicBezTo>
                    <a:pt x="15061" y="35209"/>
                    <a:pt x="15656" y="35207"/>
                    <a:pt x="16251" y="35207"/>
                  </a:cubicBezTo>
                  <a:cubicBezTo>
                    <a:pt x="16846" y="35207"/>
                    <a:pt x="17441" y="35209"/>
                    <a:pt x="18037" y="35212"/>
                  </a:cubicBezTo>
                  <a:cubicBezTo>
                    <a:pt x="19484" y="35218"/>
                    <a:pt x="20310" y="36056"/>
                    <a:pt x="20310" y="37509"/>
                  </a:cubicBezTo>
                  <a:cubicBezTo>
                    <a:pt x="20310" y="38112"/>
                    <a:pt x="20310" y="38715"/>
                    <a:pt x="20310" y="39382"/>
                  </a:cubicBezTo>
                  <a:cubicBezTo>
                    <a:pt x="21173" y="38842"/>
                    <a:pt x="21858" y="38201"/>
                    <a:pt x="22347" y="37395"/>
                  </a:cubicBezTo>
                  <a:cubicBezTo>
                    <a:pt x="22823" y="36602"/>
                    <a:pt x="23191" y="35739"/>
                    <a:pt x="23616" y="34888"/>
                  </a:cubicBezTo>
                  <a:cubicBezTo>
                    <a:pt x="24993" y="35555"/>
                    <a:pt x="26453" y="36259"/>
                    <a:pt x="27925" y="36970"/>
                  </a:cubicBezTo>
                  <a:cubicBezTo>
                    <a:pt x="27602" y="38004"/>
                    <a:pt x="27767" y="38918"/>
                    <a:pt x="28471" y="39724"/>
                  </a:cubicBezTo>
                  <a:cubicBezTo>
                    <a:pt x="28897" y="40219"/>
                    <a:pt x="29468" y="40441"/>
                    <a:pt x="30064" y="40619"/>
                  </a:cubicBezTo>
                  <a:lnTo>
                    <a:pt x="30858" y="40619"/>
                  </a:lnTo>
                  <a:cubicBezTo>
                    <a:pt x="31721" y="40391"/>
                    <a:pt x="32438" y="39972"/>
                    <a:pt x="32863" y="39140"/>
                  </a:cubicBezTo>
                  <a:cubicBezTo>
                    <a:pt x="33409" y="38080"/>
                    <a:pt x="33187" y="36735"/>
                    <a:pt x="32311" y="35942"/>
                  </a:cubicBezTo>
                  <a:cubicBezTo>
                    <a:pt x="31779" y="35460"/>
                    <a:pt x="31120" y="35210"/>
                    <a:pt x="30465" y="35210"/>
                  </a:cubicBezTo>
                  <a:cubicBezTo>
                    <a:pt x="29963" y="35210"/>
                    <a:pt x="29464" y="35356"/>
                    <a:pt x="29023" y="35656"/>
                  </a:cubicBezTo>
                  <a:cubicBezTo>
                    <a:pt x="28895" y="35740"/>
                    <a:pt x="28787" y="35779"/>
                    <a:pt x="28676" y="35779"/>
                  </a:cubicBezTo>
                  <a:cubicBezTo>
                    <a:pt x="28585" y="35779"/>
                    <a:pt x="28492" y="35752"/>
                    <a:pt x="28382" y="35701"/>
                  </a:cubicBezTo>
                  <a:cubicBezTo>
                    <a:pt x="26929" y="34983"/>
                    <a:pt x="25469" y="34273"/>
                    <a:pt x="24003" y="33574"/>
                  </a:cubicBezTo>
                  <a:cubicBezTo>
                    <a:pt x="23781" y="33473"/>
                    <a:pt x="23711" y="33359"/>
                    <a:pt x="23686" y="33111"/>
                  </a:cubicBezTo>
                  <a:cubicBezTo>
                    <a:pt x="23610" y="32413"/>
                    <a:pt x="23470" y="31728"/>
                    <a:pt x="23381" y="31036"/>
                  </a:cubicBezTo>
                  <a:cubicBezTo>
                    <a:pt x="23362" y="30902"/>
                    <a:pt x="23413" y="30693"/>
                    <a:pt x="23508" y="30617"/>
                  </a:cubicBezTo>
                  <a:cubicBezTo>
                    <a:pt x="24321" y="29982"/>
                    <a:pt x="25152" y="29373"/>
                    <a:pt x="26015" y="28726"/>
                  </a:cubicBezTo>
                  <a:cubicBezTo>
                    <a:pt x="26643" y="29703"/>
                    <a:pt x="27367" y="30579"/>
                    <a:pt x="28389" y="31233"/>
                  </a:cubicBezTo>
                  <a:cubicBezTo>
                    <a:pt x="28408" y="31099"/>
                    <a:pt x="28427" y="30998"/>
                    <a:pt x="28427" y="30902"/>
                  </a:cubicBezTo>
                  <a:cubicBezTo>
                    <a:pt x="28433" y="30350"/>
                    <a:pt x="28421" y="29792"/>
                    <a:pt x="28433" y="29240"/>
                  </a:cubicBezTo>
                  <a:cubicBezTo>
                    <a:pt x="28465" y="28015"/>
                    <a:pt x="29176" y="27177"/>
                    <a:pt x="30388" y="27107"/>
                  </a:cubicBezTo>
                  <a:cubicBezTo>
                    <a:pt x="31101" y="27072"/>
                    <a:pt x="31818" y="27052"/>
                    <a:pt x="32534" y="27052"/>
                  </a:cubicBezTo>
                  <a:cubicBezTo>
                    <a:pt x="33220" y="27052"/>
                    <a:pt x="33906" y="27070"/>
                    <a:pt x="34589" y="27107"/>
                  </a:cubicBezTo>
                  <a:cubicBezTo>
                    <a:pt x="35833" y="27171"/>
                    <a:pt x="36551" y="28040"/>
                    <a:pt x="36563" y="29297"/>
                  </a:cubicBezTo>
                  <a:cubicBezTo>
                    <a:pt x="36570" y="29925"/>
                    <a:pt x="36563" y="30560"/>
                    <a:pt x="36563" y="31245"/>
                  </a:cubicBezTo>
                  <a:cubicBezTo>
                    <a:pt x="37395" y="30737"/>
                    <a:pt x="38023" y="30103"/>
                    <a:pt x="38543" y="29373"/>
                  </a:cubicBezTo>
                  <a:cubicBezTo>
                    <a:pt x="41698" y="24911"/>
                    <a:pt x="39210" y="18749"/>
                    <a:pt x="33853" y="17740"/>
                  </a:cubicBezTo>
                  <a:cubicBezTo>
                    <a:pt x="33403" y="17657"/>
                    <a:pt x="32933" y="17663"/>
                    <a:pt x="32476" y="17600"/>
                  </a:cubicBezTo>
                  <a:cubicBezTo>
                    <a:pt x="32349" y="17581"/>
                    <a:pt x="32178" y="17498"/>
                    <a:pt x="32121" y="17391"/>
                  </a:cubicBezTo>
                  <a:cubicBezTo>
                    <a:pt x="31226" y="15760"/>
                    <a:pt x="30344" y="14116"/>
                    <a:pt x="29474" y="12472"/>
                  </a:cubicBezTo>
                  <a:cubicBezTo>
                    <a:pt x="29423" y="12377"/>
                    <a:pt x="29442" y="12186"/>
                    <a:pt x="29506" y="12098"/>
                  </a:cubicBezTo>
                  <a:cubicBezTo>
                    <a:pt x="30470" y="10866"/>
                    <a:pt x="31004" y="9470"/>
                    <a:pt x="31124" y="7845"/>
                  </a:cubicBezTo>
                  <a:cubicBezTo>
                    <a:pt x="32559" y="8537"/>
                    <a:pt x="33961" y="9210"/>
                    <a:pt x="35370" y="9889"/>
                  </a:cubicBezTo>
                  <a:cubicBezTo>
                    <a:pt x="35078" y="10873"/>
                    <a:pt x="35186" y="11755"/>
                    <a:pt x="35827" y="12535"/>
                  </a:cubicBezTo>
                  <a:cubicBezTo>
                    <a:pt x="36376" y="13200"/>
                    <a:pt x="37065" y="13537"/>
                    <a:pt x="37849" y="13537"/>
                  </a:cubicBezTo>
                  <a:cubicBezTo>
                    <a:pt x="38053" y="13537"/>
                    <a:pt x="38264" y="13514"/>
                    <a:pt x="38480" y="13468"/>
                  </a:cubicBezTo>
                  <a:cubicBezTo>
                    <a:pt x="39502" y="13253"/>
                    <a:pt x="40181" y="12599"/>
                    <a:pt x="40498" y="11596"/>
                  </a:cubicBezTo>
                  <a:cubicBezTo>
                    <a:pt x="40530" y="11482"/>
                    <a:pt x="40581" y="11374"/>
                    <a:pt x="40619" y="11266"/>
                  </a:cubicBezTo>
                  <a:lnTo>
                    <a:pt x="40619" y="10397"/>
                  </a:lnTo>
                  <a:cubicBezTo>
                    <a:pt x="40403" y="9762"/>
                    <a:pt x="40155" y="9165"/>
                    <a:pt x="39610" y="8734"/>
                  </a:cubicBezTo>
                  <a:cubicBezTo>
                    <a:pt x="39109" y="8339"/>
                    <a:pt x="38507" y="8134"/>
                    <a:pt x="37907" y="8134"/>
                  </a:cubicBezTo>
                  <a:cubicBezTo>
                    <a:pt x="37397" y="8134"/>
                    <a:pt x="36889" y="8282"/>
                    <a:pt x="36443" y="8588"/>
                  </a:cubicBezTo>
                  <a:cubicBezTo>
                    <a:pt x="36328" y="8667"/>
                    <a:pt x="36228" y="8701"/>
                    <a:pt x="36127" y="8701"/>
                  </a:cubicBezTo>
                  <a:cubicBezTo>
                    <a:pt x="36034" y="8701"/>
                    <a:pt x="35940" y="8672"/>
                    <a:pt x="35833" y="8620"/>
                  </a:cubicBezTo>
                  <a:cubicBezTo>
                    <a:pt x="34342" y="7890"/>
                    <a:pt x="32850" y="7160"/>
                    <a:pt x="31353" y="6449"/>
                  </a:cubicBezTo>
                  <a:cubicBezTo>
                    <a:pt x="31118" y="6341"/>
                    <a:pt x="31016" y="6202"/>
                    <a:pt x="30966" y="5960"/>
                  </a:cubicBezTo>
                  <a:cubicBezTo>
                    <a:pt x="30261" y="2952"/>
                    <a:pt x="28401" y="1042"/>
                    <a:pt x="25431" y="217"/>
                  </a:cubicBezTo>
                  <a:cubicBezTo>
                    <a:pt x="25082" y="115"/>
                    <a:pt x="24714" y="71"/>
                    <a:pt x="24352" y="1"/>
                  </a:cubicBezTo>
                  <a:lnTo>
                    <a:pt x="22924" y="1"/>
                  </a:lnTo>
                  <a:cubicBezTo>
                    <a:pt x="22277" y="166"/>
                    <a:pt x="21604" y="261"/>
                    <a:pt x="20995" y="515"/>
                  </a:cubicBezTo>
                  <a:cubicBezTo>
                    <a:pt x="18190" y="1683"/>
                    <a:pt x="16622" y="3803"/>
                    <a:pt x="16267" y="6824"/>
                  </a:cubicBezTo>
                  <a:cubicBezTo>
                    <a:pt x="16248" y="6976"/>
                    <a:pt x="16191" y="7166"/>
                    <a:pt x="16083" y="7261"/>
                  </a:cubicBezTo>
                  <a:cubicBezTo>
                    <a:pt x="14813" y="8366"/>
                    <a:pt x="13538" y="9451"/>
                    <a:pt x="12249" y="10555"/>
                  </a:cubicBezTo>
                  <a:cubicBezTo>
                    <a:pt x="11412" y="9883"/>
                    <a:pt x="10498" y="9362"/>
                    <a:pt x="9463" y="9089"/>
                  </a:cubicBezTo>
                  <a:cubicBezTo>
                    <a:pt x="9133" y="9000"/>
                    <a:pt x="8797" y="8931"/>
                    <a:pt x="8454" y="8886"/>
                  </a:cubicBezTo>
                  <a:cubicBezTo>
                    <a:pt x="8219" y="8854"/>
                    <a:pt x="8111" y="8785"/>
                    <a:pt x="8111" y="8524"/>
                  </a:cubicBezTo>
                  <a:cubicBezTo>
                    <a:pt x="8124" y="7547"/>
                    <a:pt x="8111" y="6570"/>
                    <a:pt x="8130" y="5592"/>
                  </a:cubicBezTo>
                  <a:cubicBezTo>
                    <a:pt x="8130" y="5472"/>
                    <a:pt x="8238" y="5294"/>
                    <a:pt x="8346" y="5250"/>
                  </a:cubicBezTo>
                  <a:cubicBezTo>
                    <a:pt x="9565" y="4704"/>
                    <a:pt x="10237" y="3707"/>
                    <a:pt x="10142" y="2540"/>
                  </a:cubicBezTo>
                  <a:cubicBezTo>
                    <a:pt x="10047" y="1302"/>
                    <a:pt x="9273" y="413"/>
                    <a:pt x="7997" y="64"/>
                  </a:cubicBezTo>
                  <a:cubicBezTo>
                    <a:pt x="7946" y="52"/>
                    <a:pt x="7902" y="20"/>
                    <a:pt x="785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0800" lIns="90800" spcFirstLastPara="1" rIns="90800" wrap="square" tIns="90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2" name="Google Shape;832;p39"/>
            <p:cNvSpPr/>
            <p:nvPr/>
          </p:nvSpPr>
          <p:spPr>
            <a:xfrm>
              <a:off x="7196702" y="6788484"/>
              <a:ext cx="170792" cy="127779"/>
            </a:xfrm>
            <a:custGeom>
              <a:rect b="b" l="l" r="r" t="t"/>
              <a:pathLst>
                <a:path extrusionOk="0" h="4061" w="5428">
                  <a:moveTo>
                    <a:pt x="2387" y="0"/>
                  </a:moveTo>
                  <a:cubicBezTo>
                    <a:pt x="1856" y="0"/>
                    <a:pt x="1325" y="2"/>
                    <a:pt x="794" y="5"/>
                  </a:cubicBezTo>
                  <a:cubicBezTo>
                    <a:pt x="280" y="11"/>
                    <a:pt x="20" y="284"/>
                    <a:pt x="13" y="798"/>
                  </a:cubicBezTo>
                  <a:cubicBezTo>
                    <a:pt x="1" y="1617"/>
                    <a:pt x="20" y="2435"/>
                    <a:pt x="7" y="3254"/>
                  </a:cubicBezTo>
                  <a:cubicBezTo>
                    <a:pt x="1" y="3483"/>
                    <a:pt x="83" y="3590"/>
                    <a:pt x="293" y="3641"/>
                  </a:cubicBezTo>
                  <a:cubicBezTo>
                    <a:pt x="838" y="3775"/>
                    <a:pt x="1384" y="3921"/>
                    <a:pt x="1930" y="4060"/>
                  </a:cubicBezTo>
                  <a:lnTo>
                    <a:pt x="3441" y="4060"/>
                  </a:lnTo>
                  <a:cubicBezTo>
                    <a:pt x="4012" y="3914"/>
                    <a:pt x="4583" y="3768"/>
                    <a:pt x="5161" y="3629"/>
                  </a:cubicBezTo>
                  <a:cubicBezTo>
                    <a:pt x="5357" y="3584"/>
                    <a:pt x="5427" y="3476"/>
                    <a:pt x="5427" y="3267"/>
                  </a:cubicBezTo>
                  <a:cubicBezTo>
                    <a:pt x="5414" y="2448"/>
                    <a:pt x="5427" y="1629"/>
                    <a:pt x="5414" y="811"/>
                  </a:cubicBezTo>
                  <a:cubicBezTo>
                    <a:pt x="5414" y="297"/>
                    <a:pt x="5148" y="11"/>
                    <a:pt x="4640" y="11"/>
                  </a:cubicBezTo>
                  <a:cubicBezTo>
                    <a:pt x="3889" y="4"/>
                    <a:pt x="3138" y="0"/>
                    <a:pt x="238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0800" lIns="90800" spcFirstLastPara="1" rIns="90800" wrap="square" tIns="90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3" name="Google Shape;833;p39"/>
            <p:cNvSpPr/>
            <p:nvPr/>
          </p:nvSpPr>
          <p:spPr>
            <a:xfrm>
              <a:off x="6919522" y="6255646"/>
              <a:ext cx="170981" cy="127968"/>
            </a:xfrm>
            <a:custGeom>
              <a:rect b="b" l="l" r="r" t="t"/>
              <a:pathLst>
                <a:path extrusionOk="0" h="4067" w="5434">
                  <a:moveTo>
                    <a:pt x="1925" y="0"/>
                  </a:moveTo>
                  <a:cubicBezTo>
                    <a:pt x="1582" y="0"/>
                    <a:pt x="1238" y="2"/>
                    <a:pt x="895" y="6"/>
                  </a:cubicBezTo>
                  <a:cubicBezTo>
                    <a:pt x="267" y="19"/>
                    <a:pt x="26" y="273"/>
                    <a:pt x="20" y="875"/>
                  </a:cubicBezTo>
                  <a:cubicBezTo>
                    <a:pt x="13" y="1256"/>
                    <a:pt x="20" y="1643"/>
                    <a:pt x="20" y="2024"/>
                  </a:cubicBezTo>
                  <a:cubicBezTo>
                    <a:pt x="20" y="2449"/>
                    <a:pt x="1" y="2875"/>
                    <a:pt x="26" y="3293"/>
                  </a:cubicBezTo>
                  <a:cubicBezTo>
                    <a:pt x="39" y="3414"/>
                    <a:pt x="153" y="3585"/>
                    <a:pt x="261" y="3624"/>
                  </a:cubicBezTo>
                  <a:cubicBezTo>
                    <a:pt x="1080" y="3919"/>
                    <a:pt x="1901" y="4066"/>
                    <a:pt x="2723" y="4066"/>
                  </a:cubicBezTo>
                  <a:cubicBezTo>
                    <a:pt x="3545" y="4066"/>
                    <a:pt x="4367" y="3919"/>
                    <a:pt x="5186" y="3624"/>
                  </a:cubicBezTo>
                  <a:cubicBezTo>
                    <a:pt x="5287" y="3585"/>
                    <a:pt x="5414" y="3433"/>
                    <a:pt x="5414" y="3332"/>
                  </a:cubicBezTo>
                  <a:cubicBezTo>
                    <a:pt x="5433" y="2475"/>
                    <a:pt x="5433" y="1612"/>
                    <a:pt x="5421" y="755"/>
                  </a:cubicBezTo>
                  <a:cubicBezTo>
                    <a:pt x="5414" y="317"/>
                    <a:pt x="5179" y="76"/>
                    <a:pt x="4742" y="25"/>
                  </a:cubicBezTo>
                  <a:cubicBezTo>
                    <a:pt x="4572" y="8"/>
                    <a:pt x="4406" y="5"/>
                    <a:pt x="4239" y="5"/>
                  </a:cubicBezTo>
                  <a:cubicBezTo>
                    <a:pt x="4155" y="5"/>
                    <a:pt x="4071" y="6"/>
                    <a:pt x="3986" y="6"/>
                  </a:cubicBezTo>
                  <a:cubicBezTo>
                    <a:pt x="3301" y="6"/>
                    <a:pt x="2613" y="0"/>
                    <a:pt x="192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0800" lIns="90800" spcFirstLastPara="1" rIns="90800" wrap="square" tIns="90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4" name="Google Shape;834;p39"/>
            <p:cNvSpPr/>
            <p:nvPr/>
          </p:nvSpPr>
          <p:spPr>
            <a:xfrm>
              <a:off x="7430743" y="5978844"/>
              <a:ext cx="171170" cy="127716"/>
            </a:xfrm>
            <a:custGeom>
              <a:rect b="b" l="l" r="r" t="t"/>
              <a:pathLst>
                <a:path extrusionOk="0" h="4059" w="5440">
                  <a:moveTo>
                    <a:pt x="1518" y="1"/>
                  </a:moveTo>
                  <a:cubicBezTo>
                    <a:pt x="1315" y="1"/>
                    <a:pt x="1112" y="2"/>
                    <a:pt x="909" y="7"/>
                  </a:cubicBezTo>
                  <a:cubicBezTo>
                    <a:pt x="268" y="13"/>
                    <a:pt x="20" y="260"/>
                    <a:pt x="14" y="889"/>
                  </a:cubicBezTo>
                  <a:cubicBezTo>
                    <a:pt x="7" y="1669"/>
                    <a:pt x="20" y="2450"/>
                    <a:pt x="7" y="3224"/>
                  </a:cubicBezTo>
                  <a:cubicBezTo>
                    <a:pt x="1" y="3459"/>
                    <a:pt x="71" y="3573"/>
                    <a:pt x="306" y="3656"/>
                  </a:cubicBezTo>
                  <a:cubicBezTo>
                    <a:pt x="1110" y="3924"/>
                    <a:pt x="1913" y="4059"/>
                    <a:pt x="2716" y="4059"/>
                  </a:cubicBezTo>
                  <a:cubicBezTo>
                    <a:pt x="3528" y="4059"/>
                    <a:pt x="4341" y="3921"/>
                    <a:pt x="5154" y="3643"/>
                  </a:cubicBezTo>
                  <a:cubicBezTo>
                    <a:pt x="5364" y="3573"/>
                    <a:pt x="5440" y="3472"/>
                    <a:pt x="5440" y="3250"/>
                  </a:cubicBezTo>
                  <a:cubicBezTo>
                    <a:pt x="5427" y="2475"/>
                    <a:pt x="5434" y="1695"/>
                    <a:pt x="5434" y="914"/>
                  </a:cubicBezTo>
                  <a:cubicBezTo>
                    <a:pt x="5427" y="286"/>
                    <a:pt x="5180" y="19"/>
                    <a:pt x="4551" y="7"/>
                  </a:cubicBezTo>
                  <a:cubicBezTo>
                    <a:pt x="4348" y="2"/>
                    <a:pt x="4146" y="1"/>
                    <a:pt x="3944" y="1"/>
                  </a:cubicBezTo>
                  <a:cubicBezTo>
                    <a:pt x="3540" y="1"/>
                    <a:pt x="3136" y="7"/>
                    <a:pt x="2730" y="7"/>
                  </a:cubicBezTo>
                  <a:cubicBezTo>
                    <a:pt x="2328" y="7"/>
                    <a:pt x="1923" y="1"/>
                    <a:pt x="151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0800" lIns="90800" spcFirstLastPara="1" rIns="90800" wrap="square" tIns="90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5" name="Google Shape;835;p39"/>
            <p:cNvSpPr/>
            <p:nvPr/>
          </p:nvSpPr>
          <p:spPr>
            <a:xfrm>
              <a:off x="7707545" y="6532480"/>
              <a:ext cx="171358" cy="127779"/>
            </a:xfrm>
            <a:custGeom>
              <a:rect b="b" l="l" r="r" t="t"/>
              <a:pathLst>
                <a:path extrusionOk="0" h="4061" w="5446">
                  <a:moveTo>
                    <a:pt x="1675" y="0"/>
                  </a:moveTo>
                  <a:cubicBezTo>
                    <a:pt x="1409" y="0"/>
                    <a:pt x="1143" y="3"/>
                    <a:pt x="876" y="11"/>
                  </a:cubicBezTo>
                  <a:cubicBezTo>
                    <a:pt x="267" y="23"/>
                    <a:pt x="19" y="284"/>
                    <a:pt x="13" y="893"/>
                  </a:cubicBezTo>
                  <a:cubicBezTo>
                    <a:pt x="7" y="1673"/>
                    <a:pt x="19" y="2448"/>
                    <a:pt x="7" y="3228"/>
                  </a:cubicBezTo>
                  <a:cubicBezTo>
                    <a:pt x="0" y="3457"/>
                    <a:pt x="64" y="3577"/>
                    <a:pt x="299" y="3654"/>
                  </a:cubicBezTo>
                  <a:cubicBezTo>
                    <a:pt x="1109" y="3926"/>
                    <a:pt x="1915" y="4061"/>
                    <a:pt x="2722" y="4061"/>
                  </a:cubicBezTo>
                  <a:cubicBezTo>
                    <a:pt x="3532" y="4061"/>
                    <a:pt x="4342" y="3924"/>
                    <a:pt x="5154" y="3654"/>
                  </a:cubicBezTo>
                  <a:cubicBezTo>
                    <a:pt x="5395" y="3571"/>
                    <a:pt x="5446" y="3451"/>
                    <a:pt x="5439" y="3222"/>
                  </a:cubicBezTo>
                  <a:cubicBezTo>
                    <a:pt x="5433" y="2460"/>
                    <a:pt x="5439" y="1693"/>
                    <a:pt x="5433" y="925"/>
                  </a:cubicBezTo>
                  <a:cubicBezTo>
                    <a:pt x="5433" y="284"/>
                    <a:pt x="5173" y="17"/>
                    <a:pt x="4519" y="4"/>
                  </a:cubicBezTo>
                  <a:cubicBezTo>
                    <a:pt x="4322" y="2"/>
                    <a:pt x="4125" y="2"/>
                    <a:pt x="3927" y="2"/>
                  </a:cubicBezTo>
                  <a:cubicBezTo>
                    <a:pt x="3531" y="2"/>
                    <a:pt x="3133" y="4"/>
                    <a:pt x="2736" y="4"/>
                  </a:cubicBezTo>
                  <a:cubicBezTo>
                    <a:pt x="2384" y="4"/>
                    <a:pt x="2030" y="0"/>
                    <a:pt x="167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0800" lIns="90800" spcFirstLastPara="1" rIns="90800" wrap="square" tIns="90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6" name="Google Shape;836;p39"/>
            <p:cNvSpPr/>
            <p:nvPr/>
          </p:nvSpPr>
          <p:spPr>
            <a:xfrm>
              <a:off x="6962252" y="6042719"/>
              <a:ext cx="85522" cy="84924"/>
            </a:xfrm>
            <a:custGeom>
              <a:rect b="b" l="l" r="r" t="t"/>
              <a:pathLst>
                <a:path extrusionOk="0" h="2699" w="2718">
                  <a:moveTo>
                    <a:pt x="1368" y="1"/>
                  </a:moveTo>
                  <a:cubicBezTo>
                    <a:pt x="1361" y="1"/>
                    <a:pt x="1354" y="1"/>
                    <a:pt x="1346" y="1"/>
                  </a:cubicBezTo>
                  <a:cubicBezTo>
                    <a:pt x="597" y="14"/>
                    <a:pt x="1" y="636"/>
                    <a:pt x="13" y="1391"/>
                  </a:cubicBezTo>
                  <a:cubicBezTo>
                    <a:pt x="26" y="2129"/>
                    <a:pt x="622" y="2698"/>
                    <a:pt x="1366" y="2698"/>
                  </a:cubicBezTo>
                  <a:cubicBezTo>
                    <a:pt x="1370" y="2698"/>
                    <a:pt x="1374" y="2698"/>
                    <a:pt x="1378" y="2698"/>
                  </a:cubicBezTo>
                  <a:cubicBezTo>
                    <a:pt x="2114" y="2692"/>
                    <a:pt x="2711" y="2096"/>
                    <a:pt x="2711" y="1359"/>
                  </a:cubicBezTo>
                  <a:cubicBezTo>
                    <a:pt x="2717" y="624"/>
                    <a:pt x="2095" y="1"/>
                    <a:pt x="136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0800" lIns="90800" spcFirstLastPara="1" rIns="90800" wrap="square" tIns="90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7" name="Google Shape;837;p39"/>
            <p:cNvSpPr/>
            <p:nvPr/>
          </p:nvSpPr>
          <p:spPr>
            <a:xfrm>
              <a:off x="7239432" y="6575525"/>
              <a:ext cx="85522" cy="84924"/>
            </a:xfrm>
            <a:custGeom>
              <a:rect b="b" l="l" r="r" t="t"/>
              <a:pathLst>
                <a:path extrusionOk="0" h="2699" w="2718">
                  <a:moveTo>
                    <a:pt x="1353" y="1"/>
                  </a:moveTo>
                  <a:cubicBezTo>
                    <a:pt x="597" y="1"/>
                    <a:pt x="1" y="604"/>
                    <a:pt x="7" y="1365"/>
                  </a:cubicBezTo>
                  <a:cubicBezTo>
                    <a:pt x="14" y="2102"/>
                    <a:pt x="617" y="2698"/>
                    <a:pt x="1353" y="2698"/>
                  </a:cubicBezTo>
                  <a:cubicBezTo>
                    <a:pt x="2095" y="2698"/>
                    <a:pt x="2717" y="2070"/>
                    <a:pt x="2705" y="1327"/>
                  </a:cubicBezTo>
                  <a:cubicBezTo>
                    <a:pt x="2692" y="597"/>
                    <a:pt x="2089" y="7"/>
                    <a:pt x="135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0800" lIns="90800" spcFirstLastPara="1" rIns="90800" wrap="square" tIns="90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8" name="Google Shape;838;p39"/>
            <p:cNvSpPr/>
            <p:nvPr/>
          </p:nvSpPr>
          <p:spPr>
            <a:xfrm>
              <a:off x="7750684" y="6319710"/>
              <a:ext cx="85302" cy="84924"/>
            </a:xfrm>
            <a:custGeom>
              <a:rect b="b" l="l" r="r" t="t"/>
              <a:pathLst>
                <a:path extrusionOk="0" h="2699" w="2711">
                  <a:moveTo>
                    <a:pt x="1351" y="1"/>
                  </a:moveTo>
                  <a:cubicBezTo>
                    <a:pt x="1347" y="1"/>
                    <a:pt x="1343" y="1"/>
                    <a:pt x="1339" y="1"/>
                  </a:cubicBezTo>
                  <a:cubicBezTo>
                    <a:pt x="603" y="7"/>
                    <a:pt x="13" y="604"/>
                    <a:pt x="7" y="1346"/>
                  </a:cubicBezTo>
                  <a:cubicBezTo>
                    <a:pt x="0" y="2104"/>
                    <a:pt x="591" y="2698"/>
                    <a:pt x="1346" y="2698"/>
                  </a:cubicBezTo>
                  <a:cubicBezTo>
                    <a:pt x="1350" y="2698"/>
                    <a:pt x="1354" y="2698"/>
                    <a:pt x="1358" y="2698"/>
                  </a:cubicBezTo>
                  <a:cubicBezTo>
                    <a:pt x="2095" y="2692"/>
                    <a:pt x="2691" y="2102"/>
                    <a:pt x="2704" y="1365"/>
                  </a:cubicBezTo>
                  <a:cubicBezTo>
                    <a:pt x="2710" y="627"/>
                    <a:pt x="2088" y="1"/>
                    <a:pt x="135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0800" lIns="90800" spcFirstLastPara="1" rIns="90800" wrap="square" tIns="90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9" name="Google Shape;839;p39"/>
            <p:cNvSpPr/>
            <p:nvPr/>
          </p:nvSpPr>
          <p:spPr>
            <a:xfrm>
              <a:off x="7473693" y="5765759"/>
              <a:ext cx="85711" cy="84893"/>
            </a:xfrm>
            <a:custGeom>
              <a:rect b="b" l="l" r="r" t="t"/>
              <a:pathLst>
                <a:path extrusionOk="0" h="2698" w="2724">
                  <a:moveTo>
                    <a:pt x="1352" y="0"/>
                  </a:moveTo>
                  <a:cubicBezTo>
                    <a:pt x="603" y="7"/>
                    <a:pt x="0" y="622"/>
                    <a:pt x="13" y="1378"/>
                  </a:cubicBezTo>
                  <a:cubicBezTo>
                    <a:pt x="20" y="2120"/>
                    <a:pt x="610" y="2698"/>
                    <a:pt x="1352" y="2698"/>
                  </a:cubicBezTo>
                  <a:cubicBezTo>
                    <a:pt x="2089" y="2698"/>
                    <a:pt x="2698" y="2107"/>
                    <a:pt x="2710" y="1378"/>
                  </a:cubicBezTo>
                  <a:cubicBezTo>
                    <a:pt x="2723" y="648"/>
                    <a:pt x="2089" y="0"/>
                    <a:pt x="135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0800" lIns="90800" spcFirstLastPara="1" rIns="90800" wrap="square" tIns="90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40" name="Google Shape;840;p39"/>
          <p:cNvSpPr txBox="1"/>
          <p:nvPr/>
        </p:nvSpPr>
        <p:spPr>
          <a:xfrm>
            <a:off x="6674547" y="1245806"/>
            <a:ext cx="581700" cy="2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s" sz="1300" u="none" cap="none" strike="noStrike">
                <a:solidFill>
                  <a:srgbClr val="113748"/>
                </a:solidFill>
                <a:latin typeface="Archivo"/>
                <a:ea typeface="Archivo"/>
                <a:cs typeface="Archivo"/>
                <a:sym typeface="Archivo"/>
              </a:rPr>
              <a:t>IVR</a:t>
            </a:r>
            <a:endParaRPr b="0" i="0" sz="1300" u="none" cap="none" strike="noStrike">
              <a:solidFill>
                <a:srgbClr val="113748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pic>
        <p:nvPicPr>
          <p:cNvPr id="841" name="Google Shape;841;p3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164084" y="1231581"/>
            <a:ext cx="278950" cy="278950"/>
          </a:xfrm>
          <a:prstGeom prst="rect">
            <a:avLst/>
          </a:prstGeom>
          <a:noFill/>
          <a:ln>
            <a:noFill/>
          </a:ln>
        </p:spPr>
      </p:pic>
      <p:sp>
        <p:nvSpPr>
          <p:cNvPr id="842" name="Google Shape;842;p39"/>
          <p:cNvSpPr/>
          <p:nvPr/>
        </p:nvSpPr>
        <p:spPr>
          <a:xfrm>
            <a:off x="4598819" y="1753324"/>
            <a:ext cx="225332" cy="259784"/>
          </a:xfrm>
          <a:custGeom>
            <a:rect b="b" l="l" r="r" t="t"/>
            <a:pathLst>
              <a:path extrusionOk="0" h="209503" w="181719">
                <a:moveTo>
                  <a:pt x="97316" y="1"/>
                </a:moveTo>
                <a:lnTo>
                  <a:pt x="97316" y="1246"/>
                </a:lnTo>
                <a:cubicBezTo>
                  <a:pt x="97316" y="40562"/>
                  <a:pt x="97256" y="79847"/>
                  <a:pt x="97316" y="119162"/>
                </a:cubicBezTo>
                <a:cubicBezTo>
                  <a:pt x="97316" y="128976"/>
                  <a:pt x="97195" y="138759"/>
                  <a:pt x="95797" y="148481"/>
                </a:cubicBezTo>
                <a:cubicBezTo>
                  <a:pt x="94187" y="159449"/>
                  <a:pt x="88262" y="167440"/>
                  <a:pt x="78327" y="172028"/>
                </a:cubicBezTo>
                <a:cubicBezTo>
                  <a:pt x="74346" y="173860"/>
                  <a:pt x="70400" y="174732"/>
                  <a:pt x="66482" y="174732"/>
                </a:cubicBezTo>
                <a:cubicBezTo>
                  <a:pt x="61371" y="174732"/>
                  <a:pt x="56309" y="173248"/>
                  <a:pt x="51286" y="170478"/>
                </a:cubicBezTo>
                <a:cubicBezTo>
                  <a:pt x="41351" y="164979"/>
                  <a:pt x="35548" y="156867"/>
                  <a:pt x="34454" y="145595"/>
                </a:cubicBezTo>
                <a:cubicBezTo>
                  <a:pt x="33604" y="136814"/>
                  <a:pt x="35700" y="128945"/>
                  <a:pt x="42172" y="122534"/>
                </a:cubicBezTo>
                <a:cubicBezTo>
                  <a:pt x="46152" y="118615"/>
                  <a:pt x="51226" y="116670"/>
                  <a:pt x="56391" y="114999"/>
                </a:cubicBezTo>
                <a:cubicBezTo>
                  <a:pt x="61374" y="113389"/>
                  <a:pt x="66417" y="112022"/>
                  <a:pt x="71491" y="110594"/>
                </a:cubicBezTo>
                <a:cubicBezTo>
                  <a:pt x="73101" y="110138"/>
                  <a:pt x="73952" y="109105"/>
                  <a:pt x="73952" y="107434"/>
                </a:cubicBezTo>
                <a:cubicBezTo>
                  <a:pt x="73982" y="104153"/>
                  <a:pt x="73982" y="100902"/>
                  <a:pt x="73982" y="97620"/>
                </a:cubicBezTo>
                <a:cubicBezTo>
                  <a:pt x="73952" y="90207"/>
                  <a:pt x="73952" y="82703"/>
                  <a:pt x="73952" y="75046"/>
                </a:cubicBezTo>
                <a:cubicBezTo>
                  <a:pt x="71886" y="75198"/>
                  <a:pt x="70002" y="75198"/>
                  <a:pt x="68179" y="75471"/>
                </a:cubicBezTo>
                <a:cubicBezTo>
                  <a:pt x="61860" y="76383"/>
                  <a:pt x="55419" y="76748"/>
                  <a:pt x="49342" y="78449"/>
                </a:cubicBezTo>
                <a:cubicBezTo>
                  <a:pt x="30170" y="83887"/>
                  <a:pt x="16194" y="95889"/>
                  <a:pt x="7383" y="113814"/>
                </a:cubicBezTo>
                <a:cubicBezTo>
                  <a:pt x="3677" y="121349"/>
                  <a:pt x="1763" y="129401"/>
                  <a:pt x="1033" y="137635"/>
                </a:cubicBezTo>
                <a:cubicBezTo>
                  <a:pt x="0" y="148846"/>
                  <a:pt x="2431" y="159723"/>
                  <a:pt x="6685" y="169992"/>
                </a:cubicBezTo>
                <a:cubicBezTo>
                  <a:pt x="16255" y="193144"/>
                  <a:pt x="34333" y="205692"/>
                  <a:pt x="58730" y="209247"/>
                </a:cubicBezTo>
                <a:cubicBezTo>
                  <a:pt x="59770" y="209402"/>
                  <a:pt x="61177" y="209503"/>
                  <a:pt x="62886" y="209503"/>
                </a:cubicBezTo>
                <a:cubicBezTo>
                  <a:pt x="71220" y="209503"/>
                  <a:pt x="86731" y="207112"/>
                  <a:pt x="101783" y="197003"/>
                </a:cubicBezTo>
                <a:cubicBezTo>
                  <a:pt x="115971" y="186733"/>
                  <a:pt x="125268" y="173213"/>
                  <a:pt x="129583" y="156320"/>
                </a:cubicBezTo>
                <a:cubicBezTo>
                  <a:pt x="131801" y="147691"/>
                  <a:pt x="132439" y="138850"/>
                  <a:pt x="132469" y="130009"/>
                </a:cubicBezTo>
                <a:cubicBezTo>
                  <a:pt x="132591" y="110564"/>
                  <a:pt x="132500" y="91149"/>
                  <a:pt x="132500" y="71704"/>
                </a:cubicBezTo>
                <a:lnTo>
                  <a:pt x="132500" y="69395"/>
                </a:lnTo>
                <a:cubicBezTo>
                  <a:pt x="135386" y="70823"/>
                  <a:pt x="137938" y="72312"/>
                  <a:pt x="140612" y="73405"/>
                </a:cubicBezTo>
                <a:cubicBezTo>
                  <a:pt x="145777" y="75532"/>
                  <a:pt x="150942" y="77781"/>
                  <a:pt x="156289" y="79360"/>
                </a:cubicBezTo>
                <a:cubicBezTo>
                  <a:pt x="160543" y="80667"/>
                  <a:pt x="165009" y="81275"/>
                  <a:pt x="169475" y="81882"/>
                </a:cubicBezTo>
                <a:cubicBezTo>
                  <a:pt x="172817" y="82368"/>
                  <a:pt x="176220" y="82490"/>
                  <a:pt x="179593" y="82642"/>
                </a:cubicBezTo>
                <a:cubicBezTo>
                  <a:pt x="179649" y="82644"/>
                  <a:pt x="179704" y="82645"/>
                  <a:pt x="179757" y="82645"/>
                </a:cubicBezTo>
                <a:cubicBezTo>
                  <a:pt x="181156" y="82645"/>
                  <a:pt x="181718" y="81881"/>
                  <a:pt x="181689" y="80272"/>
                </a:cubicBezTo>
                <a:cubicBezTo>
                  <a:pt x="181568" y="73314"/>
                  <a:pt x="181659" y="66387"/>
                  <a:pt x="181659" y="59399"/>
                </a:cubicBezTo>
                <a:lnTo>
                  <a:pt x="181659" y="49403"/>
                </a:lnTo>
                <a:cubicBezTo>
                  <a:pt x="181325" y="49312"/>
                  <a:pt x="181112" y="49251"/>
                  <a:pt x="180930" y="49251"/>
                </a:cubicBezTo>
                <a:cubicBezTo>
                  <a:pt x="169323" y="48826"/>
                  <a:pt x="158932" y="45028"/>
                  <a:pt x="150091" y="37432"/>
                </a:cubicBezTo>
                <a:cubicBezTo>
                  <a:pt x="141280" y="29867"/>
                  <a:pt x="135811" y="20387"/>
                  <a:pt x="133715" y="8994"/>
                </a:cubicBezTo>
                <a:cubicBezTo>
                  <a:pt x="133198" y="5986"/>
                  <a:pt x="132773" y="2948"/>
                  <a:pt x="132317" y="1"/>
                </a:cubicBezTo>
                <a:close/>
              </a:path>
            </a:pathLst>
          </a:custGeom>
          <a:solidFill>
            <a:srgbClr val="133446"/>
          </a:solidFill>
          <a:ln>
            <a:noFill/>
          </a:ln>
        </p:spPr>
        <p:txBody>
          <a:bodyPr anchorCtr="0" anchor="ctr" bIns="61825" lIns="61825" spcFirstLastPara="1" rIns="61825" wrap="square" tIns="618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47"/>
              <a:buFont typeface="Arial"/>
              <a:buNone/>
            </a:pPr>
            <a:r>
              <a:t/>
            </a:r>
            <a:endParaRPr b="0" i="0" sz="94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3" name="Google Shape;843;p39"/>
          <p:cNvSpPr txBox="1"/>
          <p:nvPr/>
        </p:nvSpPr>
        <p:spPr>
          <a:xfrm>
            <a:off x="5025877" y="1766325"/>
            <a:ext cx="982200" cy="2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s" sz="1300" u="none" cap="none" strike="noStrike">
                <a:solidFill>
                  <a:srgbClr val="113748"/>
                </a:solidFill>
                <a:latin typeface="Archivo"/>
                <a:ea typeface="Archivo"/>
                <a:cs typeface="Archivo"/>
                <a:sym typeface="Archivo"/>
              </a:rPr>
              <a:t>TikTok</a:t>
            </a:r>
            <a:endParaRPr b="0" i="0" sz="1300" u="none" cap="none" strike="noStrike">
              <a:solidFill>
                <a:srgbClr val="113748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7" name="Shape 8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8" name="Google Shape;848;p40" title="mobile mockup.png"/>
          <p:cNvPicPr preferRelativeResize="0"/>
          <p:nvPr/>
        </p:nvPicPr>
        <p:blipFill rotWithShape="1">
          <a:blip r:embed="rId4">
            <a:alphaModFix/>
          </a:blip>
          <a:srcRect b="10688" l="36229" r="36958" t="16559"/>
          <a:stretch/>
        </p:blipFill>
        <p:spPr>
          <a:xfrm>
            <a:off x="6966041" y="1015861"/>
            <a:ext cx="1588800" cy="3233400"/>
          </a:xfrm>
          <a:prstGeom prst="roundRect">
            <a:avLst>
              <a:gd fmla="val 20673" name="adj"/>
            </a:avLst>
          </a:prstGeom>
          <a:noFill/>
          <a:ln>
            <a:noFill/>
          </a:ln>
        </p:spPr>
      </p:pic>
      <p:pic>
        <p:nvPicPr>
          <p:cNvPr id="849" name="Google Shape;849;p40" title="mobile mockup.png"/>
          <p:cNvPicPr preferRelativeResize="0"/>
          <p:nvPr/>
        </p:nvPicPr>
        <p:blipFill rotWithShape="1">
          <a:blip r:embed="rId4">
            <a:alphaModFix/>
          </a:blip>
          <a:srcRect b="10688" l="36229" r="36958" t="16559"/>
          <a:stretch/>
        </p:blipFill>
        <p:spPr>
          <a:xfrm>
            <a:off x="4944503" y="1015861"/>
            <a:ext cx="1588800" cy="3233400"/>
          </a:xfrm>
          <a:prstGeom prst="roundRect">
            <a:avLst>
              <a:gd fmla="val 20673" name="adj"/>
            </a:avLst>
          </a:prstGeom>
          <a:noFill/>
          <a:ln>
            <a:noFill/>
          </a:ln>
        </p:spPr>
      </p:pic>
      <p:pic>
        <p:nvPicPr>
          <p:cNvPr id="850" name="Google Shape;850;p40" title="mobile mockup.png"/>
          <p:cNvPicPr preferRelativeResize="0"/>
          <p:nvPr/>
        </p:nvPicPr>
        <p:blipFill rotWithShape="1">
          <a:blip r:embed="rId4">
            <a:alphaModFix/>
          </a:blip>
          <a:srcRect b="10688" l="36229" r="36958" t="16559"/>
          <a:stretch/>
        </p:blipFill>
        <p:spPr>
          <a:xfrm>
            <a:off x="793052" y="1023527"/>
            <a:ext cx="1588800" cy="3233400"/>
          </a:xfrm>
          <a:prstGeom prst="roundRect">
            <a:avLst>
              <a:gd fmla="val 20673" name="adj"/>
            </a:avLst>
          </a:prstGeom>
          <a:noFill/>
          <a:ln>
            <a:noFill/>
          </a:ln>
        </p:spPr>
      </p:pic>
      <p:sp>
        <p:nvSpPr>
          <p:cNvPr id="851" name="Google Shape;851;p40"/>
          <p:cNvSpPr txBox="1"/>
          <p:nvPr/>
        </p:nvSpPr>
        <p:spPr>
          <a:xfrm>
            <a:off x="758075" y="227675"/>
            <a:ext cx="7076700" cy="280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" sz="2000" u="none" cap="none" strike="noStrike">
                <a:solidFill>
                  <a:srgbClr val="123546"/>
                </a:solidFill>
                <a:latin typeface="Archivo ExtraBold"/>
                <a:ea typeface="Archivo ExtraBold"/>
                <a:cs typeface="Archivo ExtraBold"/>
                <a:sym typeface="Archivo ExtraBold"/>
              </a:rPr>
              <a:t>Formatos digitales implementados</a:t>
            </a:r>
            <a:endParaRPr b="1" i="0" sz="2200" u="none" cap="none" strike="noStrike">
              <a:solidFill>
                <a:srgbClr val="133446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852" name="Google Shape;852;p40"/>
          <p:cNvSpPr/>
          <p:nvPr/>
        </p:nvSpPr>
        <p:spPr>
          <a:xfrm>
            <a:off x="292450" y="197829"/>
            <a:ext cx="366900" cy="366900"/>
          </a:xfrm>
          <a:prstGeom prst="ellipse">
            <a:avLst/>
          </a:prstGeom>
          <a:solidFill>
            <a:srgbClr val="1235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53" name="Google Shape;853;p40"/>
          <p:cNvGrpSpPr/>
          <p:nvPr/>
        </p:nvGrpSpPr>
        <p:grpSpPr>
          <a:xfrm>
            <a:off x="393808" y="275504"/>
            <a:ext cx="190480" cy="211556"/>
            <a:chOff x="2169088" y="811743"/>
            <a:chExt cx="3848087" cy="4273857"/>
          </a:xfrm>
        </p:grpSpPr>
        <p:sp>
          <p:nvSpPr>
            <p:cNvPr id="854" name="Google Shape;854;p40"/>
            <p:cNvSpPr/>
            <p:nvPr/>
          </p:nvSpPr>
          <p:spPr>
            <a:xfrm>
              <a:off x="2169088" y="811743"/>
              <a:ext cx="3345825" cy="4082275"/>
            </a:xfrm>
            <a:custGeom>
              <a:rect b="b" l="l" r="r" t="t"/>
              <a:pathLst>
                <a:path extrusionOk="0" h="163291" w="133833">
                  <a:moveTo>
                    <a:pt x="91175" y="34428"/>
                  </a:moveTo>
                  <a:cubicBezTo>
                    <a:pt x="96225" y="34428"/>
                    <a:pt x="101274" y="34428"/>
                    <a:pt x="106324" y="34456"/>
                  </a:cubicBezTo>
                  <a:cubicBezTo>
                    <a:pt x="109672" y="34456"/>
                    <a:pt x="111960" y="36520"/>
                    <a:pt x="111988" y="39506"/>
                  </a:cubicBezTo>
                  <a:cubicBezTo>
                    <a:pt x="112043" y="42602"/>
                    <a:pt x="109784" y="44862"/>
                    <a:pt x="106380" y="44890"/>
                  </a:cubicBezTo>
                  <a:cubicBezTo>
                    <a:pt x="101330" y="44904"/>
                    <a:pt x="96273" y="44911"/>
                    <a:pt x="91217" y="44911"/>
                  </a:cubicBezTo>
                  <a:cubicBezTo>
                    <a:pt x="86160" y="44911"/>
                    <a:pt x="81103" y="44904"/>
                    <a:pt x="76054" y="44890"/>
                  </a:cubicBezTo>
                  <a:cubicBezTo>
                    <a:pt x="72622" y="44862"/>
                    <a:pt x="70362" y="42658"/>
                    <a:pt x="70390" y="39561"/>
                  </a:cubicBezTo>
                  <a:cubicBezTo>
                    <a:pt x="70418" y="36492"/>
                    <a:pt x="72706" y="34456"/>
                    <a:pt x="76165" y="34456"/>
                  </a:cubicBezTo>
                  <a:cubicBezTo>
                    <a:pt x="81159" y="34428"/>
                    <a:pt x="86181" y="34428"/>
                    <a:pt x="91175" y="34428"/>
                  </a:cubicBezTo>
                  <a:close/>
                  <a:moveTo>
                    <a:pt x="42463" y="34428"/>
                  </a:moveTo>
                  <a:cubicBezTo>
                    <a:pt x="47457" y="34428"/>
                    <a:pt x="52451" y="34428"/>
                    <a:pt x="57445" y="34456"/>
                  </a:cubicBezTo>
                  <a:cubicBezTo>
                    <a:pt x="60849" y="34456"/>
                    <a:pt x="63108" y="36437"/>
                    <a:pt x="63192" y="39422"/>
                  </a:cubicBezTo>
                  <a:cubicBezTo>
                    <a:pt x="63276" y="42547"/>
                    <a:pt x="61044" y="44862"/>
                    <a:pt x="57668" y="44862"/>
                  </a:cubicBezTo>
                  <a:cubicBezTo>
                    <a:pt x="52590" y="44904"/>
                    <a:pt x="47506" y="44918"/>
                    <a:pt x="42421" y="44918"/>
                  </a:cubicBezTo>
                  <a:cubicBezTo>
                    <a:pt x="37337" y="44918"/>
                    <a:pt x="32252" y="44904"/>
                    <a:pt x="27174" y="44890"/>
                  </a:cubicBezTo>
                  <a:cubicBezTo>
                    <a:pt x="24217" y="44862"/>
                    <a:pt x="22069" y="43077"/>
                    <a:pt x="21650" y="40510"/>
                  </a:cubicBezTo>
                  <a:cubicBezTo>
                    <a:pt x="21232" y="37999"/>
                    <a:pt x="22627" y="35544"/>
                    <a:pt x="25082" y="34735"/>
                  </a:cubicBezTo>
                  <a:cubicBezTo>
                    <a:pt x="25835" y="34512"/>
                    <a:pt x="26672" y="34456"/>
                    <a:pt x="27481" y="34456"/>
                  </a:cubicBezTo>
                  <a:cubicBezTo>
                    <a:pt x="32475" y="34428"/>
                    <a:pt x="37469" y="34428"/>
                    <a:pt x="42463" y="34428"/>
                  </a:cubicBezTo>
                  <a:close/>
                  <a:moveTo>
                    <a:pt x="42425" y="55366"/>
                  </a:moveTo>
                  <a:cubicBezTo>
                    <a:pt x="47715" y="55366"/>
                    <a:pt x="53009" y="55380"/>
                    <a:pt x="58310" y="55408"/>
                  </a:cubicBezTo>
                  <a:cubicBezTo>
                    <a:pt x="60876" y="55408"/>
                    <a:pt x="62941" y="57473"/>
                    <a:pt x="63164" y="59984"/>
                  </a:cubicBezTo>
                  <a:cubicBezTo>
                    <a:pt x="63415" y="62662"/>
                    <a:pt x="61825" y="64977"/>
                    <a:pt x="59258" y="65591"/>
                  </a:cubicBezTo>
                  <a:cubicBezTo>
                    <a:pt x="58477" y="65759"/>
                    <a:pt x="57640" y="65814"/>
                    <a:pt x="56831" y="65814"/>
                  </a:cubicBezTo>
                  <a:cubicBezTo>
                    <a:pt x="55222" y="65824"/>
                    <a:pt x="53613" y="65827"/>
                    <a:pt x="52005" y="65827"/>
                  </a:cubicBezTo>
                  <a:cubicBezTo>
                    <a:pt x="48787" y="65827"/>
                    <a:pt x="45569" y="65814"/>
                    <a:pt x="42351" y="65814"/>
                  </a:cubicBezTo>
                  <a:cubicBezTo>
                    <a:pt x="39152" y="65814"/>
                    <a:pt x="35941" y="65827"/>
                    <a:pt x="32725" y="65827"/>
                  </a:cubicBezTo>
                  <a:cubicBezTo>
                    <a:pt x="31117" y="65827"/>
                    <a:pt x="29509" y="65824"/>
                    <a:pt x="27900" y="65814"/>
                  </a:cubicBezTo>
                  <a:cubicBezTo>
                    <a:pt x="27146" y="65814"/>
                    <a:pt x="26365" y="65759"/>
                    <a:pt x="25640" y="65619"/>
                  </a:cubicBezTo>
                  <a:cubicBezTo>
                    <a:pt x="23045" y="65033"/>
                    <a:pt x="21399" y="62773"/>
                    <a:pt x="21595" y="60095"/>
                  </a:cubicBezTo>
                  <a:cubicBezTo>
                    <a:pt x="21790" y="57528"/>
                    <a:pt x="23882" y="55408"/>
                    <a:pt x="26561" y="55408"/>
                  </a:cubicBezTo>
                  <a:cubicBezTo>
                    <a:pt x="31847" y="55380"/>
                    <a:pt x="37134" y="55366"/>
                    <a:pt x="42425" y="55366"/>
                  </a:cubicBezTo>
                  <a:close/>
                  <a:moveTo>
                    <a:pt x="106268" y="55352"/>
                  </a:moveTo>
                  <a:cubicBezTo>
                    <a:pt x="109644" y="55380"/>
                    <a:pt x="111904" y="57389"/>
                    <a:pt x="111988" y="60374"/>
                  </a:cubicBezTo>
                  <a:cubicBezTo>
                    <a:pt x="112071" y="63471"/>
                    <a:pt x="109811" y="65787"/>
                    <a:pt x="106436" y="65787"/>
                  </a:cubicBezTo>
                  <a:cubicBezTo>
                    <a:pt x="101358" y="65814"/>
                    <a:pt x="96273" y="65828"/>
                    <a:pt x="91189" y="65828"/>
                  </a:cubicBezTo>
                  <a:cubicBezTo>
                    <a:pt x="86104" y="65828"/>
                    <a:pt x="81020" y="65814"/>
                    <a:pt x="75942" y="65787"/>
                  </a:cubicBezTo>
                  <a:cubicBezTo>
                    <a:pt x="72566" y="65787"/>
                    <a:pt x="70306" y="63471"/>
                    <a:pt x="70390" y="60374"/>
                  </a:cubicBezTo>
                  <a:cubicBezTo>
                    <a:pt x="70474" y="57389"/>
                    <a:pt x="72734" y="55380"/>
                    <a:pt x="76109" y="55380"/>
                  </a:cubicBezTo>
                  <a:cubicBezTo>
                    <a:pt x="81159" y="55352"/>
                    <a:pt x="86237" y="55352"/>
                    <a:pt x="91286" y="55352"/>
                  </a:cubicBezTo>
                  <a:close/>
                  <a:moveTo>
                    <a:pt x="42379" y="76277"/>
                  </a:moveTo>
                  <a:cubicBezTo>
                    <a:pt x="47457" y="76277"/>
                    <a:pt x="52507" y="76277"/>
                    <a:pt x="57556" y="76304"/>
                  </a:cubicBezTo>
                  <a:cubicBezTo>
                    <a:pt x="60904" y="76304"/>
                    <a:pt x="63164" y="78369"/>
                    <a:pt x="63192" y="81382"/>
                  </a:cubicBezTo>
                  <a:cubicBezTo>
                    <a:pt x="63248" y="84479"/>
                    <a:pt x="60960" y="86711"/>
                    <a:pt x="57584" y="86739"/>
                  </a:cubicBezTo>
                  <a:cubicBezTo>
                    <a:pt x="52521" y="86753"/>
                    <a:pt x="47464" y="86760"/>
                    <a:pt x="42407" y="86760"/>
                  </a:cubicBezTo>
                  <a:cubicBezTo>
                    <a:pt x="37351" y="86760"/>
                    <a:pt x="32294" y="86753"/>
                    <a:pt x="27230" y="86739"/>
                  </a:cubicBezTo>
                  <a:cubicBezTo>
                    <a:pt x="24273" y="86739"/>
                    <a:pt x="22097" y="84981"/>
                    <a:pt x="21650" y="82442"/>
                  </a:cubicBezTo>
                  <a:cubicBezTo>
                    <a:pt x="21204" y="79931"/>
                    <a:pt x="22571" y="77448"/>
                    <a:pt x="24998" y="76639"/>
                  </a:cubicBezTo>
                  <a:cubicBezTo>
                    <a:pt x="25752" y="76360"/>
                    <a:pt x="26588" y="76304"/>
                    <a:pt x="27398" y="76304"/>
                  </a:cubicBezTo>
                  <a:cubicBezTo>
                    <a:pt x="32392" y="76277"/>
                    <a:pt x="37385" y="76277"/>
                    <a:pt x="42379" y="76277"/>
                  </a:cubicBezTo>
                  <a:close/>
                  <a:moveTo>
                    <a:pt x="83140" y="76277"/>
                  </a:moveTo>
                  <a:cubicBezTo>
                    <a:pt x="83696" y="76283"/>
                    <a:pt x="84251" y="76285"/>
                    <a:pt x="84805" y="76285"/>
                  </a:cubicBezTo>
                  <a:cubicBezTo>
                    <a:pt x="85792" y="76285"/>
                    <a:pt x="86776" y="76278"/>
                    <a:pt x="87758" y="76278"/>
                  </a:cubicBezTo>
                  <a:cubicBezTo>
                    <a:pt x="88656" y="76278"/>
                    <a:pt x="89553" y="76284"/>
                    <a:pt x="90449" y="76304"/>
                  </a:cubicBezTo>
                  <a:cubicBezTo>
                    <a:pt x="93518" y="76332"/>
                    <a:pt x="95750" y="78425"/>
                    <a:pt x="95862" y="81298"/>
                  </a:cubicBezTo>
                  <a:cubicBezTo>
                    <a:pt x="95974" y="84088"/>
                    <a:pt x="93825" y="86599"/>
                    <a:pt x="90812" y="86683"/>
                  </a:cubicBezTo>
                  <a:cubicBezTo>
                    <a:pt x="88259" y="86753"/>
                    <a:pt x="85707" y="86788"/>
                    <a:pt x="83154" y="86788"/>
                  </a:cubicBezTo>
                  <a:cubicBezTo>
                    <a:pt x="80601" y="86788"/>
                    <a:pt x="78048" y="86753"/>
                    <a:pt x="75496" y="86683"/>
                  </a:cubicBezTo>
                  <a:cubicBezTo>
                    <a:pt x="72371" y="86599"/>
                    <a:pt x="70278" y="84200"/>
                    <a:pt x="70390" y="81215"/>
                  </a:cubicBezTo>
                  <a:cubicBezTo>
                    <a:pt x="70530" y="78369"/>
                    <a:pt x="72734" y="76332"/>
                    <a:pt x="75830" y="76304"/>
                  </a:cubicBezTo>
                  <a:cubicBezTo>
                    <a:pt x="78285" y="76277"/>
                    <a:pt x="80713" y="76277"/>
                    <a:pt x="83140" y="76277"/>
                  </a:cubicBezTo>
                  <a:close/>
                  <a:moveTo>
                    <a:pt x="42491" y="97201"/>
                  </a:moveTo>
                  <a:cubicBezTo>
                    <a:pt x="47485" y="97201"/>
                    <a:pt x="52479" y="97201"/>
                    <a:pt x="57473" y="97229"/>
                  </a:cubicBezTo>
                  <a:cubicBezTo>
                    <a:pt x="60932" y="97229"/>
                    <a:pt x="63192" y="99321"/>
                    <a:pt x="63192" y="102418"/>
                  </a:cubicBezTo>
                  <a:cubicBezTo>
                    <a:pt x="63192" y="105487"/>
                    <a:pt x="60904" y="107663"/>
                    <a:pt x="57473" y="107663"/>
                  </a:cubicBezTo>
                  <a:cubicBezTo>
                    <a:pt x="52451" y="107677"/>
                    <a:pt x="47422" y="107684"/>
                    <a:pt x="42393" y="107684"/>
                  </a:cubicBezTo>
                  <a:cubicBezTo>
                    <a:pt x="37365" y="107684"/>
                    <a:pt x="32336" y="107677"/>
                    <a:pt x="27314" y="107663"/>
                  </a:cubicBezTo>
                  <a:cubicBezTo>
                    <a:pt x="23882" y="107635"/>
                    <a:pt x="21595" y="105459"/>
                    <a:pt x="21595" y="102418"/>
                  </a:cubicBezTo>
                  <a:cubicBezTo>
                    <a:pt x="21595" y="99321"/>
                    <a:pt x="23882" y="97229"/>
                    <a:pt x="27314" y="97229"/>
                  </a:cubicBezTo>
                  <a:cubicBezTo>
                    <a:pt x="32364" y="97201"/>
                    <a:pt x="37413" y="97201"/>
                    <a:pt x="42491" y="97201"/>
                  </a:cubicBezTo>
                  <a:close/>
                  <a:moveTo>
                    <a:pt x="32503" y="118476"/>
                  </a:moveTo>
                  <a:cubicBezTo>
                    <a:pt x="35795" y="118476"/>
                    <a:pt x="39087" y="118488"/>
                    <a:pt x="42379" y="118488"/>
                  </a:cubicBezTo>
                  <a:lnTo>
                    <a:pt x="57389" y="118488"/>
                  </a:lnTo>
                  <a:cubicBezTo>
                    <a:pt x="60876" y="118488"/>
                    <a:pt x="63164" y="120525"/>
                    <a:pt x="63192" y="123593"/>
                  </a:cubicBezTo>
                  <a:cubicBezTo>
                    <a:pt x="63248" y="126746"/>
                    <a:pt x="60932" y="128922"/>
                    <a:pt x="57389" y="128950"/>
                  </a:cubicBezTo>
                  <a:cubicBezTo>
                    <a:pt x="52367" y="128950"/>
                    <a:pt x="47338" y="128957"/>
                    <a:pt x="42310" y="128957"/>
                  </a:cubicBezTo>
                  <a:cubicBezTo>
                    <a:pt x="37281" y="128957"/>
                    <a:pt x="32252" y="128950"/>
                    <a:pt x="27230" y="128922"/>
                  </a:cubicBezTo>
                  <a:cubicBezTo>
                    <a:pt x="24273" y="128922"/>
                    <a:pt x="22097" y="127192"/>
                    <a:pt x="21650" y="124654"/>
                  </a:cubicBezTo>
                  <a:cubicBezTo>
                    <a:pt x="21204" y="122115"/>
                    <a:pt x="22571" y="119660"/>
                    <a:pt x="24998" y="118823"/>
                  </a:cubicBezTo>
                  <a:cubicBezTo>
                    <a:pt x="25807" y="118572"/>
                    <a:pt x="26700" y="118516"/>
                    <a:pt x="27565" y="118488"/>
                  </a:cubicBezTo>
                  <a:cubicBezTo>
                    <a:pt x="29211" y="118479"/>
                    <a:pt x="30857" y="118476"/>
                    <a:pt x="32503" y="118476"/>
                  </a:cubicBezTo>
                  <a:close/>
                  <a:moveTo>
                    <a:pt x="18498" y="0"/>
                  </a:moveTo>
                  <a:cubicBezTo>
                    <a:pt x="14871" y="837"/>
                    <a:pt x="11356" y="1953"/>
                    <a:pt x="8370" y="4325"/>
                  </a:cubicBezTo>
                  <a:cubicBezTo>
                    <a:pt x="3042" y="8538"/>
                    <a:pt x="56" y="14034"/>
                    <a:pt x="56" y="20841"/>
                  </a:cubicBezTo>
                  <a:cubicBezTo>
                    <a:pt x="1" y="61378"/>
                    <a:pt x="1" y="101944"/>
                    <a:pt x="29" y="142509"/>
                  </a:cubicBezTo>
                  <a:cubicBezTo>
                    <a:pt x="56" y="153669"/>
                    <a:pt x="9235" y="163154"/>
                    <a:pt x="20339" y="163210"/>
                  </a:cubicBezTo>
                  <a:cubicBezTo>
                    <a:pt x="29558" y="163274"/>
                    <a:pt x="38778" y="163291"/>
                    <a:pt x="47997" y="163291"/>
                  </a:cubicBezTo>
                  <a:cubicBezTo>
                    <a:pt x="59060" y="163291"/>
                    <a:pt x="70124" y="163266"/>
                    <a:pt x="81187" y="163266"/>
                  </a:cubicBezTo>
                  <a:cubicBezTo>
                    <a:pt x="81354" y="163266"/>
                    <a:pt x="81522" y="163210"/>
                    <a:pt x="81829" y="163182"/>
                  </a:cubicBezTo>
                  <a:cubicBezTo>
                    <a:pt x="71450" y="144155"/>
                    <a:pt x="70809" y="125016"/>
                    <a:pt x="82498" y="106575"/>
                  </a:cubicBezTo>
                  <a:cubicBezTo>
                    <a:pt x="93348" y="89433"/>
                    <a:pt x="109245" y="81520"/>
                    <a:pt x="128941" y="81520"/>
                  </a:cubicBezTo>
                  <a:cubicBezTo>
                    <a:pt x="130465" y="81520"/>
                    <a:pt x="132012" y="81567"/>
                    <a:pt x="133581" y="81661"/>
                  </a:cubicBezTo>
                  <a:lnTo>
                    <a:pt x="133581" y="79597"/>
                  </a:lnTo>
                  <a:cubicBezTo>
                    <a:pt x="133581" y="60597"/>
                    <a:pt x="133386" y="41598"/>
                    <a:pt x="133665" y="22599"/>
                  </a:cubicBezTo>
                  <a:cubicBezTo>
                    <a:pt x="133833" y="9933"/>
                    <a:pt x="124933" y="1423"/>
                    <a:pt x="115559" y="224"/>
                  </a:cubicBezTo>
                  <a:cubicBezTo>
                    <a:pt x="115419" y="224"/>
                    <a:pt x="115252" y="84"/>
                    <a:pt x="115112" y="0"/>
                  </a:cubicBezTo>
                  <a:close/>
                </a:path>
              </a:pathLst>
            </a:custGeom>
            <a:solidFill>
              <a:srgbClr val="8DE2D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5" name="Google Shape;855;p40"/>
            <p:cNvSpPr/>
            <p:nvPr/>
          </p:nvSpPr>
          <p:spPr>
            <a:xfrm>
              <a:off x="3700125" y="2911200"/>
              <a:ext cx="2317050" cy="2174400"/>
            </a:xfrm>
            <a:custGeom>
              <a:rect b="b" l="l" r="r" t="t"/>
              <a:pathLst>
                <a:path extrusionOk="0" h="86976" w="92682">
                  <a:moveTo>
                    <a:pt x="61246" y="27942"/>
                  </a:moveTo>
                  <a:cubicBezTo>
                    <a:pt x="62954" y="27942"/>
                    <a:pt x="64509" y="28984"/>
                    <a:pt x="65396" y="30508"/>
                  </a:cubicBezTo>
                  <a:cubicBezTo>
                    <a:pt x="66484" y="32349"/>
                    <a:pt x="66345" y="34693"/>
                    <a:pt x="64894" y="36534"/>
                  </a:cubicBezTo>
                  <a:cubicBezTo>
                    <a:pt x="61909" y="40328"/>
                    <a:pt x="58868" y="44067"/>
                    <a:pt x="55855" y="47833"/>
                  </a:cubicBezTo>
                  <a:cubicBezTo>
                    <a:pt x="53456" y="50818"/>
                    <a:pt x="51084" y="53832"/>
                    <a:pt x="48657" y="56789"/>
                  </a:cubicBezTo>
                  <a:cubicBezTo>
                    <a:pt x="47399" y="58321"/>
                    <a:pt x="45954" y="59098"/>
                    <a:pt x="44425" y="59098"/>
                  </a:cubicBezTo>
                  <a:cubicBezTo>
                    <a:pt x="43310" y="59098"/>
                    <a:pt x="42150" y="58685"/>
                    <a:pt x="40985" y="57849"/>
                  </a:cubicBezTo>
                  <a:cubicBezTo>
                    <a:pt x="36995" y="55031"/>
                    <a:pt x="33061" y="52158"/>
                    <a:pt x="29128" y="49284"/>
                  </a:cubicBezTo>
                  <a:cubicBezTo>
                    <a:pt x="26561" y="47359"/>
                    <a:pt x="26003" y="44151"/>
                    <a:pt x="27760" y="41751"/>
                  </a:cubicBezTo>
                  <a:cubicBezTo>
                    <a:pt x="28774" y="40394"/>
                    <a:pt x="30277" y="39679"/>
                    <a:pt x="31864" y="39679"/>
                  </a:cubicBezTo>
                  <a:cubicBezTo>
                    <a:pt x="32984" y="39679"/>
                    <a:pt x="34147" y="40036"/>
                    <a:pt x="35210" y="40775"/>
                  </a:cubicBezTo>
                  <a:cubicBezTo>
                    <a:pt x="37916" y="42672"/>
                    <a:pt x="40566" y="44653"/>
                    <a:pt x="43384" y="46661"/>
                  </a:cubicBezTo>
                  <a:cubicBezTo>
                    <a:pt x="47848" y="41110"/>
                    <a:pt x="52116" y="35669"/>
                    <a:pt x="56552" y="30368"/>
                  </a:cubicBezTo>
                  <a:cubicBezTo>
                    <a:pt x="57417" y="29336"/>
                    <a:pt x="58784" y="28471"/>
                    <a:pt x="60068" y="28109"/>
                  </a:cubicBezTo>
                  <a:cubicBezTo>
                    <a:pt x="60464" y="27995"/>
                    <a:pt x="60859" y="27942"/>
                    <a:pt x="61246" y="27942"/>
                  </a:cubicBezTo>
                  <a:close/>
                  <a:moveTo>
                    <a:pt x="46519" y="1"/>
                  </a:moveTo>
                  <a:cubicBezTo>
                    <a:pt x="43400" y="1"/>
                    <a:pt x="40238" y="348"/>
                    <a:pt x="37079" y="1074"/>
                  </a:cubicBezTo>
                  <a:cubicBezTo>
                    <a:pt x="14508" y="6264"/>
                    <a:pt x="1" y="27104"/>
                    <a:pt x="3600" y="50149"/>
                  </a:cubicBezTo>
                  <a:cubicBezTo>
                    <a:pt x="6250" y="67111"/>
                    <a:pt x="16210" y="78634"/>
                    <a:pt x="32336" y="84548"/>
                  </a:cubicBezTo>
                  <a:cubicBezTo>
                    <a:pt x="35628" y="85748"/>
                    <a:pt x="39199" y="86194"/>
                    <a:pt x="42631" y="86976"/>
                  </a:cubicBezTo>
                  <a:lnTo>
                    <a:pt x="50275" y="86976"/>
                  </a:lnTo>
                  <a:cubicBezTo>
                    <a:pt x="51084" y="86836"/>
                    <a:pt x="51865" y="86669"/>
                    <a:pt x="52646" y="86557"/>
                  </a:cubicBezTo>
                  <a:cubicBezTo>
                    <a:pt x="76500" y="82958"/>
                    <a:pt x="92682" y="61225"/>
                    <a:pt x="89417" y="37259"/>
                  </a:cubicBezTo>
                  <a:cubicBezTo>
                    <a:pt x="86455" y="15671"/>
                    <a:pt x="67470" y="1"/>
                    <a:pt x="46519" y="1"/>
                  </a:cubicBezTo>
                  <a:close/>
                </a:path>
              </a:pathLst>
            </a:custGeom>
            <a:solidFill>
              <a:srgbClr val="8DE2D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56" name="Google Shape;856;p40"/>
          <p:cNvSpPr txBox="1"/>
          <p:nvPr/>
        </p:nvSpPr>
        <p:spPr>
          <a:xfrm>
            <a:off x="758075" y="533085"/>
            <a:ext cx="5441100" cy="280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s" sz="1600" u="none" cap="none" strike="noStrike">
                <a:solidFill>
                  <a:srgbClr val="123546"/>
                </a:solidFill>
                <a:latin typeface="Archivo"/>
                <a:ea typeface="Archivo"/>
                <a:cs typeface="Archivo"/>
                <a:sym typeface="Archivo"/>
              </a:rPr>
              <a:t>{{camp_titulo}}</a:t>
            </a:r>
            <a:endParaRPr b="0" i="0" sz="1600" u="none" cap="none" strike="noStrike">
              <a:solidFill>
                <a:srgbClr val="123546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123546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857" name="Google Shape;857;p40"/>
          <p:cNvSpPr/>
          <p:nvPr/>
        </p:nvSpPr>
        <p:spPr>
          <a:xfrm>
            <a:off x="771002" y="4332485"/>
            <a:ext cx="1632900" cy="292500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FBAB0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1" i="0" sz="1000" u="none" cap="none" strike="noStrike">
              <a:solidFill>
                <a:srgbClr val="FFFFFF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858" name="Google Shape;858;p40"/>
          <p:cNvSpPr/>
          <p:nvPr/>
        </p:nvSpPr>
        <p:spPr>
          <a:xfrm>
            <a:off x="4922453" y="4324820"/>
            <a:ext cx="1632900" cy="292500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FBAB0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1" i="0" sz="1000" u="none" cap="none" strike="noStrike">
              <a:solidFill>
                <a:srgbClr val="FFFFFF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859" name="Google Shape;859;p40"/>
          <p:cNvSpPr/>
          <p:nvPr/>
        </p:nvSpPr>
        <p:spPr>
          <a:xfrm>
            <a:off x="6943991" y="4324819"/>
            <a:ext cx="1632900" cy="292500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FBAB0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1" i="0" sz="1000" u="none" cap="none" strike="noStrike">
              <a:solidFill>
                <a:srgbClr val="FFFFFF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860" name="Google Shape;860;p40"/>
          <p:cNvSpPr/>
          <p:nvPr/>
        </p:nvSpPr>
        <p:spPr>
          <a:xfrm>
            <a:off x="2870140" y="4324819"/>
            <a:ext cx="1632900" cy="292500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FBAB0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1" i="0" sz="1000" u="none" cap="none" strike="noStrike">
              <a:solidFill>
                <a:srgbClr val="FFFFFF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pic>
        <p:nvPicPr>
          <p:cNvPr id="861" name="Google Shape;861;p40" title="mobile mockup.png"/>
          <p:cNvPicPr preferRelativeResize="0"/>
          <p:nvPr/>
        </p:nvPicPr>
        <p:blipFill rotWithShape="1">
          <a:blip r:embed="rId4">
            <a:alphaModFix/>
          </a:blip>
          <a:srcRect b="10688" l="36229" r="36958" t="16559"/>
          <a:stretch/>
        </p:blipFill>
        <p:spPr>
          <a:xfrm>
            <a:off x="2892190" y="1037836"/>
            <a:ext cx="1588800" cy="3233400"/>
          </a:xfrm>
          <a:prstGeom prst="roundRect">
            <a:avLst>
              <a:gd fmla="val 20673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5" name="Shape 8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6" name="Google Shape;866;p41"/>
          <p:cNvSpPr txBox="1"/>
          <p:nvPr/>
        </p:nvSpPr>
        <p:spPr>
          <a:xfrm>
            <a:off x="758075" y="227675"/>
            <a:ext cx="7076700" cy="280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" sz="2000" u="none" cap="none" strike="noStrike">
                <a:solidFill>
                  <a:srgbClr val="123546"/>
                </a:solidFill>
                <a:latin typeface="Archivo ExtraBold"/>
                <a:ea typeface="Archivo ExtraBold"/>
                <a:cs typeface="Archivo ExtraBold"/>
                <a:sym typeface="Archivo ExtraBold"/>
              </a:rPr>
              <a:t>Resultados agregados</a:t>
            </a:r>
            <a:endParaRPr b="1" i="1" sz="1800" u="none" cap="none" strike="noStrike">
              <a:solidFill>
                <a:srgbClr val="133446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867" name="Google Shape;867;p41"/>
          <p:cNvSpPr/>
          <p:nvPr/>
        </p:nvSpPr>
        <p:spPr>
          <a:xfrm>
            <a:off x="292450" y="197829"/>
            <a:ext cx="366900" cy="366900"/>
          </a:xfrm>
          <a:prstGeom prst="ellipse">
            <a:avLst/>
          </a:prstGeom>
          <a:solidFill>
            <a:srgbClr val="1235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68" name="Google Shape;868;p41"/>
          <p:cNvGrpSpPr/>
          <p:nvPr/>
        </p:nvGrpSpPr>
        <p:grpSpPr>
          <a:xfrm>
            <a:off x="393808" y="275504"/>
            <a:ext cx="190480" cy="211556"/>
            <a:chOff x="2169088" y="811743"/>
            <a:chExt cx="3848087" cy="4273857"/>
          </a:xfrm>
        </p:grpSpPr>
        <p:sp>
          <p:nvSpPr>
            <p:cNvPr id="869" name="Google Shape;869;p41"/>
            <p:cNvSpPr/>
            <p:nvPr/>
          </p:nvSpPr>
          <p:spPr>
            <a:xfrm>
              <a:off x="2169088" y="811743"/>
              <a:ext cx="3345825" cy="4082275"/>
            </a:xfrm>
            <a:custGeom>
              <a:rect b="b" l="l" r="r" t="t"/>
              <a:pathLst>
                <a:path extrusionOk="0" h="163291" w="133833">
                  <a:moveTo>
                    <a:pt x="91175" y="34428"/>
                  </a:moveTo>
                  <a:cubicBezTo>
                    <a:pt x="96225" y="34428"/>
                    <a:pt x="101274" y="34428"/>
                    <a:pt x="106324" y="34456"/>
                  </a:cubicBezTo>
                  <a:cubicBezTo>
                    <a:pt x="109672" y="34456"/>
                    <a:pt x="111960" y="36520"/>
                    <a:pt x="111988" y="39506"/>
                  </a:cubicBezTo>
                  <a:cubicBezTo>
                    <a:pt x="112043" y="42602"/>
                    <a:pt x="109784" y="44862"/>
                    <a:pt x="106380" y="44890"/>
                  </a:cubicBezTo>
                  <a:cubicBezTo>
                    <a:pt x="101330" y="44904"/>
                    <a:pt x="96273" y="44911"/>
                    <a:pt x="91217" y="44911"/>
                  </a:cubicBezTo>
                  <a:cubicBezTo>
                    <a:pt x="86160" y="44911"/>
                    <a:pt x="81103" y="44904"/>
                    <a:pt x="76054" y="44890"/>
                  </a:cubicBezTo>
                  <a:cubicBezTo>
                    <a:pt x="72622" y="44862"/>
                    <a:pt x="70362" y="42658"/>
                    <a:pt x="70390" y="39561"/>
                  </a:cubicBezTo>
                  <a:cubicBezTo>
                    <a:pt x="70418" y="36492"/>
                    <a:pt x="72706" y="34456"/>
                    <a:pt x="76165" y="34456"/>
                  </a:cubicBezTo>
                  <a:cubicBezTo>
                    <a:pt x="81159" y="34428"/>
                    <a:pt x="86181" y="34428"/>
                    <a:pt x="91175" y="34428"/>
                  </a:cubicBezTo>
                  <a:close/>
                  <a:moveTo>
                    <a:pt x="42463" y="34428"/>
                  </a:moveTo>
                  <a:cubicBezTo>
                    <a:pt x="47457" y="34428"/>
                    <a:pt x="52451" y="34428"/>
                    <a:pt x="57445" y="34456"/>
                  </a:cubicBezTo>
                  <a:cubicBezTo>
                    <a:pt x="60849" y="34456"/>
                    <a:pt x="63108" y="36437"/>
                    <a:pt x="63192" y="39422"/>
                  </a:cubicBezTo>
                  <a:cubicBezTo>
                    <a:pt x="63276" y="42547"/>
                    <a:pt x="61044" y="44862"/>
                    <a:pt x="57668" y="44862"/>
                  </a:cubicBezTo>
                  <a:cubicBezTo>
                    <a:pt x="52590" y="44904"/>
                    <a:pt x="47506" y="44918"/>
                    <a:pt x="42421" y="44918"/>
                  </a:cubicBezTo>
                  <a:cubicBezTo>
                    <a:pt x="37337" y="44918"/>
                    <a:pt x="32252" y="44904"/>
                    <a:pt x="27174" y="44890"/>
                  </a:cubicBezTo>
                  <a:cubicBezTo>
                    <a:pt x="24217" y="44862"/>
                    <a:pt x="22069" y="43077"/>
                    <a:pt x="21650" y="40510"/>
                  </a:cubicBezTo>
                  <a:cubicBezTo>
                    <a:pt x="21232" y="37999"/>
                    <a:pt x="22627" y="35544"/>
                    <a:pt x="25082" y="34735"/>
                  </a:cubicBezTo>
                  <a:cubicBezTo>
                    <a:pt x="25835" y="34512"/>
                    <a:pt x="26672" y="34456"/>
                    <a:pt x="27481" y="34456"/>
                  </a:cubicBezTo>
                  <a:cubicBezTo>
                    <a:pt x="32475" y="34428"/>
                    <a:pt x="37469" y="34428"/>
                    <a:pt x="42463" y="34428"/>
                  </a:cubicBezTo>
                  <a:close/>
                  <a:moveTo>
                    <a:pt x="42425" y="55366"/>
                  </a:moveTo>
                  <a:cubicBezTo>
                    <a:pt x="47715" y="55366"/>
                    <a:pt x="53009" y="55380"/>
                    <a:pt x="58310" y="55408"/>
                  </a:cubicBezTo>
                  <a:cubicBezTo>
                    <a:pt x="60876" y="55408"/>
                    <a:pt x="62941" y="57473"/>
                    <a:pt x="63164" y="59984"/>
                  </a:cubicBezTo>
                  <a:cubicBezTo>
                    <a:pt x="63415" y="62662"/>
                    <a:pt x="61825" y="64977"/>
                    <a:pt x="59258" y="65591"/>
                  </a:cubicBezTo>
                  <a:cubicBezTo>
                    <a:pt x="58477" y="65759"/>
                    <a:pt x="57640" y="65814"/>
                    <a:pt x="56831" y="65814"/>
                  </a:cubicBezTo>
                  <a:cubicBezTo>
                    <a:pt x="55222" y="65824"/>
                    <a:pt x="53613" y="65827"/>
                    <a:pt x="52005" y="65827"/>
                  </a:cubicBezTo>
                  <a:cubicBezTo>
                    <a:pt x="48787" y="65827"/>
                    <a:pt x="45569" y="65814"/>
                    <a:pt x="42351" y="65814"/>
                  </a:cubicBezTo>
                  <a:cubicBezTo>
                    <a:pt x="39152" y="65814"/>
                    <a:pt x="35941" y="65827"/>
                    <a:pt x="32725" y="65827"/>
                  </a:cubicBezTo>
                  <a:cubicBezTo>
                    <a:pt x="31117" y="65827"/>
                    <a:pt x="29509" y="65824"/>
                    <a:pt x="27900" y="65814"/>
                  </a:cubicBezTo>
                  <a:cubicBezTo>
                    <a:pt x="27146" y="65814"/>
                    <a:pt x="26365" y="65759"/>
                    <a:pt x="25640" y="65619"/>
                  </a:cubicBezTo>
                  <a:cubicBezTo>
                    <a:pt x="23045" y="65033"/>
                    <a:pt x="21399" y="62773"/>
                    <a:pt x="21595" y="60095"/>
                  </a:cubicBezTo>
                  <a:cubicBezTo>
                    <a:pt x="21790" y="57528"/>
                    <a:pt x="23882" y="55408"/>
                    <a:pt x="26561" y="55408"/>
                  </a:cubicBezTo>
                  <a:cubicBezTo>
                    <a:pt x="31847" y="55380"/>
                    <a:pt x="37134" y="55366"/>
                    <a:pt x="42425" y="55366"/>
                  </a:cubicBezTo>
                  <a:close/>
                  <a:moveTo>
                    <a:pt x="106268" y="55352"/>
                  </a:moveTo>
                  <a:cubicBezTo>
                    <a:pt x="109644" y="55380"/>
                    <a:pt x="111904" y="57389"/>
                    <a:pt x="111988" y="60374"/>
                  </a:cubicBezTo>
                  <a:cubicBezTo>
                    <a:pt x="112071" y="63471"/>
                    <a:pt x="109811" y="65787"/>
                    <a:pt x="106436" y="65787"/>
                  </a:cubicBezTo>
                  <a:cubicBezTo>
                    <a:pt x="101358" y="65814"/>
                    <a:pt x="96273" y="65828"/>
                    <a:pt x="91189" y="65828"/>
                  </a:cubicBezTo>
                  <a:cubicBezTo>
                    <a:pt x="86104" y="65828"/>
                    <a:pt x="81020" y="65814"/>
                    <a:pt x="75942" y="65787"/>
                  </a:cubicBezTo>
                  <a:cubicBezTo>
                    <a:pt x="72566" y="65787"/>
                    <a:pt x="70306" y="63471"/>
                    <a:pt x="70390" y="60374"/>
                  </a:cubicBezTo>
                  <a:cubicBezTo>
                    <a:pt x="70474" y="57389"/>
                    <a:pt x="72734" y="55380"/>
                    <a:pt x="76109" y="55380"/>
                  </a:cubicBezTo>
                  <a:cubicBezTo>
                    <a:pt x="81159" y="55352"/>
                    <a:pt x="86237" y="55352"/>
                    <a:pt x="91286" y="55352"/>
                  </a:cubicBezTo>
                  <a:close/>
                  <a:moveTo>
                    <a:pt x="42379" y="76277"/>
                  </a:moveTo>
                  <a:cubicBezTo>
                    <a:pt x="47457" y="76277"/>
                    <a:pt x="52507" y="76277"/>
                    <a:pt x="57556" y="76304"/>
                  </a:cubicBezTo>
                  <a:cubicBezTo>
                    <a:pt x="60904" y="76304"/>
                    <a:pt x="63164" y="78369"/>
                    <a:pt x="63192" y="81382"/>
                  </a:cubicBezTo>
                  <a:cubicBezTo>
                    <a:pt x="63248" y="84479"/>
                    <a:pt x="60960" y="86711"/>
                    <a:pt x="57584" y="86739"/>
                  </a:cubicBezTo>
                  <a:cubicBezTo>
                    <a:pt x="52521" y="86753"/>
                    <a:pt x="47464" y="86760"/>
                    <a:pt x="42407" y="86760"/>
                  </a:cubicBezTo>
                  <a:cubicBezTo>
                    <a:pt x="37351" y="86760"/>
                    <a:pt x="32294" y="86753"/>
                    <a:pt x="27230" y="86739"/>
                  </a:cubicBezTo>
                  <a:cubicBezTo>
                    <a:pt x="24273" y="86739"/>
                    <a:pt x="22097" y="84981"/>
                    <a:pt x="21650" y="82442"/>
                  </a:cubicBezTo>
                  <a:cubicBezTo>
                    <a:pt x="21204" y="79931"/>
                    <a:pt x="22571" y="77448"/>
                    <a:pt x="24998" y="76639"/>
                  </a:cubicBezTo>
                  <a:cubicBezTo>
                    <a:pt x="25752" y="76360"/>
                    <a:pt x="26588" y="76304"/>
                    <a:pt x="27398" y="76304"/>
                  </a:cubicBezTo>
                  <a:cubicBezTo>
                    <a:pt x="32392" y="76277"/>
                    <a:pt x="37385" y="76277"/>
                    <a:pt x="42379" y="76277"/>
                  </a:cubicBezTo>
                  <a:close/>
                  <a:moveTo>
                    <a:pt x="83140" y="76277"/>
                  </a:moveTo>
                  <a:cubicBezTo>
                    <a:pt x="83696" y="76283"/>
                    <a:pt x="84251" y="76285"/>
                    <a:pt x="84805" y="76285"/>
                  </a:cubicBezTo>
                  <a:cubicBezTo>
                    <a:pt x="85792" y="76285"/>
                    <a:pt x="86776" y="76278"/>
                    <a:pt x="87758" y="76278"/>
                  </a:cubicBezTo>
                  <a:cubicBezTo>
                    <a:pt x="88656" y="76278"/>
                    <a:pt x="89553" y="76284"/>
                    <a:pt x="90449" y="76304"/>
                  </a:cubicBezTo>
                  <a:cubicBezTo>
                    <a:pt x="93518" y="76332"/>
                    <a:pt x="95750" y="78425"/>
                    <a:pt x="95862" y="81298"/>
                  </a:cubicBezTo>
                  <a:cubicBezTo>
                    <a:pt x="95974" y="84088"/>
                    <a:pt x="93825" y="86599"/>
                    <a:pt x="90812" y="86683"/>
                  </a:cubicBezTo>
                  <a:cubicBezTo>
                    <a:pt x="88259" y="86753"/>
                    <a:pt x="85707" y="86788"/>
                    <a:pt x="83154" y="86788"/>
                  </a:cubicBezTo>
                  <a:cubicBezTo>
                    <a:pt x="80601" y="86788"/>
                    <a:pt x="78048" y="86753"/>
                    <a:pt x="75496" y="86683"/>
                  </a:cubicBezTo>
                  <a:cubicBezTo>
                    <a:pt x="72371" y="86599"/>
                    <a:pt x="70278" y="84200"/>
                    <a:pt x="70390" y="81215"/>
                  </a:cubicBezTo>
                  <a:cubicBezTo>
                    <a:pt x="70530" y="78369"/>
                    <a:pt x="72734" y="76332"/>
                    <a:pt x="75830" y="76304"/>
                  </a:cubicBezTo>
                  <a:cubicBezTo>
                    <a:pt x="78285" y="76277"/>
                    <a:pt x="80713" y="76277"/>
                    <a:pt x="83140" y="76277"/>
                  </a:cubicBezTo>
                  <a:close/>
                  <a:moveTo>
                    <a:pt x="42491" y="97201"/>
                  </a:moveTo>
                  <a:cubicBezTo>
                    <a:pt x="47485" y="97201"/>
                    <a:pt x="52479" y="97201"/>
                    <a:pt x="57473" y="97229"/>
                  </a:cubicBezTo>
                  <a:cubicBezTo>
                    <a:pt x="60932" y="97229"/>
                    <a:pt x="63192" y="99321"/>
                    <a:pt x="63192" y="102418"/>
                  </a:cubicBezTo>
                  <a:cubicBezTo>
                    <a:pt x="63192" y="105487"/>
                    <a:pt x="60904" y="107663"/>
                    <a:pt x="57473" y="107663"/>
                  </a:cubicBezTo>
                  <a:cubicBezTo>
                    <a:pt x="52451" y="107677"/>
                    <a:pt x="47422" y="107684"/>
                    <a:pt x="42393" y="107684"/>
                  </a:cubicBezTo>
                  <a:cubicBezTo>
                    <a:pt x="37365" y="107684"/>
                    <a:pt x="32336" y="107677"/>
                    <a:pt x="27314" y="107663"/>
                  </a:cubicBezTo>
                  <a:cubicBezTo>
                    <a:pt x="23882" y="107635"/>
                    <a:pt x="21595" y="105459"/>
                    <a:pt x="21595" y="102418"/>
                  </a:cubicBezTo>
                  <a:cubicBezTo>
                    <a:pt x="21595" y="99321"/>
                    <a:pt x="23882" y="97229"/>
                    <a:pt x="27314" y="97229"/>
                  </a:cubicBezTo>
                  <a:cubicBezTo>
                    <a:pt x="32364" y="97201"/>
                    <a:pt x="37413" y="97201"/>
                    <a:pt x="42491" y="97201"/>
                  </a:cubicBezTo>
                  <a:close/>
                  <a:moveTo>
                    <a:pt x="32503" y="118476"/>
                  </a:moveTo>
                  <a:cubicBezTo>
                    <a:pt x="35795" y="118476"/>
                    <a:pt x="39087" y="118488"/>
                    <a:pt x="42379" y="118488"/>
                  </a:cubicBezTo>
                  <a:lnTo>
                    <a:pt x="57389" y="118488"/>
                  </a:lnTo>
                  <a:cubicBezTo>
                    <a:pt x="60876" y="118488"/>
                    <a:pt x="63164" y="120525"/>
                    <a:pt x="63192" y="123593"/>
                  </a:cubicBezTo>
                  <a:cubicBezTo>
                    <a:pt x="63248" y="126746"/>
                    <a:pt x="60932" y="128922"/>
                    <a:pt x="57389" y="128950"/>
                  </a:cubicBezTo>
                  <a:cubicBezTo>
                    <a:pt x="52367" y="128950"/>
                    <a:pt x="47338" y="128957"/>
                    <a:pt x="42310" y="128957"/>
                  </a:cubicBezTo>
                  <a:cubicBezTo>
                    <a:pt x="37281" y="128957"/>
                    <a:pt x="32252" y="128950"/>
                    <a:pt x="27230" y="128922"/>
                  </a:cubicBezTo>
                  <a:cubicBezTo>
                    <a:pt x="24273" y="128922"/>
                    <a:pt x="22097" y="127192"/>
                    <a:pt x="21650" y="124654"/>
                  </a:cubicBezTo>
                  <a:cubicBezTo>
                    <a:pt x="21204" y="122115"/>
                    <a:pt x="22571" y="119660"/>
                    <a:pt x="24998" y="118823"/>
                  </a:cubicBezTo>
                  <a:cubicBezTo>
                    <a:pt x="25807" y="118572"/>
                    <a:pt x="26700" y="118516"/>
                    <a:pt x="27565" y="118488"/>
                  </a:cubicBezTo>
                  <a:cubicBezTo>
                    <a:pt x="29211" y="118479"/>
                    <a:pt x="30857" y="118476"/>
                    <a:pt x="32503" y="118476"/>
                  </a:cubicBezTo>
                  <a:close/>
                  <a:moveTo>
                    <a:pt x="18498" y="0"/>
                  </a:moveTo>
                  <a:cubicBezTo>
                    <a:pt x="14871" y="837"/>
                    <a:pt x="11356" y="1953"/>
                    <a:pt x="8370" y="4325"/>
                  </a:cubicBezTo>
                  <a:cubicBezTo>
                    <a:pt x="3042" y="8538"/>
                    <a:pt x="56" y="14034"/>
                    <a:pt x="56" y="20841"/>
                  </a:cubicBezTo>
                  <a:cubicBezTo>
                    <a:pt x="1" y="61378"/>
                    <a:pt x="1" y="101944"/>
                    <a:pt x="29" y="142509"/>
                  </a:cubicBezTo>
                  <a:cubicBezTo>
                    <a:pt x="56" y="153669"/>
                    <a:pt x="9235" y="163154"/>
                    <a:pt x="20339" y="163210"/>
                  </a:cubicBezTo>
                  <a:cubicBezTo>
                    <a:pt x="29558" y="163274"/>
                    <a:pt x="38778" y="163291"/>
                    <a:pt x="47997" y="163291"/>
                  </a:cubicBezTo>
                  <a:cubicBezTo>
                    <a:pt x="59060" y="163291"/>
                    <a:pt x="70124" y="163266"/>
                    <a:pt x="81187" y="163266"/>
                  </a:cubicBezTo>
                  <a:cubicBezTo>
                    <a:pt x="81354" y="163266"/>
                    <a:pt x="81522" y="163210"/>
                    <a:pt x="81829" y="163182"/>
                  </a:cubicBezTo>
                  <a:cubicBezTo>
                    <a:pt x="71450" y="144155"/>
                    <a:pt x="70809" y="125016"/>
                    <a:pt x="82498" y="106575"/>
                  </a:cubicBezTo>
                  <a:cubicBezTo>
                    <a:pt x="93348" y="89433"/>
                    <a:pt x="109245" y="81520"/>
                    <a:pt x="128941" y="81520"/>
                  </a:cubicBezTo>
                  <a:cubicBezTo>
                    <a:pt x="130465" y="81520"/>
                    <a:pt x="132012" y="81567"/>
                    <a:pt x="133581" y="81661"/>
                  </a:cubicBezTo>
                  <a:lnTo>
                    <a:pt x="133581" y="79597"/>
                  </a:lnTo>
                  <a:cubicBezTo>
                    <a:pt x="133581" y="60597"/>
                    <a:pt x="133386" y="41598"/>
                    <a:pt x="133665" y="22599"/>
                  </a:cubicBezTo>
                  <a:cubicBezTo>
                    <a:pt x="133833" y="9933"/>
                    <a:pt x="124933" y="1423"/>
                    <a:pt x="115559" y="224"/>
                  </a:cubicBezTo>
                  <a:cubicBezTo>
                    <a:pt x="115419" y="224"/>
                    <a:pt x="115252" y="84"/>
                    <a:pt x="115112" y="0"/>
                  </a:cubicBezTo>
                  <a:close/>
                </a:path>
              </a:pathLst>
            </a:custGeom>
            <a:solidFill>
              <a:srgbClr val="8DE2D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0" name="Google Shape;870;p41"/>
            <p:cNvSpPr/>
            <p:nvPr/>
          </p:nvSpPr>
          <p:spPr>
            <a:xfrm>
              <a:off x="3700125" y="2911200"/>
              <a:ext cx="2317050" cy="2174400"/>
            </a:xfrm>
            <a:custGeom>
              <a:rect b="b" l="l" r="r" t="t"/>
              <a:pathLst>
                <a:path extrusionOk="0" h="86976" w="92682">
                  <a:moveTo>
                    <a:pt x="61246" y="27942"/>
                  </a:moveTo>
                  <a:cubicBezTo>
                    <a:pt x="62954" y="27942"/>
                    <a:pt x="64509" y="28984"/>
                    <a:pt x="65396" y="30508"/>
                  </a:cubicBezTo>
                  <a:cubicBezTo>
                    <a:pt x="66484" y="32349"/>
                    <a:pt x="66345" y="34693"/>
                    <a:pt x="64894" y="36534"/>
                  </a:cubicBezTo>
                  <a:cubicBezTo>
                    <a:pt x="61909" y="40328"/>
                    <a:pt x="58868" y="44067"/>
                    <a:pt x="55855" y="47833"/>
                  </a:cubicBezTo>
                  <a:cubicBezTo>
                    <a:pt x="53456" y="50818"/>
                    <a:pt x="51084" y="53832"/>
                    <a:pt x="48657" y="56789"/>
                  </a:cubicBezTo>
                  <a:cubicBezTo>
                    <a:pt x="47399" y="58321"/>
                    <a:pt x="45954" y="59098"/>
                    <a:pt x="44425" y="59098"/>
                  </a:cubicBezTo>
                  <a:cubicBezTo>
                    <a:pt x="43310" y="59098"/>
                    <a:pt x="42150" y="58685"/>
                    <a:pt x="40985" y="57849"/>
                  </a:cubicBezTo>
                  <a:cubicBezTo>
                    <a:pt x="36995" y="55031"/>
                    <a:pt x="33061" y="52158"/>
                    <a:pt x="29128" y="49284"/>
                  </a:cubicBezTo>
                  <a:cubicBezTo>
                    <a:pt x="26561" y="47359"/>
                    <a:pt x="26003" y="44151"/>
                    <a:pt x="27760" y="41751"/>
                  </a:cubicBezTo>
                  <a:cubicBezTo>
                    <a:pt x="28774" y="40394"/>
                    <a:pt x="30277" y="39679"/>
                    <a:pt x="31864" y="39679"/>
                  </a:cubicBezTo>
                  <a:cubicBezTo>
                    <a:pt x="32984" y="39679"/>
                    <a:pt x="34147" y="40036"/>
                    <a:pt x="35210" y="40775"/>
                  </a:cubicBezTo>
                  <a:cubicBezTo>
                    <a:pt x="37916" y="42672"/>
                    <a:pt x="40566" y="44653"/>
                    <a:pt x="43384" y="46661"/>
                  </a:cubicBezTo>
                  <a:cubicBezTo>
                    <a:pt x="47848" y="41110"/>
                    <a:pt x="52116" y="35669"/>
                    <a:pt x="56552" y="30368"/>
                  </a:cubicBezTo>
                  <a:cubicBezTo>
                    <a:pt x="57417" y="29336"/>
                    <a:pt x="58784" y="28471"/>
                    <a:pt x="60068" y="28109"/>
                  </a:cubicBezTo>
                  <a:cubicBezTo>
                    <a:pt x="60464" y="27995"/>
                    <a:pt x="60859" y="27942"/>
                    <a:pt x="61246" y="27942"/>
                  </a:cubicBezTo>
                  <a:close/>
                  <a:moveTo>
                    <a:pt x="46519" y="1"/>
                  </a:moveTo>
                  <a:cubicBezTo>
                    <a:pt x="43400" y="1"/>
                    <a:pt x="40238" y="348"/>
                    <a:pt x="37079" y="1074"/>
                  </a:cubicBezTo>
                  <a:cubicBezTo>
                    <a:pt x="14508" y="6264"/>
                    <a:pt x="1" y="27104"/>
                    <a:pt x="3600" y="50149"/>
                  </a:cubicBezTo>
                  <a:cubicBezTo>
                    <a:pt x="6250" y="67111"/>
                    <a:pt x="16210" y="78634"/>
                    <a:pt x="32336" y="84548"/>
                  </a:cubicBezTo>
                  <a:cubicBezTo>
                    <a:pt x="35628" y="85748"/>
                    <a:pt x="39199" y="86194"/>
                    <a:pt x="42631" y="86976"/>
                  </a:cubicBezTo>
                  <a:lnTo>
                    <a:pt x="50275" y="86976"/>
                  </a:lnTo>
                  <a:cubicBezTo>
                    <a:pt x="51084" y="86836"/>
                    <a:pt x="51865" y="86669"/>
                    <a:pt x="52646" y="86557"/>
                  </a:cubicBezTo>
                  <a:cubicBezTo>
                    <a:pt x="76500" y="82958"/>
                    <a:pt x="92682" y="61225"/>
                    <a:pt x="89417" y="37259"/>
                  </a:cubicBezTo>
                  <a:cubicBezTo>
                    <a:pt x="86455" y="15671"/>
                    <a:pt x="67470" y="1"/>
                    <a:pt x="46519" y="1"/>
                  </a:cubicBezTo>
                  <a:close/>
                </a:path>
              </a:pathLst>
            </a:custGeom>
            <a:solidFill>
              <a:srgbClr val="8DE2D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71" name="Google Shape;871;p41"/>
          <p:cNvSpPr txBox="1"/>
          <p:nvPr/>
        </p:nvSpPr>
        <p:spPr>
          <a:xfrm>
            <a:off x="758075" y="533085"/>
            <a:ext cx="5441100" cy="280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s" sz="1600" u="none" cap="none" strike="noStrike">
                <a:solidFill>
                  <a:srgbClr val="123546"/>
                </a:solidFill>
                <a:latin typeface="Archivo"/>
                <a:ea typeface="Archivo"/>
                <a:cs typeface="Archivo"/>
                <a:sym typeface="Archivo"/>
              </a:rPr>
              <a:t>{{camp_titulo}}</a:t>
            </a:r>
            <a:endParaRPr b="0" i="0" sz="1600" u="none" cap="none" strike="noStrike">
              <a:solidFill>
                <a:srgbClr val="123546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123546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872" name="Google Shape;872;p41"/>
          <p:cNvSpPr/>
          <p:nvPr/>
        </p:nvSpPr>
        <p:spPr>
          <a:xfrm>
            <a:off x="899261" y="1983417"/>
            <a:ext cx="1518000" cy="1403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2150">
            <a:solidFill>
              <a:srgbClr val="15324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61925" lIns="61925" spcFirstLastPara="1" rIns="61925" wrap="square" tIns="619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49"/>
              <a:buFont typeface="Arial"/>
              <a:buNone/>
            </a:pPr>
            <a:r>
              <a:t/>
            </a:r>
            <a:endParaRPr b="0" i="0" sz="949" u="none" cap="none" strike="noStrike">
              <a:solidFill>
                <a:srgbClr val="000000"/>
              </a:solidFill>
              <a:highlight>
                <a:srgbClr val="153245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3" name="Google Shape;873;p41"/>
          <p:cNvSpPr txBox="1"/>
          <p:nvPr/>
        </p:nvSpPr>
        <p:spPr>
          <a:xfrm>
            <a:off x="899376" y="2427039"/>
            <a:ext cx="1518000" cy="56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0950" lIns="70950" spcFirstLastPara="1" rIns="70950" wrap="square" tIns="21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8"/>
              <a:buFont typeface="Arial"/>
              <a:buNone/>
            </a:pPr>
            <a:r>
              <a:rPr b="0" baseline="30000" i="0" lang="es" sz="2708" u="none" cap="none" strike="noStrike">
                <a:solidFill>
                  <a:srgbClr val="163243"/>
                </a:solidFill>
                <a:latin typeface="Archivo Black"/>
                <a:ea typeface="Archivo Black"/>
                <a:cs typeface="Archivo Black"/>
                <a:sym typeface="Archivo Black"/>
              </a:rPr>
              <a:t>{{camp_entregados}}</a:t>
            </a:r>
            <a:endParaRPr b="0" baseline="30000" i="0" sz="2708" u="none" cap="none" strike="noStrike">
              <a:solidFill>
                <a:srgbClr val="163243"/>
              </a:solidFill>
              <a:latin typeface="Archivo Black"/>
              <a:ea typeface="Archivo Black"/>
              <a:cs typeface="Archivo Black"/>
              <a:sym typeface="Archivo Black"/>
            </a:endParaRPr>
          </a:p>
        </p:txBody>
      </p:sp>
      <p:sp>
        <p:nvSpPr>
          <p:cNvPr id="874" name="Google Shape;874;p41"/>
          <p:cNvSpPr/>
          <p:nvPr/>
        </p:nvSpPr>
        <p:spPr>
          <a:xfrm>
            <a:off x="2550179" y="1972820"/>
            <a:ext cx="1518000" cy="1403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2150">
            <a:solidFill>
              <a:srgbClr val="15324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61925" lIns="61925" spcFirstLastPara="1" rIns="61925" wrap="square" tIns="619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49"/>
              <a:buFont typeface="Arial"/>
              <a:buNone/>
            </a:pPr>
            <a:r>
              <a:t/>
            </a:r>
            <a:endParaRPr b="0" i="0" sz="949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5" name="Google Shape;875;p41"/>
          <p:cNvSpPr/>
          <p:nvPr/>
        </p:nvSpPr>
        <p:spPr>
          <a:xfrm>
            <a:off x="879074" y="2962190"/>
            <a:ext cx="1547700" cy="261300"/>
          </a:xfrm>
          <a:prstGeom prst="rect">
            <a:avLst/>
          </a:prstGeom>
          <a:solidFill>
            <a:srgbClr val="153244"/>
          </a:solidFill>
          <a:ln cap="flat" cmpd="sng" w="16675">
            <a:solidFill>
              <a:srgbClr val="1532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0950" lIns="70950" spcFirstLastPara="1" rIns="70950" wrap="square" tIns="709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2"/>
              <a:buFont typeface="Arial"/>
              <a:buNone/>
            </a:pPr>
            <a:r>
              <a:rPr b="1" i="0" lang="es" sz="923" u="none" cap="none" strike="noStrike">
                <a:solidFill>
                  <a:srgbClr val="FFFFFF"/>
                </a:solidFill>
                <a:latin typeface="Archivo"/>
                <a:ea typeface="Archivo"/>
                <a:cs typeface="Archivo"/>
                <a:sym typeface="Archivo"/>
              </a:rPr>
              <a:t>Entregados</a:t>
            </a:r>
            <a:endParaRPr b="0" i="0" sz="923" u="none" cap="none" strike="noStrike">
              <a:solidFill>
                <a:srgbClr val="FFFFFF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876" name="Google Shape;876;p41"/>
          <p:cNvSpPr/>
          <p:nvPr/>
        </p:nvSpPr>
        <p:spPr>
          <a:xfrm>
            <a:off x="2538462" y="2951630"/>
            <a:ext cx="1547700" cy="261300"/>
          </a:xfrm>
          <a:prstGeom prst="rect">
            <a:avLst/>
          </a:prstGeom>
          <a:solidFill>
            <a:srgbClr val="153244"/>
          </a:solidFill>
          <a:ln cap="flat" cmpd="sng" w="16675">
            <a:solidFill>
              <a:srgbClr val="1532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0950" lIns="70950" spcFirstLastPara="1" rIns="70950" wrap="square" tIns="709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49"/>
              <a:buFont typeface="Arial"/>
              <a:buNone/>
            </a:pPr>
            <a:r>
              <a:rPr b="1" i="0" lang="es" sz="923" u="none" cap="none" strike="noStrike">
                <a:solidFill>
                  <a:srgbClr val="FFFFFF"/>
                </a:solidFill>
                <a:latin typeface="Archivo"/>
                <a:ea typeface="Archivo"/>
                <a:cs typeface="Archivo"/>
                <a:sym typeface="Archivo"/>
              </a:rPr>
              <a:t>Aperturas</a:t>
            </a:r>
            <a:endParaRPr b="1" i="0" sz="923" u="none" cap="none" strike="noStrike">
              <a:solidFill>
                <a:srgbClr val="FFFFFF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grpSp>
        <p:nvGrpSpPr>
          <p:cNvPr id="877" name="Google Shape;877;p41"/>
          <p:cNvGrpSpPr/>
          <p:nvPr/>
        </p:nvGrpSpPr>
        <p:grpSpPr>
          <a:xfrm>
            <a:off x="1464964" y="2082186"/>
            <a:ext cx="315350" cy="246069"/>
            <a:chOff x="11542348" y="3083222"/>
            <a:chExt cx="361681" cy="274876"/>
          </a:xfrm>
        </p:grpSpPr>
        <p:sp>
          <p:nvSpPr>
            <p:cNvPr id="878" name="Google Shape;878;p41"/>
            <p:cNvSpPr/>
            <p:nvPr/>
          </p:nvSpPr>
          <p:spPr>
            <a:xfrm>
              <a:off x="11545963" y="3083222"/>
              <a:ext cx="354449" cy="169989"/>
            </a:xfrm>
            <a:custGeom>
              <a:rect b="b" l="l" r="r" t="t"/>
              <a:pathLst>
                <a:path extrusionOk="0" h="298" w="635">
                  <a:moveTo>
                    <a:pt x="298" y="290"/>
                  </a:moveTo>
                  <a:cubicBezTo>
                    <a:pt x="304" y="295"/>
                    <a:pt x="311" y="298"/>
                    <a:pt x="318" y="298"/>
                  </a:cubicBezTo>
                  <a:cubicBezTo>
                    <a:pt x="325" y="298"/>
                    <a:pt x="331" y="295"/>
                    <a:pt x="337" y="290"/>
                  </a:cubicBezTo>
                  <a:cubicBezTo>
                    <a:pt x="383" y="248"/>
                    <a:pt x="540" y="115"/>
                    <a:pt x="629" y="40"/>
                  </a:cubicBezTo>
                  <a:cubicBezTo>
                    <a:pt x="635" y="35"/>
                    <a:pt x="635" y="27"/>
                    <a:pt x="631" y="21"/>
                  </a:cubicBezTo>
                  <a:cubicBezTo>
                    <a:pt x="620" y="8"/>
                    <a:pt x="605" y="0"/>
                    <a:pt x="588" y="0"/>
                  </a:cubicBezTo>
                  <a:lnTo>
                    <a:pt x="47" y="0"/>
                  </a:lnTo>
                  <a:cubicBezTo>
                    <a:pt x="30" y="0"/>
                    <a:pt x="15" y="8"/>
                    <a:pt x="4" y="21"/>
                  </a:cubicBezTo>
                  <a:cubicBezTo>
                    <a:pt x="0" y="27"/>
                    <a:pt x="1" y="35"/>
                    <a:pt x="6" y="40"/>
                  </a:cubicBezTo>
                  <a:cubicBezTo>
                    <a:pt x="96" y="115"/>
                    <a:pt x="252" y="248"/>
                    <a:pt x="298" y="290"/>
                  </a:cubicBezTo>
                </a:path>
              </a:pathLst>
            </a:custGeom>
            <a:solidFill>
              <a:srgbClr val="163243"/>
            </a:solidFill>
            <a:ln>
              <a:noFill/>
            </a:ln>
          </p:spPr>
          <p:txBody>
            <a:bodyPr anchorCtr="0" anchor="t" bIns="13500" lIns="27025" spcFirstLastPara="1" rIns="27025" wrap="square" tIns="135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73"/>
                <a:buFont typeface="Arial"/>
                <a:buNone/>
              </a:pPr>
              <a:r>
                <a:t/>
              </a:r>
              <a:endParaRPr b="0" i="0" sz="473" u="none" cap="none" strike="noStrike">
                <a:solidFill>
                  <a:srgbClr val="000000"/>
                </a:solidFill>
                <a:latin typeface="Nunito Medium"/>
                <a:ea typeface="Nunito Medium"/>
                <a:cs typeface="Nunito Medium"/>
                <a:sym typeface="Nunito Medium"/>
              </a:endParaRPr>
            </a:p>
          </p:txBody>
        </p:sp>
        <p:sp>
          <p:nvSpPr>
            <p:cNvPr id="879" name="Google Shape;879;p41"/>
            <p:cNvSpPr/>
            <p:nvPr/>
          </p:nvSpPr>
          <p:spPr>
            <a:xfrm>
              <a:off x="11542348" y="3159174"/>
              <a:ext cx="361681" cy="198924"/>
            </a:xfrm>
            <a:custGeom>
              <a:rect b="b" l="l" r="r" t="t"/>
              <a:pathLst>
                <a:path extrusionOk="0" h="358" w="650">
                  <a:moveTo>
                    <a:pt x="642" y="3"/>
                  </a:moveTo>
                  <a:cubicBezTo>
                    <a:pt x="637" y="0"/>
                    <a:pt x="631" y="1"/>
                    <a:pt x="627" y="5"/>
                  </a:cubicBezTo>
                  <a:cubicBezTo>
                    <a:pt x="528" y="88"/>
                    <a:pt x="402" y="196"/>
                    <a:pt x="362" y="232"/>
                  </a:cubicBezTo>
                  <a:cubicBezTo>
                    <a:pt x="340" y="252"/>
                    <a:pt x="309" y="252"/>
                    <a:pt x="287" y="232"/>
                  </a:cubicBezTo>
                  <a:cubicBezTo>
                    <a:pt x="245" y="194"/>
                    <a:pt x="103" y="73"/>
                    <a:pt x="22" y="5"/>
                  </a:cubicBezTo>
                  <a:cubicBezTo>
                    <a:pt x="18" y="1"/>
                    <a:pt x="12" y="1"/>
                    <a:pt x="8" y="3"/>
                  </a:cubicBezTo>
                  <a:cubicBezTo>
                    <a:pt x="3" y="5"/>
                    <a:pt x="0" y="10"/>
                    <a:pt x="0" y="15"/>
                  </a:cubicBezTo>
                  <a:lnTo>
                    <a:pt x="0" y="304"/>
                  </a:lnTo>
                  <a:cubicBezTo>
                    <a:pt x="0" y="334"/>
                    <a:pt x="24" y="358"/>
                    <a:pt x="54" y="358"/>
                  </a:cubicBezTo>
                  <a:lnTo>
                    <a:pt x="595" y="358"/>
                  </a:lnTo>
                  <a:cubicBezTo>
                    <a:pt x="625" y="358"/>
                    <a:pt x="650" y="334"/>
                    <a:pt x="650" y="304"/>
                  </a:cubicBezTo>
                  <a:lnTo>
                    <a:pt x="650" y="15"/>
                  </a:lnTo>
                  <a:cubicBezTo>
                    <a:pt x="650" y="10"/>
                    <a:pt x="646" y="5"/>
                    <a:pt x="642" y="3"/>
                  </a:cubicBezTo>
                </a:path>
              </a:pathLst>
            </a:custGeom>
            <a:solidFill>
              <a:srgbClr val="163243"/>
            </a:solidFill>
            <a:ln>
              <a:noFill/>
            </a:ln>
          </p:spPr>
          <p:txBody>
            <a:bodyPr anchorCtr="0" anchor="t" bIns="13500" lIns="27025" spcFirstLastPara="1" rIns="27025" wrap="square" tIns="135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73"/>
                <a:buFont typeface="Arial"/>
                <a:buNone/>
              </a:pPr>
              <a:r>
                <a:t/>
              </a:r>
              <a:endParaRPr b="0" i="0" sz="473" u="none" cap="none" strike="noStrike">
                <a:solidFill>
                  <a:srgbClr val="000000"/>
                </a:solidFill>
                <a:latin typeface="Nunito Medium"/>
                <a:ea typeface="Nunito Medium"/>
                <a:cs typeface="Nunito Medium"/>
                <a:sym typeface="Nunito Medium"/>
              </a:endParaRPr>
            </a:p>
          </p:txBody>
        </p:sp>
      </p:grpSp>
      <p:sp>
        <p:nvSpPr>
          <p:cNvPr id="880" name="Google Shape;880;p41"/>
          <p:cNvSpPr/>
          <p:nvPr/>
        </p:nvSpPr>
        <p:spPr>
          <a:xfrm>
            <a:off x="3163004" y="2048532"/>
            <a:ext cx="280801" cy="313372"/>
          </a:xfrm>
          <a:custGeom>
            <a:rect b="b" l="l" r="r" t="t"/>
            <a:pathLst>
              <a:path extrusionOk="0" h="76200" w="76201">
                <a:moveTo>
                  <a:pt x="38079" y="3539"/>
                </a:moveTo>
                <a:cubicBezTo>
                  <a:pt x="38841" y="3539"/>
                  <a:pt x="39604" y="3796"/>
                  <a:pt x="40267" y="4298"/>
                </a:cubicBezTo>
                <a:cubicBezTo>
                  <a:pt x="41232" y="5024"/>
                  <a:pt x="42160" y="5810"/>
                  <a:pt x="43101" y="6572"/>
                </a:cubicBezTo>
                <a:cubicBezTo>
                  <a:pt x="43184" y="6632"/>
                  <a:pt x="43280" y="6668"/>
                  <a:pt x="43291" y="6858"/>
                </a:cubicBezTo>
                <a:lnTo>
                  <a:pt x="32731" y="6858"/>
                </a:lnTo>
                <a:cubicBezTo>
                  <a:pt x="33933" y="5894"/>
                  <a:pt x="34957" y="5001"/>
                  <a:pt x="36052" y="4203"/>
                </a:cubicBezTo>
                <a:cubicBezTo>
                  <a:pt x="36675" y="3758"/>
                  <a:pt x="37377" y="3539"/>
                  <a:pt x="38079" y="3539"/>
                </a:cubicBezTo>
                <a:close/>
                <a:moveTo>
                  <a:pt x="52971" y="17300"/>
                </a:moveTo>
                <a:cubicBezTo>
                  <a:pt x="54519" y="17300"/>
                  <a:pt x="55352" y="17919"/>
                  <a:pt x="55352" y="19050"/>
                </a:cubicBezTo>
                <a:cubicBezTo>
                  <a:pt x="55341" y="20169"/>
                  <a:pt x="54507" y="20788"/>
                  <a:pt x="52971" y="20788"/>
                </a:cubicBezTo>
                <a:lnTo>
                  <a:pt x="23206" y="20788"/>
                </a:lnTo>
                <a:cubicBezTo>
                  <a:pt x="22860" y="20788"/>
                  <a:pt x="22515" y="20753"/>
                  <a:pt x="22170" y="20693"/>
                </a:cubicBezTo>
                <a:cubicBezTo>
                  <a:pt x="21360" y="20538"/>
                  <a:pt x="20824" y="19883"/>
                  <a:pt x="20812" y="19074"/>
                </a:cubicBezTo>
                <a:cubicBezTo>
                  <a:pt x="20801" y="18228"/>
                  <a:pt x="21336" y="17550"/>
                  <a:pt x="22182" y="17395"/>
                </a:cubicBezTo>
                <a:cubicBezTo>
                  <a:pt x="22527" y="17335"/>
                  <a:pt x="22872" y="17312"/>
                  <a:pt x="23217" y="17312"/>
                </a:cubicBezTo>
                <a:cubicBezTo>
                  <a:pt x="28182" y="17300"/>
                  <a:pt x="33135" y="17300"/>
                  <a:pt x="38100" y="17300"/>
                </a:cubicBezTo>
                <a:close/>
                <a:moveTo>
                  <a:pt x="23063" y="27694"/>
                </a:moveTo>
                <a:cubicBezTo>
                  <a:pt x="33088" y="27694"/>
                  <a:pt x="43101" y="27694"/>
                  <a:pt x="53126" y="27706"/>
                </a:cubicBezTo>
                <a:cubicBezTo>
                  <a:pt x="53459" y="27706"/>
                  <a:pt x="53817" y="27742"/>
                  <a:pt x="54150" y="27825"/>
                </a:cubicBezTo>
                <a:cubicBezTo>
                  <a:pt x="54876" y="28015"/>
                  <a:pt x="55388" y="28777"/>
                  <a:pt x="55352" y="29516"/>
                </a:cubicBezTo>
                <a:cubicBezTo>
                  <a:pt x="55305" y="30278"/>
                  <a:pt x="54757" y="30956"/>
                  <a:pt x="54007" y="31087"/>
                </a:cubicBezTo>
                <a:cubicBezTo>
                  <a:pt x="53650" y="31159"/>
                  <a:pt x="53269" y="31159"/>
                  <a:pt x="52900" y="31159"/>
                </a:cubicBezTo>
                <a:cubicBezTo>
                  <a:pt x="47959" y="31171"/>
                  <a:pt x="43029" y="31171"/>
                  <a:pt x="38088" y="31171"/>
                </a:cubicBezTo>
                <a:cubicBezTo>
                  <a:pt x="33135" y="31171"/>
                  <a:pt x="28170" y="31171"/>
                  <a:pt x="23217" y="31159"/>
                </a:cubicBezTo>
                <a:cubicBezTo>
                  <a:pt x="22896" y="31159"/>
                  <a:pt x="22563" y="31159"/>
                  <a:pt x="22253" y="31111"/>
                </a:cubicBezTo>
                <a:cubicBezTo>
                  <a:pt x="21396" y="30968"/>
                  <a:pt x="20824" y="30313"/>
                  <a:pt x="20812" y="29468"/>
                </a:cubicBezTo>
                <a:cubicBezTo>
                  <a:pt x="20801" y="28646"/>
                  <a:pt x="21301" y="27992"/>
                  <a:pt x="22110" y="27801"/>
                </a:cubicBezTo>
                <a:cubicBezTo>
                  <a:pt x="22420" y="27730"/>
                  <a:pt x="22741" y="27694"/>
                  <a:pt x="23063" y="27694"/>
                </a:cubicBezTo>
                <a:close/>
                <a:moveTo>
                  <a:pt x="42549" y="38085"/>
                </a:moveTo>
                <a:cubicBezTo>
                  <a:pt x="43342" y="38085"/>
                  <a:pt x="44137" y="38088"/>
                  <a:pt x="44934" y="38100"/>
                </a:cubicBezTo>
                <a:cubicBezTo>
                  <a:pt x="45911" y="38124"/>
                  <a:pt x="46589" y="38719"/>
                  <a:pt x="46720" y="39576"/>
                </a:cubicBezTo>
                <a:cubicBezTo>
                  <a:pt x="46839" y="40350"/>
                  <a:pt x="46399" y="41148"/>
                  <a:pt x="45649" y="41410"/>
                </a:cubicBezTo>
                <a:cubicBezTo>
                  <a:pt x="45304" y="41517"/>
                  <a:pt x="44911" y="41541"/>
                  <a:pt x="44542" y="41541"/>
                </a:cubicBezTo>
                <a:cubicBezTo>
                  <a:pt x="43823" y="41545"/>
                  <a:pt x="43105" y="41546"/>
                  <a:pt x="42387" y="41546"/>
                </a:cubicBezTo>
                <a:cubicBezTo>
                  <a:pt x="40950" y="41546"/>
                  <a:pt x="39513" y="41541"/>
                  <a:pt x="38076" y="41541"/>
                </a:cubicBezTo>
                <a:cubicBezTo>
                  <a:pt x="36552" y="41541"/>
                  <a:pt x="35034" y="41551"/>
                  <a:pt x="33513" y="41551"/>
                </a:cubicBezTo>
                <a:cubicBezTo>
                  <a:pt x="32753" y="41551"/>
                  <a:pt x="31992" y="41549"/>
                  <a:pt x="31230" y="41541"/>
                </a:cubicBezTo>
                <a:cubicBezTo>
                  <a:pt x="29849" y="41517"/>
                  <a:pt x="29028" y="40398"/>
                  <a:pt x="29468" y="39207"/>
                </a:cubicBezTo>
                <a:cubicBezTo>
                  <a:pt x="29742" y="38481"/>
                  <a:pt x="30397" y="38100"/>
                  <a:pt x="31397" y="38100"/>
                </a:cubicBezTo>
                <a:cubicBezTo>
                  <a:pt x="34326" y="38088"/>
                  <a:pt x="37243" y="38088"/>
                  <a:pt x="40172" y="38088"/>
                </a:cubicBezTo>
                <a:cubicBezTo>
                  <a:pt x="40964" y="38088"/>
                  <a:pt x="41756" y="38085"/>
                  <a:pt x="42549" y="38085"/>
                </a:cubicBezTo>
                <a:close/>
                <a:moveTo>
                  <a:pt x="65770" y="24705"/>
                </a:moveTo>
                <a:cubicBezTo>
                  <a:pt x="67783" y="26301"/>
                  <a:pt x="69676" y="27813"/>
                  <a:pt x="71652" y="29385"/>
                </a:cubicBezTo>
                <a:cubicBezTo>
                  <a:pt x="71366" y="29623"/>
                  <a:pt x="71128" y="29813"/>
                  <a:pt x="70890" y="30004"/>
                </a:cubicBezTo>
                <a:cubicBezTo>
                  <a:pt x="61615" y="37397"/>
                  <a:pt x="52352" y="44779"/>
                  <a:pt x="43089" y="52161"/>
                </a:cubicBezTo>
                <a:cubicBezTo>
                  <a:pt x="42160" y="52911"/>
                  <a:pt x="41291" y="53721"/>
                  <a:pt x="40362" y="54471"/>
                </a:cubicBezTo>
                <a:cubicBezTo>
                  <a:pt x="39617" y="55084"/>
                  <a:pt x="38844" y="55391"/>
                  <a:pt x="38072" y="55391"/>
                </a:cubicBezTo>
                <a:cubicBezTo>
                  <a:pt x="37314" y="55391"/>
                  <a:pt x="36557" y="55096"/>
                  <a:pt x="35826" y="54507"/>
                </a:cubicBezTo>
                <a:cubicBezTo>
                  <a:pt x="25503" y="46232"/>
                  <a:pt x="15181" y="37945"/>
                  <a:pt x="4858" y="29647"/>
                </a:cubicBezTo>
                <a:cubicBezTo>
                  <a:pt x="4787" y="29587"/>
                  <a:pt x="4715" y="29516"/>
                  <a:pt x="4560" y="29385"/>
                </a:cubicBezTo>
                <a:cubicBezTo>
                  <a:pt x="6442" y="27873"/>
                  <a:pt x="8311" y="26396"/>
                  <a:pt x="10335" y="24777"/>
                </a:cubicBezTo>
                <a:lnTo>
                  <a:pt x="10335" y="24777"/>
                </a:lnTo>
                <a:cubicBezTo>
                  <a:pt x="10335" y="26075"/>
                  <a:pt x="10359" y="27170"/>
                  <a:pt x="10323" y="28254"/>
                </a:cubicBezTo>
                <a:cubicBezTo>
                  <a:pt x="10299" y="29146"/>
                  <a:pt x="10633" y="29789"/>
                  <a:pt x="11335" y="30361"/>
                </a:cubicBezTo>
                <a:cubicBezTo>
                  <a:pt x="19800" y="37124"/>
                  <a:pt x="28230" y="43922"/>
                  <a:pt x="36683" y="50709"/>
                </a:cubicBezTo>
                <a:cubicBezTo>
                  <a:pt x="37194" y="51124"/>
                  <a:pt x="37627" y="51332"/>
                  <a:pt x="38063" y="51332"/>
                </a:cubicBezTo>
                <a:cubicBezTo>
                  <a:pt x="38502" y="51332"/>
                  <a:pt x="38944" y="51121"/>
                  <a:pt x="39470" y="50697"/>
                </a:cubicBezTo>
                <a:cubicBezTo>
                  <a:pt x="47899" y="43934"/>
                  <a:pt x="56329" y="37171"/>
                  <a:pt x="64770" y="30420"/>
                </a:cubicBezTo>
                <a:cubicBezTo>
                  <a:pt x="65461" y="29861"/>
                  <a:pt x="65806" y="29218"/>
                  <a:pt x="65770" y="28313"/>
                </a:cubicBezTo>
                <a:cubicBezTo>
                  <a:pt x="65735" y="27170"/>
                  <a:pt x="65770" y="26039"/>
                  <a:pt x="65770" y="24705"/>
                </a:cubicBezTo>
                <a:close/>
                <a:moveTo>
                  <a:pt x="37207" y="0"/>
                </a:moveTo>
                <a:cubicBezTo>
                  <a:pt x="35267" y="381"/>
                  <a:pt x="33755" y="1524"/>
                  <a:pt x="32290" y="2750"/>
                </a:cubicBezTo>
                <a:cubicBezTo>
                  <a:pt x="30766" y="4024"/>
                  <a:pt x="29230" y="5263"/>
                  <a:pt x="27659" y="6477"/>
                </a:cubicBezTo>
                <a:cubicBezTo>
                  <a:pt x="27337" y="6727"/>
                  <a:pt x="26873" y="6906"/>
                  <a:pt x="26468" y="6906"/>
                </a:cubicBezTo>
                <a:cubicBezTo>
                  <a:pt x="24725" y="6927"/>
                  <a:pt x="22986" y="6931"/>
                  <a:pt x="21246" y="6931"/>
                </a:cubicBezTo>
                <a:cubicBezTo>
                  <a:pt x="20087" y="6931"/>
                  <a:pt x="18926" y="6929"/>
                  <a:pt x="17764" y="6929"/>
                </a:cubicBezTo>
                <a:cubicBezTo>
                  <a:pt x="14788" y="6929"/>
                  <a:pt x="12442" y="8108"/>
                  <a:pt x="11145" y="10847"/>
                </a:cubicBezTo>
                <a:cubicBezTo>
                  <a:pt x="10680" y="11835"/>
                  <a:pt x="10502" y="13025"/>
                  <a:pt x="10430" y="14133"/>
                </a:cubicBezTo>
                <a:cubicBezTo>
                  <a:pt x="10323" y="15966"/>
                  <a:pt x="10383" y="17800"/>
                  <a:pt x="10406" y="19633"/>
                </a:cubicBezTo>
                <a:cubicBezTo>
                  <a:pt x="10418" y="20122"/>
                  <a:pt x="10287" y="20443"/>
                  <a:pt x="9882" y="20753"/>
                </a:cubicBezTo>
                <a:cubicBezTo>
                  <a:pt x="7037" y="22979"/>
                  <a:pt x="4191" y="25229"/>
                  <a:pt x="1381" y="27503"/>
                </a:cubicBezTo>
                <a:cubicBezTo>
                  <a:pt x="858" y="27920"/>
                  <a:pt x="453" y="28504"/>
                  <a:pt x="0" y="29016"/>
                </a:cubicBezTo>
                <a:lnTo>
                  <a:pt x="0" y="69949"/>
                </a:lnTo>
                <a:cubicBezTo>
                  <a:pt x="262" y="71283"/>
                  <a:pt x="679" y="72545"/>
                  <a:pt x="1572" y="73628"/>
                </a:cubicBezTo>
                <a:cubicBezTo>
                  <a:pt x="2715" y="74985"/>
                  <a:pt x="4144" y="75831"/>
                  <a:pt x="5906" y="76093"/>
                </a:cubicBezTo>
                <a:cubicBezTo>
                  <a:pt x="6025" y="76105"/>
                  <a:pt x="6132" y="76164"/>
                  <a:pt x="6251" y="76200"/>
                </a:cubicBezTo>
                <a:lnTo>
                  <a:pt x="70092" y="76200"/>
                </a:lnTo>
                <a:cubicBezTo>
                  <a:pt x="71343" y="75878"/>
                  <a:pt x="72557" y="75521"/>
                  <a:pt x="73569" y="74676"/>
                </a:cubicBezTo>
                <a:cubicBezTo>
                  <a:pt x="74950" y="73533"/>
                  <a:pt x="75795" y="72116"/>
                  <a:pt x="76081" y="70354"/>
                </a:cubicBezTo>
                <a:cubicBezTo>
                  <a:pt x="76105" y="70271"/>
                  <a:pt x="76165" y="70187"/>
                  <a:pt x="76200" y="70092"/>
                </a:cubicBezTo>
                <a:lnTo>
                  <a:pt x="76200" y="29016"/>
                </a:lnTo>
                <a:cubicBezTo>
                  <a:pt x="75748" y="28504"/>
                  <a:pt x="75343" y="27932"/>
                  <a:pt x="74819" y="27503"/>
                </a:cubicBezTo>
                <a:cubicBezTo>
                  <a:pt x="72069" y="25265"/>
                  <a:pt x="69295" y="23062"/>
                  <a:pt x="66497" y="20884"/>
                </a:cubicBezTo>
                <a:cubicBezTo>
                  <a:pt x="65961" y="20455"/>
                  <a:pt x="65735" y="20038"/>
                  <a:pt x="65747" y="19336"/>
                </a:cubicBezTo>
                <a:cubicBezTo>
                  <a:pt x="65759" y="17216"/>
                  <a:pt x="65782" y="15073"/>
                  <a:pt x="65628" y="12954"/>
                </a:cubicBezTo>
                <a:cubicBezTo>
                  <a:pt x="65425" y="9894"/>
                  <a:pt x="62627" y="7144"/>
                  <a:pt x="59567" y="7025"/>
                </a:cubicBezTo>
                <a:cubicBezTo>
                  <a:pt x="57720" y="6949"/>
                  <a:pt x="55869" y="6933"/>
                  <a:pt x="54016" y="6933"/>
                </a:cubicBezTo>
                <a:cubicBezTo>
                  <a:pt x="52668" y="6933"/>
                  <a:pt x="51319" y="6941"/>
                  <a:pt x="49971" y="6941"/>
                </a:cubicBezTo>
                <a:cubicBezTo>
                  <a:pt x="49340" y="6941"/>
                  <a:pt x="48852" y="6787"/>
                  <a:pt x="48363" y="6370"/>
                </a:cubicBezTo>
                <a:cubicBezTo>
                  <a:pt x="46625" y="4929"/>
                  <a:pt x="44839" y="3548"/>
                  <a:pt x="43113" y="2096"/>
                </a:cubicBezTo>
                <a:cubicBezTo>
                  <a:pt x="41851" y="1048"/>
                  <a:pt x="40470" y="298"/>
                  <a:pt x="38850" y="0"/>
                </a:cubicBezTo>
                <a:close/>
              </a:path>
            </a:pathLst>
          </a:custGeom>
          <a:solidFill>
            <a:srgbClr val="163243"/>
          </a:solidFill>
          <a:ln>
            <a:noFill/>
          </a:ln>
        </p:spPr>
        <p:txBody>
          <a:bodyPr anchorCtr="0" anchor="ctr" bIns="94225" lIns="94225" spcFirstLastPara="1" rIns="94225" wrap="square" tIns="942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3"/>
              <a:buFont typeface="Arial"/>
              <a:buNone/>
            </a:pPr>
            <a:r>
              <a:t/>
            </a:r>
            <a:endParaRPr b="0" i="0" sz="144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81" name="Google Shape;881;p41"/>
          <p:cNvCxnSpPr/>
          <p:nvPr/>
        </p:nvCxnSpPr>
        <p:spPr>
          <a:xfrm rot="10800000">
            <a:off x="4570665" y="967069"/>
            <a:ext cx="2700" cy="3516000"/>
          </a:xfrm>
          <a:prstGeom prst="straightConnector1">
            <a:avLst/>
          </a:prstGeom>
          <a:noFill/>
          <a:ln cap="flat" cmpd="sng" w="19050">
            <a:solidFill>
              <a:srgbClr val="153244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882" name="Google Shape;882;p41"/>
          <p:cNvSpPr/>
          <p:nvPr/>
        </p:nvSpPr>
        <p:spPr>
          <a:xfrm>
            <a:off x="4901363" y="1592713"/>
            <a:ext cx="1224600" cy="11325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7875">
            <a:solidFill>
              <a:srgbClr val="15324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9975" lIns="49975" spcFirstLastPara="1" rIns="49975" wrap="square" tIns="499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65"/>
              <a:buFont typeface="Arial"/>
              <a:buNone/>
            </a:pPr>
            <a:r>
              <a:t/>
            </a:r>
            <a:endParaRPr b="0" i="0" sz="765" u="none" cap="none" strike="noStrike">
              <a:solidFill>
                <a:srgbClr val="000000"/>
              </a:solidFill>
              <a:highlight>
                <a:srgbClr val="153245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3" name="Google Shape;883;p41"/>
          <p:cNvSpPr txBox="1"/>
          <p:nvPr/>
        </p:nvSpPr>
        <p:spPr>
          <a:xfrm>
            <a:off x="4901455" y="1950612"/>
            <a:ext cx="1224600" cy="45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7225" lIns="57225" spcFirstLastPara="1" rIns="57225" wrap="square" tIns="1296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84"/>
              <a:buFont typeface="Arial"/>
              <a:buNone/>
            </a:pPr>
            <a:r>
              <a:rPr b="0" baseline="30000" i="0" lang="es" sz="2184" u="none" cap="none" strike="noStrike">
                <a:solidFill>
                  <a:srgbClr val="153244"/>
                </a:solidFill>
                <a:latin typeface="Archivo Black"/>
                <a:ea typeface="Archivo Black"/>
                <a:cs typeface="Archivo Black"/>
                <a:sym typeface="Archivo Black"/>
              </a:rPr>
              <a:t>{{camp_alcance}}</a:t>
            </a:r>
            <a:endParaRPr b="0" baseline="30000" i="0" sz="2184" u="none" cap="none" strike="noStrike">
              <a:solidFill>
                <a:srgbClr val="153244"/>
              </a:solidFill>
              <a:latin typeface="Archivo Black"/>
              <a:ea typeface="Archivo Black"/>
              <a:cs typeface="Archivo Black"/>
              <a:sym typeface="Archivo Black"/>
            </a:endParaRPr>
          </a:p>
        </p:txBody>
      </p:sp>
      <p:sp>
        <p:nvSpPr>
          <p:cNvPr id="884" name="Google Shape;884;p41"/>
          <p:cNvSpPr/>
          <p:nvPr/>
        </p:nvSpPr>
        <p:spPr>
          <a:xfrm>
            <a:off x="6218955" y="1592684"/>
            <a:ext cx="1224600" cy="11325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7875">
            <a:solidFill>
              <a:srgbClr val="15324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9975" lIns="49975" spcFirstLastPara="1" rIns="49975" wrap="square" tIns="499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65"/>
              <a:buFont typeface="Arial"/>
              <a:buNone/>
            </a:pPr>
            <a:r>
              <a:t/>
            </a:r>
            <a:endParaRPr b="0" i="0" sz="76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5" name="Google Shape;885;p41"/>
          <p:cNvSpPr txBox="1"/>
          <p:nvPr/>
        </p:nvSpPr>
        <p:spPr>
          <a:xfrm>
            <a:off x="6214312" y="1950603"/>
            <a:ext cx="1224600" cy="41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7225" lIns="57225" spcFirstLastPara="1" rIns="57225" wrap="square" tIns="1296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70"/>
              <a:buFont typeface="Arial"/>
              <a:buNone/>
            </a:pPr>
            <a:r>
              <a:rPr b="0" baseline="30000" i="0" lang="es" sz="1971" u="none" cap="none" strike="noStrike">
                <a:solidFill>
                  <a:srgbClr val="153244"/>
                </a:solidFill>
                <a:latin typeface="Archivo Black"/>
                <a:ea typeface="Archivo Black"/>
                <a:cs typeface="Archivo Black"/>
                <a:sym typeface="Archivo Black"/>
              </a:rPr>
              <a:t>{{camp_impresiones}}</a:t>
            </a:r>
            <a:endParaRPr b="0" baseline="30000" i="0" sz="1971" u="none" cap="none" strike="noStrike">
              <a:solidFill>
                <a:srgbClr val="153244"/>
              </a:solidFill>
              <a:latin typeface="Archivo Black"/>
              <a:ea typeface="Archivo Black"/>
              <a:cs typeface="Archivo Black"/>
              <a:sym typeface="Archivo Black"/>
            </a:endParaRPr>
          </a:p>
        </p:txBody>
      </p:sp>
      <p:sp>
        <p:nvSpPr>
          <p:cNvPr id="886" name="Google Shape;886;p41"/>
          <p:cNvSpPr/>
          <p:nvPr/>
        </p:nvSpPr>
        <p:spPr>
          <a:xfrm>
            <a:off x="4885077" y="2382355"/>
            <a:ext cx="1248600" cy="210900"/>
          </a:xfrm>
          <a:prstGeom prst="rect">
            <a:avLst/>
          </a:prstGeom>
          <a:solidFill>
            <a:srgbClr val="153244"/>
          </a:solidFill>
          <a:ln cap="flat" cmpd="sng" w="13425">
            <a:solidFill>
              <a:srgbClr val="1532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7225" lIns="57225" spcFirstLastPara="1" rIns="57225" wrap="square" tIns="572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43"/>
              <a:buFont typeface="Arial"/>
              <a:buNone/>
            </a:pPr>
            <a:r>
              <a:rPr b="1" i="0" lang="es" sz="844" u="none" cap="none" strike="noStrike">
                <a:solidFill>
                  <a:srgbClr val="FFFFFF"/>
                </a:solidFill>
                <a:latin typeface="Archivo"/>
                <a:ea typeface="Archivo"/>
                <a:cs typeface="Archivo"/>
                <a:sym typeface="Archivo"/>
              </a:rPr>
              <a:t>Usuarios alcanzados</a:t>
            </a:r>
            <a:endParaRPr b="0" i="0" sz="844" u="none" cap="none" strike="noStrike">
              <a:solidFill>
                <a:srgbClr val="FFFFFF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887" name="Google Shape;887;p41"/>
          <p:cNvSpPr/>
          <p:nvPr/>
        </p:nvSpPr>
        <p:spPr>
          <a:xfrm>
            <a:off x="6209502" y="2382355"/>
            <a:ext cx="1248600" cy="210900"/>
          </a:xfrm>
          <a:prstGeom prst="rect">
            <a:avLst/>
          </a:prstGeom>
          <a:solidFill>
            <a:srgbClr val="153244"/>
          </a:solidFill>
          <a:ln cap="flat" cmpd="sng" w="13425">
            <a:solidFill>
              <a:srgbClr val="1532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7225" lIns="57225" spcFirstLastPara="1" rIns="57225" wrap="square" tIns="572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47"/>
              <a:buFont typeface="Arial"/>
              <a:buNone/>
            </a:pPr>
            <a:r>
              <a:rPr b="1" i="0" lang="es" sz="844" u="none" cap="none" strike="noStrike">
                <a:solidFill>
                  <a:srgbClr val="FFFFFF"/>
                </a:solidFill>
                <a:latin typeface="Archivo"/>
                <a:ea typeface="Archivo"/>
                <a:cs typeface="Archivo"/>
                <a:sym typeface="Archivo"/>
              </a:rPr>
              <a:t>Impresiones</a:t>
            </a:r>
            <a:endParaRPr b="1" i="0" sz="844" u="none" cap="none" strike="noStrike">
              <a:solidFill>
                <a:srgbClr val="FFFFFF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888" name="Google Shape;888;p41"/>
          <p:cNvSpPr/>
          <p:nvPr/>
        </p:nvSpPr>
        <p:spPr>
          <a:xfrm>
            <a:off x="7528139" y="1592728"/>
            <a:ext cx="1224600" cy="11325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7875">
            <a:solidFill>
              <a:srgbClr val="15324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9975" lIns="49975" spcFirstLastPara="1" rIns="49975" wrap="square" tIns="499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65"/>
              <a:buFont typeface="Arial"/>
              <a:buNone/>
            </a:pPr>
            <a:r>
              <a:t/>
            </a:r>
            <a:endParaRPr b="0" i="0" sz="765" u="none" cap="none" strike="noStrike">
              <a:solidFill>
                <a:srgbClr val="000000"/>
              </a:solidFill>
              <a:highlight>
                <a:srgbClr val="153245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9" name="Google Shape;889;p41"/>
          <p:cNvSpPr txBox="1"/>
          <p:nvPr/>
        </p:nvSpPr>
        <p:spPr>
          <a:xfrm>
            <a:off x="7517470" y="1950612"/>
            <a:ext cx="1224600" cy="41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7225" lIns="57225" spcFirstLastPara="1" rIns="57225" wrap="square" tIns="1296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64"/>
              <a:buFont typeface="Arial"/>
              <a:buNone/>
            </a:pPr>
            <a:r>
              <a:rPr b="0" baseline="30000" i="0" lang="es" sz="1964" u="none" cap="none" strike="noStrike">
                <a:solidFill>
                  <a:srgbClr val="153244"/>
                </a:solidFill>
                <a:latin typeface="Archivo Black"/>
                <a:ea typeface="Archivo Black"/>
                <a:cs typeface="Archivo Black"/>
                <a:sym typeface="Archivo Black"/>
              </a:rPr>
              <a:t>{{camp_frecuencia}}</a:t>
            </a:r>
            <a:endParaRPr b="0" baseline="30000" i="0" sz="1964" u="none" cap="none" strike="noStrike">
              <a:solidFill>
                <a:srgbClr val="153244"/>
              </a:solidFill>
              <a:latin typeface="Archivo Black"/>
              <a:ea typeface="Archivo Black"/>
              <a:cs typeface="Archivo Black"/>
              <a:sym typeface="Archivo Black"/>
            </a:endParaRPr>
          </a:p>
        </p:txBody>
      </p:sp>
      <p:sp>
        <p:nvSpPr>
          <p:cNvPr id="890" name="Google Shape;890;p41"/>
          <p:cNvSpPr/>
          <p:nvPr/>
        </p:nvSpPr>
        <p:spPr>
          <a:xfrm>
            <a:off x="7520760" y="2382355"/>
            <a:ext cx="1248600" cy="210900"/>
          </a:xfrm>
          <a:prstGeom prst="rect">
            <a:avLst/>
          </a:prstGeom>
          <a:solidFill>
            <a:srgbClr val="153244"/>
          </a:solidFill>
          <a:ln cap="flat" cmpd="sng" w="13425">
            <a:solidFill>
              <a:srgbClr val="1532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7225" lIns="57225" spcFirstLastPara="1" rIns="57225" wrap="square" tIns="572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43"/>
              <a:buFont typeface="Arial"/>
              <a:buNone/>
            </a:pPr>
            <a:r>
              <a:rPr b="1" i="0" lang="es" sz="844" u="none" cap="none" strike="noStrike">
                <a:solidFill>
                  <a:srgbClr val="FFFFFF"/>
                </a:solidFill>
                <a:latin typeface="Archivo"/>
                <a:ea typeface="Archivo"/>
                <a:cs typeface="Archivo"/>
                <a:sym typeface="Archivo"/>
              </a:rPr>
              <a:t>Frecuencia estimada</a:t>
            </a:r>
            <a:endParaRPr b="0" i="0" sz="844" u="none" cap="none" strike="noStrike">
              <a:solidFill>
                <a:srgbClr val="FFFFFF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891" name="Google Shape;891;p41"/>
          <p:cNvSpPr/>
          <p:nvPr/>
        </p:nvSpPr>
        <p:spPr>
          <a:xfrm>
            <a:off x="5125471" y="4113972"/>
            <a:ext cx="3402300" cy="3807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7700">
            <a:solidFill>
              <a:srgbClr val="FECA18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9425" lIns="49425" spcFirstLastPara="1" rIns="49425" wrap="square" tIns="49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" sz="1800" u="none" cap="none" strike="noStrike">
                <a:solidFill>
                  <a:srgbClr val="153244"/>
                </a:solidFill>
                <a:latin typeface="Archivo"/>
                <a:ea typeface="Archivo"/>
                <a:cs typeface="Archivo"/>
                <a:sym typeface="Archivo"/>
              </a:rPr>
              <a:t>{{camp_dir_impl}} </a:t>
            </a:r>
            <a:r>
              <a:rPr b="0" i="0" lang="es" sz="1100" u="none" cap="none" strike="noStrike">
                <a:solidFill>
                  <a:srgbClr val="163243"/>
                </a:solidFill>
                <a:latin typeface="Archivo"/>
                <a:ea typeface="Archivo"/>
                <a:cs typeface="Archivo"/>
                <a:sym typeface="Archivo"/>
              </a:rPr>
              <a:t>implementaciones</a:t>
            </a:r>
            <a:endParaRPr b="0" i="0" sz="1100" u="none" cap="none" strike="noStrike">
              <a:solidFill>
                <a:srgbClr val="163243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grpSp>
        <p:nvGrpSpPr>
          <p:cNvPr id="892" name="Google Shape;892;p41"/>
          <p:cNvGrpSpPr/>
          <p:nvPr/>
        </p:nvGrpSpPr>
        <p:grpSpPr>
          <a:xfrm>
            <a:off x="5294822" y="1702325"/>
            <a:ext cx="385160" cy="224336"/>
            <a:chOff x="5743198" y="1745389"/>
            <a:chExt cx="650608" cy="378881"/>
          </a:xfrm>
        </p:grpSpPr>
        <p:sp>
          <p:nvSpPr>
            <p:cNvPr id="893" name="Google Shape;893;p41"/>
            <p:cNvSpPr/>
            <p:nvPr/>
          </p:nvSpPr>
          <p:spPr>
            <a:xfrm>
              <a:off x="5930725" y="1975015"/>
              <a:ext cx="279377" cy="149255"/>
            </a:xfrm>
            <a:custGeom>
              <a:rect b="b" l="l" r="r" t="t"/>
              <a:pathLst>
                <a:path extrusionOk="0" h="255" w="471">
                  <a:moveTo>
                    <a:pt x="369" y="24"/>
                  </a:moveTo>
                  <a:cubicBezTo>
                    <a:pt x="342" y="8"/>
                    <a:pt x="310" y="0"/>
                    <a:pt x="276" y="0"/>
                  </a:cubicBezTo>
                  <a:lnTo>
                    <a:pt x="195" y="0"/>
                  </a:lnTo>
                  <a:cubicBezTo>
                    <a:pt x="161" y="0"/>
                    <a:pt x="128" y="9"/>
                    <a:pt x="100" y="25"/>
                  </a:cubicBezTo>
                  <a:cubicBezTo>
                    <a:pt x="40" y="58"/>
                    <a:pt x="0" y="122"/>
                    <a:pt x="0" y="195"/>
                  </a:cubicBezTo>
                  <a:lnTo>
                    <a:pt x="0" y="255"/>
                  </a:lnTo>
                  <a:lnTo>
                    <a:pt x="471" y="255"/>
                  </a:lnTo>
                  <a:lnTo>
                    <a:pt x="471" y="195"/>
                  </a:lnTo>
                  <a:cubicBezTo>
                    <a:pt x="471" y="121"/>
                    <a:pt x="430" y="57"/>
                    <a:pt x="369" y="24"/>
                  </a:cubicBezTo>
                </a:path>
              </a:pathLst>
            </a:custGeom>
            <a:solidFill>
              <a:srgbClr val="163243"/>
            </a:solidFill>
            <a:ln>
              <a:noFill/>
            </a:ln>
          </p:spPr>
          <p:txBody>
            <a:bodyPr anchorCtr="0" anchor="ctr" bIns="54325" lIns="108725" spcFirstLastPara="1" rIns="108725" wrap="square" tIns="543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43"/>
                <a:buFont typeface="Arial"/>
                <a:buNone/>
              </a:pPr>
              <a:r>
                <a:t/>
              </a:r>
              <a:endParaRPr b="0" i="0" sz="1143" u="none" cap="none" strike="noStrike">
                <a:solidFill>
                  <a:srgbClr val="FFC8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4" name="Google Shape;894;p41"/>
            <p:cNvSpPr/>
            <p:nvPr/>
          </p:nvSpPr>
          <p:spPr>
            <a:xfrm>
              <a:off x="6179488" y="1940570"/>
              <a:ext cx="214318" cy="164564"/>
            </a:xfrm>
            <a:custGeom>
              <a:rect b="b" l="l" r="r" t="t"/>
              <a:pathLst>
                <a:path extrusionOk="0" h="278" w="367">
                  <a:moveTo>
                    <a:pt x="172" y="0"/>
                  </a:moveTo>
                  <a:lnTo>
                    <a:pt x="106" y="0"/>
                  </a:lnTo>
                  <a:cubicBezTo>
                    <a:pt x="67" y="0"/>
                    <a:pt x="30" y="12"/>
                    <a:pt x="0" y="32"/>
                  </a:cubicBezTo>
                  <a:cubicBezTo>
                    <a:pt x="14" y="41"/>
                    <a:pt x="28" y="52"/>
                    <a:pt x="41" y="65"/>
                  </a:cubicBezTo>
                  <a:cubicBezTo>
                    <a:pt x="90" y="114"/>
                    <a:pt x="117" y="180"/>
                    <a:pt x="117" y="249"/>
                  </a:cubicBezTo>
                  <a:lnTo>
                    <a:pt x="117" y="278"/>
                  </a:lnTo>
                  <a:lnTo>
                    <a:pt x="367" y="278"/>
                  </a:lnTo>
                  <a:lnTo>
                    <a:pt x="367" y="195"/>
                  </a:lnTo>
                  <a:cubicBezTo>
                    <a:pt x="367" y="88"/>
                    <a:pt x="280" y="0"/>
                    <a:pt x="172" y="0"/>
                  </a:cubicBezTo>
                  <a:close/>
                </a:path>
              </a:pathLst>
            </a:custGeom>
            <a:solidFill>
              <a:srgbClr val="163243"/>
            </a:solidFill>
            <a:ln>
              <a:noFill/>
            </a:ln>
          </p:spPr>
          <p:txBody>
            <a:bodyPr anchorCtr="0" anchor="ctr" bIns="54325" lIns="108725" spcFirstLastPara="1" rIns="108725" wrap="square" tIns="543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43"/>
                <a:buFont typeface="Arial"/>
                <a:buNone/>
              </a:pPr>
              <a:r>
                <a:t/>
              </a:r>
              <a:endParaRPr b="0" i="0" sz="1143" u="none" cap="none" strike="noStrike">
                <a:solidFill>
                  <a:srgbClr val="FFC8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5" name="Google Shape;895;p41"/>
            <p:cNvSpPr/>
            <p:nvPr/>
          </p:nvSpPr>
          <p:spPr>
            <a:xfrm>
              <a:off x="5743198" y="1940570"/>
              <a:ext cx="218144" cy="164564"/>
            </a:xfrm>
            <a:custGeom>
              <a:rect b="b" l="l" r="r" t="t"/>
              <a:pathLst>
                <a:path extrusionOk="0" h="278" w="369">
                  <a:moveTo>
                    <a:pt x="369" y="33"/>
                  </a:moveTo>
                  <a:cubicBezTo>
                    <a:pt x="338" y="12"/>
                    <a:pt x="301" y="0"/>
                    <a:pt x="261" y="0"/>
                  </a:cubicBezTo>
                  <a:lnTo>
                    <a:pt x="194" y="0"/>
                  </a:lnTo>
                  <a:cubicBezTo>
                    <a:pt x="87" y="0"/>
                    <a:pt x="0" y="88"/>
                    <a:pt x="0" y="195"/>
                  </a:cubicBezTo>
                  <a:lnTo>
                    <a:pt x="0" y="278"/>
                  </a:lnTo>
                  <a:lnTo>
                    <a:pt x="253" y="278"/>
                  </a:lnTo>
                  <a:lnTo>
                    <a:pt x="253" y="249"/>
                  </a:lnTo>
                  <a:cubicBezTo>
                    <a:pt x="253" y="180"/>
                    <a:pt x="280" y="114"/>
                    <a:pt x="329" y="65"/>
                  </a:cubicBezTo>
                  <a:cubicBezTo>
                    <a:pt x="342" y="53"/>
                    <a:pt x="355" y="42"/>
                    <a:pt x="369" y="33"/>
                  </a:cubicBezTo>
                </a:path>
              </a:pathLst>
            </a:custGeom>
            <a:solidFill>
              <a:srgbClr val="163243"/>
            </a:solidFill>
            <a:ln>
              <a:noFill/>
            </a:ln>
          </p:spPr>
          <p:txBody>
            <a:bodyPr anchorCtr="0" anchor="ctr" bIns="54325" lIns="108725" spcFirstLastPara="1" rIns="108725" wrap="square" tIns="543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43"/>
                <a:buFont typeface="Arial"/>
                <a:buNone/>
              </a:pPr>
              <a:r>
                <a:t/>
              </a:r>
              <a:endParaRPr b="0" i="0" sz="1143" u="none" cap="none" strike="noStrike">
                <a:solidFill>
                  <a:srgbClr val="FFC8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6" name="Google Shape;896;p41"/>
            <p:cNvSpPr/>
            <p:nvPr/>
          </p:nvSpPr>
          <p:spPr>
            <a:xfrm>
              <a:off x="6183314" y="1756869"/>
              <a:ext cx="156910" cy="160738"/>
            </a:xfrm>
            <a:custGeom>
              <a:rect b="b" l="l" r="r" t="t"/>
              <a:pathLst>
                <a:path extrusionOk="0" h="276" w="264">
                  <a:moveTo>
                    <a:pt x="132" y="276"/>
                  </a:moveTo>
                  <a:lnTo>
                    <a:pt x="133" y="276"/>
                  </a:lnTo>
                  <a:cubicBezTo>
                    <a:pt x="169" y="276"/>
                    <a:pt x="202" y="261"/>
                    <a:pt x="226" y="234"/>
                  </a:cubicBezTo>
                  <a:cubicBezTo>
                    <a:pt x="251" y="208"/>
                    <a:pt x="264" y="174"/>
                    <a:pt x="263" y="137"/>
                  </a:cubicBezTo>
                  <a:cubicBezTo>
                    <a:pt x="263" y="61"/>
                    <a:pt x="204" y="0"/>
                    <a:pt x="132" y="0"/>
                  </a:cubicBezTo>
                  <a:lnTo>
                    <a:pt x="131" y="0"/>
                  </a:lnTo>
                  <a:cubicBezTo>
                    <a:pt x="58" y="0"/>
                    <a:pt x="0" y="63"/>
                    <a:pt x="1" y="139"/>
                  </a:cubicBezTo>
                  <a:cubicBezTo>
                    <a:pt x="1" y="215"/>
                    <a:pt x="60" y="276"/>
                    <a:pt x="132" y="276"/>
                  </a:cubicBezTo>
                  <a:close/>
                </a:path>
              </a:pathLst>
            </a:custGeom>
            <a:solidFill>
              <a:srgbClr val="163243"/>
            </a:solidFill>
            <a:ln>
              <a:noFill/>
            </a:ln>
          </p:spPr>
          <p:txBody>
            <a:bodyPr anchorCtr="0" anchor="ctr" bIns="54325" lIns="108725" spcFirstLastPara="1" rIns="108725" wrap="square" tIns="543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43"/>
                <a:buFont typeface="Arial"/>
                <a:buNone/>
              </a:pPr>
              <a:r>
                <a:t/>
              </a:r>
              <a:endParaRPr b="0" i="0" sz="1143" u="none" cap="none" strike="noStrike">
                <a:solidFill>
                  <a:srgbClr val="FFC8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7" name="Google Shape;897;p41"/>
            <p:cNvSpPr/>
            <p:nvPr/>
          </p:nvSpPr>
          <p:spPr>
            <a:xfrm>
              <a:off x="5800603" y="1756869"/>
              <a:ext cx="153084" cy="160738"/>
            </a:xfrm>
            <a:custGeom>
              <a:rect b="b" l="l" r="r" t="t"/>
              <a:pathLst>
                <a:path extrusionOk="0" h="276" w="263">
                  <a:moveTo>
                    <a:pt x="132" y="276"/>
                  </a:moveTo>
                  <a:lnTo>
                    <a:pt x="133" y="276"/>
                  </a:lnTo>
                  <a:cubicBezTo>
                    <a:pt x="168" y="276"/>
                    <a:pt x="202" y="261"/>
                    <a:pt x="226" y="234"/>
                  </a:cubicBezTo>
                  <a:cubicBezTo>
                    <a:pt x="250" y="208"/>
                    <a:pt x="263" y="174"/>
                    <a:pt x="263" y="137"/>
                  </a:cubicBezTo>
                  <a:cubicBezTo>
                    <a:pt x="263" y="61"/>
                    <a:pt x="204" y="0"/>
                    <a:pt x="132" y="0"/>
                  </a:cubicBezTo>
                  <a:lnTo>
                    <a:pt x="131" y="0"/>
                  </a:lnTo>
                  <a:cubicBezTo>
                    <a:pt x="58" y="0"/>
                    <a:pt x="0" y="63"/>
                    <a:pt x="1" y="139"/>
                  </a:cubicBezTo>
                  <a:cubicBezTo>
                    <a:pt x="1" y="215"/>
                    <a:pt x="60" y="276"/>
                    <a:pt x="132" y="276"/>
                  </a:cubicBezTo>
                </a:path>
              </a:pathLst>
            </a:custGeom>
            <a:solidFill>
              <a:srgbClr val="163243"/>
            </a:solidFill>
            <a:ln>
              <a:noFill/>
            </a:ln>
          </p:spPr>
          <p:txBody>
            <a:bodyPr anchorCtr="0" anchor="ctr" bIns="54325" lIns="108725" spcFirstLastPara="1" rIns="108725" wrap="square" tIns="543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43"/>
                <a:buFont typeface="Arial"/>
                <a:buNone/>
              </a:pPr>
              <a:r>
                <a:t/>
              </a:r>
              <a:endParaRPr b="0" i="0" sz="1143" u="none" cap="none" strike="noStrike">
                <a:solidFill>
                  <a:srgbClr val="FFC8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8" name="Google Shape;898;p41"/>
            <p:cNvSpPr/>
            <p:nvPr/>
          </p:nvSpPr>
          <p:spPr>
            <a:xfrm>
              <a:off x="5976650" y="1745389"/>
              <a:ext cx="187527" cy="199008"/>
            </a:xfrm>
            <a:custGeom>
              <a:rect b="b" l="l" r="r" t="t"/>
              <a:pathLst>
                <a:path extrusionOk="0" h="338" w="319">
                  <a:moveTo>
                    <a:pt x="91" y="321"/>
                  </a:moveTo>
                  <a:cubicBezTo>
                    <a:pt x="112" y="332"/>
                    <a:pt x="135" y="338"/>
                    <a:pt x="160" y="338"/>
                  </a:cubicBezTo>
                  <a:cubicBezTo>
                    <a:pt x="184" y="338"/>
                    <a:pt x="207" y="332"/>
                    <a:pt x="228" y="321"/>
                  </a:cubicBezTo>
                  <a:cubicBezTo>
                    <a:pt x="282" y="294"/>
                    <a:pt x="319" y="236"/>
                    <a:pt x="319" y="169"/>
                  </a:cubicBezTo>
                  <a:cubicBezTo>
                    <a:pt x="319" y="76"/>
                    <a:pt x="248" y="0"/>
                    <a:pt x="160" y="0"/>
                  </a:cubicBezTo>
                  <a:cubicBezTo>
                    <a:pt x="72" y="0"/>
                    <a:pt x="0" y="76"/>
                    <a:pt x="0" y="169"/>
                  </a:cubicBezTo>
                  <a:cubicBezTo>
                    <a:pt x="0" y="236"/>
                    <a:pt x="37" y="294"/>
                    <a:pt x="91" y="321"/>
                  </a:cubicBezTo>
                </a:path>
              </a:pathLst>
            </a:custGeom>
            <a:solidFill>
              <a:srgbClr val="163243"/>
            </a:solidFill>
            <a:ln>
              <a:noFill/>
            </a:ln>
          </p:spPr>
          <p:txBody>
            <a:bodyPr anchorCtr="0" anchor="ctr" bIns="54325" lIns="108725" spcFirstLastPara="1" rIns="108725" wrap="square" tIns="543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43"/>
                <a:buFont typeface="Arial"/>
                <a:buNone/>
              </a:pPr>
              <a:r>
                <a:t/>
              </a:r>
              <a:endParaRPr b="0" i="0" sz="1143" u="none" cap="none" strike="noStrike">
                <a:solidFill>
                  <a:srgbClr val="FFC8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99" name="Google Shape;899;p41"/>
          <p:cNvSpPr/>
          <p:nvPr/>
        </p:nvSpPr>
        <p:spPr>
          <a:xfrm>
            <a:off x="5552569" y="2790192"/>
            <a:ext cx="1224600" cy="11325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7875">
            <a:solidFill>
              <a:srgbClr val="15324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9975" lIns="49975" spcFirstLastPara="1" rIns="49975" wrap="square" tIns="499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65"/>
              <a:buFont typeface="Arial"/>
              <a:buNone/>
            </a:pPr>
            <a:r>
              <a:t/>
            </a:r>
            <a:endParaRPr b="0" i="0" sz="76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0" name="Google Shape;900;p41"/>
          <p:cNvSpPr txBox="1"/>
          <p:nvPr/>
        </p:nvSpPr>
        <p:spPr>
          <a:xfrm>
            <a:off x="5547926" y="3148112"/>
            <a:ext cx="1224600" cy="41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7225" lIns="57225" spcFirstLastPara="1" rIns="57225" wrap="square" tIns="1656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70"/>
              <a:buFont typeface="Arial"/>
              <a:buNone/>
            </a:pPr>
            <a:r>
              <a:rPr b="0" baseline="30000" i="0" lang="es" sz="1971" u="none" cap="none" strike="noStrike">
                <a:solidFill>
                  <a:srgbClr val="153244"/>
                </a:solidFill>
                <a:latin typeface="Archivo Black"/>
                <a:ea typeface="Archivo Black"/>
                <a:cs typeface="Archivo Black"/>
                <a:sym typeface="Archivo Black"/>
              </a:rPr>
              <a:t>{{camp_aperturas}}</a:t>
            </a:r>
            <a:endParaRPr b="0" baseline="30000" i="0" sz="1971" u="none" cap="none" strike="noStrike">
              <a:solidFill>
                <a:srgbClr val="153244"/>
              </a:solidFill>
              <a:latin typeface="Archivo Black"/>
              <a:ea typeface="Archivo Black"/>
              <a:cs typeface="Archivo Black"/>
              <a:sym typeface="Archivo Black"/>
            </a:endParaRPr>
          </a:p>
        </p:txBody>
      </p:sp>
      <p:grpSp>
        <p:nvGrpSpPr>
          <p:cNvPr id="901" name="Google Shape;901;p41"/>
          <p:cNvGrpSpPr/>
          <p:nvPr/>
        </p:nvGrpSpPr>
        <p:grpSpPr>
          <a:xfrm>
            <a:off x="6011632" y="2854285"/>
            <a:ext cx="255544" cy="313352"/>
            <a:chOff x="-2003511" y="3801687"/>
            <a:chExt cx="493805" cy="652953"/>
          </a:xfrm>
        </p:grpSpPr>
        <p:sp>
          <p:nvSpPr>
            <p:cNvPr id="902" name="Google Shape;902;p41"/>
            <p:cNvSpPr/>
            <p:nvPr/>
          </p:nvSpPr>
          <p:spPr>
            <a:xfrm>
              <a:off x="-1810430" y="3992252"/>
              <a:ext cx="300724" cy="462388"/>
            </a:xfrm>
            <a:custGeom>
              <a:rect b="b" l="l" r="r" t="t"/>
              <a:pathLst>
                <a:path extrusionOk="0" h="53860" w="35029">
                  <a:moveTo>
                    <a:pt x="1577" y="1"/>
                  </a:moveTo>
                  <a:cubicBezTo>
                    <a:pt x="888" y="1"/>
                    <a:pt x="252" y="469"/>
                    <a:pt x="72" y="1246"/>
                  </a:cubicBezTo>
                  <a:cubicBezTo>
                    <a:pt x="12" y="1532"/>
                    <a:pt x="0" y="1830"/>
                    <a:pt x="0" y="2127"/>
                  </a:cubicBezTo>
                  <a:cubicBezTo>
                    <a:pt x="0" y="16391"/>
                    <a:pt x="0" y="30655"/>
                    <a:pt x="0" y="44918"/>
                  </a:cubicBezTo>
                  <a:cubicBezTo>
                    <a:pt x="0" y="45204"/>
                    <a:pt x="12" y="45514"/>
                    <a:pt x="84" y="45799"/>
                  </a:cubicBezTo>
                  <a:cubicBezTo>
                    <a:pt x="258" y="46555"/>
                    <a:pt x="882" y="47026"/>
                    <a:pt x="1572" y="47026"/>
                  </a:cubicBezTo>
                  <a:cubicBezTo>
                    <a:pt x="1827" y="47026"/>
                    <a:pt x="2092" y="46962"/>
                    <a:pt x="2346" y="46823"/>
                  </a:cubicBezTo>
                  <a:cubicBezTo>
                    <a:pt x="2679" y="46633"/>
                    <a:pt x="2989" y="46371"/>
                    <a:pt x="3298" y="46121"/>
                  </a:cubicBezTo>
                  <a:cubicBezTo>
                    <a:pt x="5715" y="44240"/>
                    <a:pt x="8132" y="42347"/>
                    <a:pt x="10597" y="40430"/>
                  </a:cubicBezTo>
                  <a:cubicBezTo>
                    <a:pt x="10764" y="40704"/>
                    <a:pt x="10907" y="40918"/>
                    <a:pt x="11037" y="41156"/>
                  </a:cubicBezTo>
                  <a:cubicBezTo>
                    <a:pt x="13109" y="44895"/>
                    <a:pt x="15181" y="48645"/>
                    <a:pt x="17288" y="52372"/>
                  </a:cubicBezTo>
                  <a:cubicBezTo>
                    <a:pt x="17598" y="52919"/>
                    <a:pt x="18110" y="53360"/>
                    <a:pt x="18538" y="53860"/>
                  </a:cubicBezTo>
                  <a:lnTo>
                    <a:pt x="19419" y="53860"/>
                  </a:lnTo>
                  <a:cubicBezTo>
                    <a:pt x="22491" y="52324"/>
                    <a:pt x="25563" y="50788"/>
                    <a:pt x="28635" y="49240"/>
                  </a:cubicBezTo>
                  <a:cubicBezTo>
                    <a:pt x="30254" y="48431"/>
                    <a:pt x="30468" y="47740"/>
                    <a:pt x="29611" y="46180"/>
                  </a:cubicBezTo>
                  <a:cubicBezTo>
                    <a:pt x="27647" y="42656"/>
                    <a:pt x="25694" y="39132"/>
                    <a:pt x="23730" y="35608"/>
                  </a:cubicBezTo>
                  <a:cubicBezTo>
                    <a:pt x="23610" y="35381"/>
                    <a:pt x="23503" y="35143"/>
                    <a:pt x="23349" y="34846"/>
                  </a:cubicBezTo>
                  <a:lnTo>
                    <a:pt x="33183" y="34846"/>
                  </a:lnTo>
                  <a:cubicBezTo>
                    <a:pt x="33897" y="34834"/>
                    <a:pt x="34433" y="34536"/>
                    <a:pt x="34731" y="33881"/>
                  </a:cubicBezTo>
                  <a:cubicBezTo>
                    <a:pt x="35029" y="33215"/>
                    <a:pt x="34838" y="32631"/>
                    <a:pt x="34374" y="32107"/>
                  </a:cubicBezTo>
                  <a:cubicBezTo>
                    <a:pt x="34255" y="31976"/>
                    <a:pt x="34136" y="31857"/>
                    <a:pt x="34017" y="31726"/>
                  </a:cubicBezTo>
                  <a:cubicBezTo>
                    <a:pt x="23718" y="21439"/>
                    <a:pt x="13419" y="11140"/>
                    <a:pt x="3120" y="853"/>
                  </a:cubicBezTo>
                  <a:cubicBezTo>
                    <a:pt x="2929" y="651"/>
                    <a:pt x="2739" y="460"/>
                    <a:pt x="2513" y="306"/>
                  </a:cubicBezTo>
                  <a:cubicBezTo>
                    <a:pt x="2215" y="97"/>
                    <a:pt x="1890" y="1"/>
                    <a:pt x="1577" y="1"/>
                  </a:cubicBezTo>
                  <a:close/>
                </a:path>
              </a:pathLst>
            </a:custGeom>
            <a:solidFill>
              <a:srgbClr val="163243"/>
            </a:solidFill>
            <a:ln>
              <a:noFill/>
            </a:ln>
          </p:spPr>
          <p:txBody>
            <a:bodyPr anchorCtr="0" anchor="ctr" bIns="100725" lIns="100725" spcFirstLastPara="1" rIns="100725" wrap="square" tIns="100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43"/>
                <a:buFont typeface="Arial"/>
                <a:buNone/>
              </a:pPr>
              <a:r>
                <a:t/>
              </a:r>
              <a:endParaRPr b="0" i="0" sz="154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3" name="Google Shape;903;p41"/>
            <p:cNvSpPr/>
            <p:nvPr/>
          </p:nvSpPr>
          <p:spPr>
            <a:xfrm>
              <a:off x="-2003511" y="3991891"/>
              <a:ext cx="111425" cy="27584"/>
            </a:xfrm>
            <a:custGeom>
              <a:rect b="b" l="l" r="r" t="t"/>
              <a:pathLst>
                <a:path extrusionOk="0" h="3213" w="12979">
                  <a:moveTo>
                    <a:pt x="7356" y="1"/>
                  </a:moveTo>
                  <a:cubicBezTo>
                    <a:pt x="5586" y="1"/>
                    <a:pt x="3815" y="7"/>
                    <a:pt x="2048" y="14"/>
                  </a:cubicBezTo>
                  <a:cubicBezTo>
                    <a:pt x="1334" y="14"/>
                    <a:pt x="739" y="312"/>
                    <a:pt x="453" y="1014"/>
                  </a:cubicBezTo>
                  <a:cubicBezTo>
                    <a:pt x="0" y="2134"/>
                    <a:pt x="798" y="3169"/>
                    <a:pt x="2179" y="3193"/>
                  </a:cubicBezTo>
                  <a:cubicBezTo>
                    <a:pt x="2906" y="3205"/>
                    <a:pt x="3635" y="3208"/>
                    <a:pt x="4364" y="3208"/>
                  </a:cubicBezTo>
                  <a:cubicBezTo>
                    <a:pt x="5093" y="3208"/>
                    <a:pt x="5823" y="3205"/>
                    <a:pt x="6549" y="3205"/>
                  </a:cubicBezTo>
                  <a:cubicBezTo>
                    <a:pt x="7440" y="3205"/>
                    <a:pt x="8331" y="3213"/>
                    <a:pt x="9223" y="3213"/>
                  </a:cubicBezTo>
                  <a:cubicBezTo>
                    <a:pt x="9891" y="3213"/>
                    <a:pt x="10560" y="3209"/>
                    <a:pt x="11228" y="3193"/>
                  </a:cubicBezTo>
                  <a:cubicBezTo>
                    <a:pt x="12323" y="3158"/>
                    <a:pt x="12978" y="2515"/>
                    <a:pt x="12966" y="1574"/>
                  </a:cubicBezTo>
                  <a:cubicBezTo>
                    <a:pt x="12943" y="669"/>
                    <a:pt x="12312" y="26"/>
                    <a:pt x="11240" y="14"/>
                  </a:cubicBezTo>
                  <a:cubicBezTo>
                    <a:pt x="9947" y="4"/>
                    <a:pt x="8651" y="1"/>
                    <a:pt x="7356" y="1"/>
                  </a:cubicBezTo>
                  <a:close/>
                </a:path>
              </a:pathLst>
            </a:custGeom>
            <a:solidFill>
              <a:srgbClr val="163243"/>
            </a:solidFill>
            <a:ln>
              <a:noFill/>
            </a:ln>
          </p:spPr>
          <p:txBody>
            <a:bodyPr anchorCtr="0" anchor="ctr" bIns="100725" lIns="100725" spcFirstLastPara="1" rIns="100725" wrap="square" tIns="100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43"/>
                <a:buFont typeface="Arial"/>
                <a:buNone/>
              </a:pPr>
              <a:r>
                <a:t/>
              </a:r>
              <a:endParaRPr b="0" i="0" sz="154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4" name="Google Shape;904;p41"/>
            <p:cNvSpPr/>
            <p:nvPr/>
          </p:nvSpPr>
          <p:spPr>
            <a:xfrm>
              <a:off x="-1701472" y="3991908"/>
              <a:ext cx="108969" cy="27541"/>
            </a:xfrm>
            <a:custGeom>
              <a:rect b="b" l="l" r="r" t="t"/>
              <a:pathLst>
                <a:path extrusionOk="0" h="3208" w="12693">
                  <a:moveTo>
                    <a:pt x="10621" y="0"/>
                  </a:moveTo>
                  <a:cubicBezTo>
                    <a:pt x="7751" y="0"/>
                    <a:pt x="4882" y="0"/>
                    <a:pt x="2013" y="12"/>
                  </a:cubicBezTo>
                  <a:cubicBezTo>
                    <a:pt x="1739" y="12"/>
                    <a:pt x="1465" y="48"/>
                    <a:pt x="1203" y="108"/>
                  </a:cubicBezTo>
                  <a:cubicBezTo>
                    <a:pt x="441" y="286"/>
                    <a:pt x="0" y="905"/>
                    <a:pt x="24" y="1679"/>
                  </a:cubicBezTo>
                  <a:cubicBezTo>
                    <a:pt x="72" y="2596"/>
                    <a:pt x="751" y="3179"/>
                    <a:pt x="1870" y="3191"/>
                  </a:cubicBezTo>
                  <a:cubicBezTo>
                    <a:pt x="2614" y="3203"/>
                    <a:pt x="3358" y="3206"/>
                    <a:pt x="4101" y="3206"/>
                  </a:cubicBezTo>
                  <a:cubicBezTo>
                    <a:pt x="4843" y="3206"/>
                    <a:pt x="5584" y="3203"/>
                    <a:pt x="6323" y="3203"/>
                  </a:cubicBezTo>
                  <a:cubicBezTo>
                    <a:pt x="6323" y="3203"/>
                    <a:pt x="6323" y="3203"/>
                    <a:pt x="6323" y="3191"/>
                  </a:cubicBezTo>
                  <a:cubicBezTo>
                    <a:pt x="7347" y="3191"/>
                    <a:pt x="8371" y="3207"/>
                    <a:pt x="9391" y="3207"/>
                  </a:cubicBezTo>
                  <a:cubicBezTo>
                    <a:pt x="9901" y="3207"/>
                    <a:pt x="10410" y="3203"/>
                    <a:pt x="10918" y="3191"/>
                  </a:cubicBezTo>
                  <a:cubicBezTo>
                    <a:pt x="11966" y="3156"/>
                    <a:pt x="12645" y="2513"/>
                    <a:pt x="12669" y="1632"/>
                  </a:cubicBezTo>
                  <a:cubicBezTo>
                    <a:pt x="12693" y="739"/>
                    <a:pt x="11978" y="84"/>
                    <a:pt x="10918" y="0"/>
                  </a:cubicBezTo>
                  <a:close/>
                </a:path>
              </a:pathLst>
            </a:custGeom>
            <a:solidFill>
              <a:srgbClr val="163243"/>
            </a:solidFill>
            <a:ln>
              <a:noFill/>
            </a:ln>
          </p:spPr>
          <p:txBody>
            <a:bodyPr anchorCtr="0" anchor="ctr" bIns="100725" lIns="100725" spcFirstLastPara="1" rIns="100725" wrap="square" tIns="100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43"/>
                <a:buFont typeface="Arial"/>
                <a:buNone/>
              </a:pPr>
              <a:r>
                <a:t/>
              </a:r>
              <a:endParaRPr b="0" i="0" sz="154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5" name="Google Shape;905;p41"/>
            <p:cNvSpPr/>
            <p:nvPr/>
          </p:nvSpPr>
          <p:spPr>
            <a:xfrm>
              <a:off x="-1810430" y="3801687"/>
              <a:ext cx="27506" cy="108497"/>
            </a:xfrm>
            <a:custGeom>
              <a:rect b="b" l="l" r="r" t="t"/>
              <a:pathLst>
                <a:path extrusionOk="0" h="12638" w="3204">
                  <a:moveTo>
                    <a:pt x="1596" y="1"/>
                  </a:moveTo>
                  <a:cubicBezTo>
                    <a:pt x="572" y="1"/>
                    <a:pt x="0" y="763"/>
                    <a:pt x="0" y="2156"/>
                  </a:cubicBezTo>
                  <a:cubicBezTo>
                    <a:pt x="0" y="4954"/>
                    <a:pt x="0" y="7740"/>
                    <a:pt x="0" y="10538"/>
                  </a:cubicBezTo>
                  <a:cubicBezTo>
                    <a:pt x="0" y="10859"/>
                    <a:pt x="24" y="11181"/>
                    <a:pt x="108" y="11490"/>
                  </a:cubicBezTo>
                  <a:cubicBezTo>
                    <a:pt x="286" y="12181"/>
                    <a:pt x="762" y="12574"/>
                    <a:pt x="1489" y="12633"/>
                  </a:cubicBezTo>
                  <a:cubicBezTo>
                    <a:pt x="1533" y="12636"/>
                    <a:pt x="1577" y="12638"/>
                    <a:pt x="1619" y="12638"/>
                  </a:cubicBezTo>
                  <a:cubicBezTo>
                    <a:pt x="2278" y="12638"/>
                    <a:pt x="2756" y="12297"/>
                    <a:pt x="3025" y="11693"/>
                  </a:cubicBezTo>
                  <a:cubicBezTo>
                    <a:pt x="3167" y="11371"/>
                    <a:pt x="3179" y="10978"/>
                    <a:pt x="3179" y="10609"/>
                  </a:cubicBezTo>
                  <a:cubicBezTo>
                    <a:pt x="3203" y="9204"/>
                    <a:pt x="3191" y="7788"/>
                    <a:pt x="3191" y="6383"/>
                  </a:cubicBezTo>
                  <a:cubicBezTo>
                    <a:pt x="3191" y="4978"/>
                    <a:pt x="3191" y="3561"/>
                    <a:pt x="3191" y="2156"/>
                  </a:cubicBezTo>
                  <a:cubicBezTo>
                    <a:pt x="3191" y="763"/>
                    <a:pt x="2620" y="1"/>
                    <a:pt x="1596" y="1"/>
                  </a:cubicBezTo>
                  <a:close/>
                </a:path>
              </a:pathLst>
            </a:custGeom>
            <a:solidFill>
              <a:srgbClr val="163243"/>
            </a:solidFill>
            <a:ln>
              <a:noFill/>
            </a:ln>
          </p:spPr>
          <p:txBody>
            <a:bodyPr anchorCtr="0" anchor="ctr" bIns="100725" lIns="100725" spcFirstLastPara="1" rIns="100725" wrap="square" tIns="100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43"/>
                <a:buFont typeface="Arial"/>
                <a:buNone/>
              </a:pPr>
              <a:r>
                <a:t/>
              </a:r>
              <a:endParaRPr b="0" i="0" sz="154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6" name="Google Shape;906;p41"/>
            <p:cNvSpPr/>
            <p:nvPr/>
          </p:nvSpPr>
          <p:spPr>
            <a:xfrm>
              <a:off x="-1946173" y="3857574"/>
              <a:ext cx="85876" cy="84494"/>
            </a:xfrm>
            <a:custGeom>
              <a:rect b="b" l="l" r="r" t="t"/>
              <a:pathLst>
                <a:path extrusionOk="0" h="9842" w="10003">
                  <a:moveTo>
                    <a:pt x="1708" y="1"/>
                  </a:moveTo>
                  <a:cubicBezTo>
                    <a:pt x="1221" y="1"/>
                    <a:pt x="753" y="245"/>
                    <a:pt x="441" y="694"/>
                  </a:cubicBezTo>
                  <a:cubicBezTo>
                    <a:pt x="1" y="1337"/>
                    <a:pt x="25" y="2087"/>
                    <a:pt x="656" y="2718"/>
                  </a:cubicBezTo>
                  <a:cubicBezTo>
                    <a:pt x="2846" y="4957"/>
                    <a:pt x="5085" y="7159"/>
                    <a:pt x="7299" y="9374"/>
                  </a:cubicBezTo>
                  <a:cubicBezTo>
                    <a:pt x="7407" y="9481"/>
                    <a:pt x="7538" y="9564"/>
                    <a:pt x="7669" y="9636"/>
                  </a:cubicBezTo>
                  <a:cubicBezTo>
                    <a:pt x="7909" y="9776"/>
                    <a:pt x="8164" y="9842"/>
                    <a:pt x="8415" y="9842"/>
                  </a:cubicBezTo>
                  <a:cubicBezTo>
                    <a:pt x="9231" y="9842"/>
                    <a:pt x="9993" y="9138"/>
                    <a:pt x="10002" y="7981"/>
                  </a:cubicBezTo>
                  <a:cubicBezTo>
                    <a:pt x="9859" y="7767"/>
                    <a:pt x="9633" y="7266"/>
                    <a:pt x="9276" y="6897"/>
                  </a:cubicBezTo>
                  <a:cubicBezTo>
                    <a:pt x="7240" y="4814"/>
                    <a:pt x="5168" y="2766"/>
                    <a:pt x="3097" y="706"/>
                  </a:cubicBezTo>
                  <a:cubicBezTo>
                    <a:pt x="2930" y="539"/>
                    <a:pt x="2727" y="373"/>
                    <a:pt x="2525" y="242"/>
                  </a:cubicBezTo>
                  <a:cubicBezTo>
                    <a:pt x="2263" y="79"/>
                    <a:pt x="1982" y="1"/>
                    <a:pt x="1708" y="1"/>
                  </a:cubicBezTo>
                  <a:close/>
                </a:path>
              </a:pathLst>
            </a:custGeom>
            <a:solidFill>
              <a:srgbClr val="163243"/>
            </a:solidFill>
            <a:ln>
              <a:noFill/>
            </a:ln>
          </p:spPr>
          <p:txBody>
            <a:bodyPr anchorCtr="0" anchor="ctr" bIns="100725" lIns="100725" spcFirstLastPara="1" rIns="100725" wrap="square" tIns="100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43"/>
                <a:buFont typeface="Arial"/>
                <a:buNone/>
              </a:pPr>
              <a:r>
                <a:t/>
              </a:r>
              <a:endParaRPr b="0" i="0" sz="154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7" name="Google Shape;907;p41"/>
            <p:cNvSpPr/>
            <p:nvPr/>
          </p:nvSpPr>
          <p:spPr>
            <a:xfrm>
              <a:off x="-1734790" y="3857462"/>
              <a:ext cx="86168" cy="84665"/>
            </a:xfrm>
            <a:custGeom>
              <a:rect b="b" l="l" r="r" t="t"/>
              <a:pathLst>
                <a:path extrusionOk="0" h="9862" w="10037">
                  <a:moveTo>
                    <a:pt x="8459" y="0"/>
                  </a:moveTo>
                  <a:cubicBezTo>
                    <a:pt x="8013" y="0"/>
                    <a:pt x="7604" y="212"/>
                    <a:pt x="7251" y="564"/>
                  </a:cubicBezTo>
                  <a:cubicBezTo>
                    <a:pt x="5084" y="2719"/>
                    <a:pt x="2905" y="4886"/>
                    <a:pt x="750" y="7065"/>
                  </a:cubicBezTo>
                  <a:cubicBezTo>
                    <a:pt x="24" y="7803"/>
                    <a:pt x="0" y="8744"/>
                    <a:pt x="619" y="9387"/>
                  </a:cubicBezTo>
                  <a:cubicBezTo>
                    <a:pt x="927" y="9700"/>
                    <a:pt x="1311" y="9861"/>
                    <a:pt x="1712" y="9861"/>
                  </a:cubicBezTo>
                  <a:cubicBezTo>
                    <a:pt x="2148" y="9861"/>
                    <a:pt x="2603" y="9671"/>
                    <a:pt x="3000" y="9280"/>
                  </a:cubicBezTo>
                  <a:cubicBezTo>
                    <a:pt x="5167" y="7148"/>
                    <a:pt x="7310" y="5005"/>
                    <a:pt x="9442" y="2827"/>
                  </a:cubicBezTo>
                  <a:cubicBezTo>
                    <a:pt x="9751" y="2517"/>
                    <a:pt x="9918" y="2053"/>
                    <a:pt x="10037" y="1838"/>
                  </a:cubicBezTo>
                  <a:cubicBezTo>
                    <a:pt x="10037" y="910"/>
                    <a:pt x="9692" y="410"/>
                    <a:pt x="9084" y="136"/>
                  </a:cubicBezTo>
                  <a:cubicBezTo>
                    <a:pt x="8870" y="43"/>
                    <a:pt x="8661" y="0"/>
                    <a:pt x="8459" y="0"/>
                  </a:cubicBezTo>
                  <a:close/>
                </a:path>
              </a:pathLst>
            </a:custGeom>
            <a:solidFill>
              <a:srgbClr val="163243"/>
            </a:solidFill>
            <a:ln>
              <a:noFill/>
            </a:ln>
          </p:spPr>
          <p:txBody>
            <a:bodyPr anchorCtr="0" anchor="ctr" bIns="100725" lIns="100725" spcFirstLastPara="1" rIns="100725" wrap="square" tIns="100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43"/>
                <a:buFont typeface="Arial"/>
                <a:buNone/>
              </a:pPr>
              <a:r>
                <a:t/>
              </a:r>
              <a:endParaRPr b="0" i="0" sz="154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8" name="Google Shape;908;p41"/>
            <p:cNvSpPr/>
            <p:nvPr/>
          </p:nvSpPr>
          <p:spPr>
            <a:xfrm>
              <a:off x="-1946679" y="4069283"/>
              <a:ext cx="89748" cy="84579"/>
            </a:xfrm>
            <a:custGeom>
              <a:rect b="b" l="l" r="r" t="t"/>
              <a:pathLst>
                <a:path extrusionOk="0" h="9852" w="10454">
                  <a:moveTo>
                    <a:pt x="8204" y="0"/>
                  </a:moveTo>
                  <a:cubicBezTo>
                    <a:pt x="7978" y="143"/>
                    <a:pt x="7477" y="358"/>
                    <a:pt x="7108" y="715"/>
                  </a:cubicBezTo>
                  <a:cubicBezTo>
                    <a:pt x="5037" y="2763"/>
                    <a:pt x="2977" y="4834"/>
                    <a:pt x="917" y="6894"/>
                  </a:cubicBezTo>
                  <a:cubicBezTo>
                    <a:pt x="750" y="7073"/>
                    <a:pt x="584" y="7263"/>
                    <a:pt x="453" y="7466"/>
                  </a:cubicBezTo>
                  <a:cubicBezTo>
                    <a:pt x="0" y="8180"/>
                    <a:pt x="203" y="9073"/>
                    <a:pt x="905" y="9549"/>
                  </a:cubicBezTo>
                  <a:cubicBezTo>
                    <a:pt x="1187" y="9749"/>
                    <a:pt x="1487" y="9852"/>
                    <a:pt x="1790" y="9852"/>
                  </a:cubicBezTo>
                  <a:cubicBezTo>
                    <a:pt x="2191" y="9852"/>
                    <a:pt x="2597" y="9672"/>
                    <a:pt x="2977" y="9299"/>
                  </a:cubicBezTo>
                  <a:cubicBezTo>
                    <a:pt x="5180" y="7132"/>
                    <a:pt x="7358" y="4942"/>
                    <a:pt x="9537" y="2751"/>
                  </a:cubicBezTo>
                  <a:cubicBezTo>
                    <a:pt x="9656" y="2632"/>
                    <a:pt x="9763" y="2489"/>
                    <a:pt x="9847" y="2334"/>
                  </a:cubicBezTo>
                  <a:cubicBezTo>
                    <a:pt x="10454" y="1310"/>
                    <a:pt x="9716" y="12"/>
                    <a:pt x="8204" y="0"/>
                  </a:cubicBezTo>
                  <a:close/>
                </a:path>
              </a:pathLst>
            </a:custGeom>
            <a:solidFill>
              <a:srgbClr val="163243"/>
            </a:solidFill>
            <a:ln>
              <a:noFill/>
            </a:ln>
          </p:spPr>
          <p:txBody>
            <a:bodyPr anchorCtr="0" anchor="ctr" bIns="100725" lIns="100725" spcFirstLastPara="1" rIns="100725" wrap="square" tIns="100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43"/>
                <a:buFont typeface="Arial"/>
                <a:buNone/>
              </a:pPr>
              <a:r>
                <a:t/>
              </a:r>
              <a:endParaRPr b="0" i="0" sz="154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09" name="Google Shape;909;p41"/>
          <p:cNvSpPr txBox="1"/>
          <p:nvPr/>
        </p:nvSpPr>
        <p:spPr>
          <a:xfrm>
            <a:off x="2497675" y="2416469"/>
            <a:ext cx="1639500" cy="51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0950" lIns="70950" spcFirstLastPara="1" rIns="70950" wrap="square" tIns="2160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43"/>
              <a:buFont typeface="Arial"/>
              <a:buNone/>
            </a:pPr>
            <a:r>
              <a:rPr b="0" baseline="30000" i="0" lang="es" sz="2443" u="none" cap="none" strike="noStrike">
                <a:solidFill>
                  <a:srgbClr val="163243"/>
                </a:solidFill>
                <a:latin typeface="Archivo Black"/>
                <a:ea typeface="Archivo Black"/>
                <a:cs typeface="Archivo Black"/>
                <a:sym typeface="Archivo Black"/>
              </a:rPr>
              <a:t>{{camp_clics}} ({{camp_ctor}}%)</a:t>
            </a:r>
            <a:endParaRPr b="0" baseline="30000" i="0" sz="2443" u="none" cap="none" strike="noStrike">
              <a:solidFill>
                <a:srgbClr val="163243"/>
              </a:solidFill>
              <a:latin typeface="Archivo Black"/>
              <a:ea typeface="Archivo Black"/>
              <a:cs typeface="Archivo Black"/>
              <a:sym typeface="Archivo Black"/>
            </a:endParaRPr>
          </a:p>
        </p:txBody>
      </p:sp>
      <p:sp>
        <p:nvSpPr>
          <p:cNvPr id="910" name="Google Shape;910;p41"/>
          <p:cNvSpPr/>
          <p:nvPr/>
        </p:nvSpPr>
        <p:spPr>
          <a:xfrm>
            <a:off x="954153" y="977721"/>
            <a:ext cx="2655300" cy="3135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9525">
            <a:solidFill>
              <a:srgbClr val="FFC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1" name="Google Shape;911;p41"/>
          <p:cNvSpPr/>
          <p:nvPr/>
        </p:nvSpPr>
        <p:spPr>
          <a:xfrm>
            <a:off x="1333702" y="977721"/>
            <a:ext cx="2546700" cy="313500"/>
          </a:xfrm>
          <a:prstGeom prst="roundRect">
            <a:avLst>
              <a:gd fmla="val 50000" name="adj"/>
            </a:avLst>
          </a:prstGeom>
          <a:solidFill>
            <a:srgbClr val="FECA18"/>
          </a:solidFill>
          <a:ln cap="flat" cmpd="sng" w="9525">
            <a:solidFill>
              <a:srgbClr val="FECA1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s" sz="1400" u="none" cap="none" strike="noStrike">
                <a:solidFill>
                  <a:srgbClr val="FFFFFF"/>
                </a:solidFill>
                <a:latin typeface="Archivo"/>
                <a:ea typeface="Archivo"/>
                <a:cs typeface="Archivo"/>
                <a:sym typeface="Archivo"/>
              </a:rPr>
              <a:t>Directa</a:t>
            </a:r>
            <a:endParaRPr b="1" i="0" sz="1400" u="none" cap="none" strike="noStrike">
              <a:solidFill>
                <a:srgbClr val="FFFFFF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912" name="Google Shape;912;p41"/>
          <p:cNvSpPr/>
          <p:nvPr/>
        </p:nvSpPr>
        <p:spPr>
          <a:xfrm>
            <a:off x="1031011" y="1022281"/>
            <a:ext cx="224103" cy="224349"/>
          </a:xfrm>
          <a:custGeom>
            <a:rect b="b" l="l" r="r" t="t"/>
            <a:pathLst>
              <a:path extrusionOk="0" h="8948" w="8940">
                <a:moveTo>
                  <a:pt x="6217" y="2764"/>
                </a:moveTo>
                <a:cubicBezTo>
                  <a:pt x="6330" y="2764"/>
                  <a:pt x="6441" y="2809"/>
                  <a:pt x="6531" y="2900"/>
                </a:cubicBezTo>
                <a:cubicBezTo>
                  <a:pt x="6701" y="3078"/>
                  <a:pt x="6701" y="3355"/>
                  <a:pt x="6504" y="3542"/>
                </a:cubicBezTo>
                <a:cubicBezTo>
                  <a:pt x="5675" y="4372"/>
                  <a:pt x="4845" y="5210"/>
                  <a:pt x="4015" y="6040"/>
                </a:cubicBezTo>
                <a:cubicBezTo>
                  <a:pt x="3913" y="6142"/>
                  <a:pt x="3797" y="6194"/>
                  <a:pt x="3681" y="6194"/>
                </a:cubicBezTo>
                <a:cubicBezTo>
                  <a:pt x="3565" y="6194"/>
                  <a:pt x="3449" y="6142"/>
                  <a:pt x="3346" y="6040"/>
                </a:cubicBezTo>
                <a:cubicBezTo>
                  <a:pt x="3034" y="5736"/>
                  <a:pt x="2731" y="5433"/>
                  <a:pt x="2436" y="5130"/>
                </a:cubicBezTo>
                <a:cubicBezTo>
                  <a:pt x="2240" y="4934"/>
                  <a:pt x="2231" y="4657"/>
                  <a:pt x="2410" y="4479"/>
                </a:cubicBezTo>
                <a:cubicBezTo>
                  <a:pt x="2497" y="4392"/>
                  <a:pt x="2607" y="4347"/>
                  <a:pt x="2720" y="4347"/>
                </a:cubicBezTo>
                <a:cubicBezTo>
                  <a:pt x="2839" y="4347"/>
                  <a:pt x="2960" y="4396"/>
                  <a:pt x="3061" y="4496"/>
                </a:cubicBezTo>
                <a:cubicBezTo>
                  <a:pt x="3266" y="4693"/>
                  <a:pt x="3471" y="4898"/>
                  <a:pt x="3676" y="5112"/>
                </a:cubicBezTo>
                <a:cubicBezTo>
                  <a:pt x="3935" y="4853"/>
                  <a:pt x="4185" y="4603"/>
                  <a:pt x="4426" y="4363"/>
                </a:cubicBezTo>
                <a:cubicBezTo>
                  <a:pt x="4907" y="3881"/>
                  <a:pt x="5389" y="3399"/>
                  <a:pt x="5871" y="2917"/>
                </a:cubicBezTo>
                <a:cubicBezTo>
                  <a:pt x="5972" y="2816"/>
                  <a:pt x="6096" y="2764"/>
                  <a:pt x="6217" y="2764"/>
                </a:cubicBezTo>
                <a:close/>
                <a:moveTo>
                  <a:pt x="4470" y="0"/>
                </a:moveTo>
                <a:cubicBezTo>
                  <a:pt x="1999" y="0"/>
                  <a:pt x="1" y="2007"/>
                  <a:pt x="1" y="4479"/>
                </a:cubicBezTo>
                <a:cubicBezTo>
                  <a:pt x="1" y="6941"/>
                  <a:pt x="1999" y="8948"/>
                  <a:pt x="4470" y="8948"/>
                </a:cubicBezTo>
                <a:cubicBezTo>
                  <a:pt x="6941" y="8948"/>
                  <a:pt x="8940" y="6950"/>
                  <a:pt x="8940" y="4479"/>
                </a:cubicBezTo>
                <a:cubicBezTo>
                  <a:pt x="8940" y="2007"/>
                  <a:pt x="6941" y="9"/>
                  <a:pt x="4470" y="0"/>
                </a:cubicBezTo>
                <a:close/>
              </a:path>
            </a:pathLst>
          </a:custGeom>
          <a:solidFill>
            <a:srgbClr val="FECA1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3" name="Google Shape;913;p41"/>
          <p:cNvSpPr/>
          <p:nvPr/>
        </p:nvSpPr>
        <p:spPr>
          <a:xfrm>
            <a:off x="5174328" y="977746"/>
            <a:ext cx="2655300" cy="3135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9525">
            <a:solidFill>
              <a:srgbClr val="FFC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4" name="Google Shape;914;p41"/>
          <p:cNvSpPr/>
          <p:nvPr/>
        </p:nvSpPr>
        <p:spPr>
          <a:xfrm>
            <a:off x="5553877" y="977746"/>
            <a:ext cx="2546700" cy="313500"/>
          </a:xfrm>
          <a:prstGeom prst="roundRect">
            <a:avLst>
              <a:gd fmla="val 50000" name="adj"/>
            </a:avLst>
          </a:prstGeom>
          <a:solidFill>
            <a:srgbClr val="FECA18"/>
          </a:solidFill>
          <a:ln cap="flat" cmpd="sng" w="9525">
            <a:solidFill>
              <a:srgbClr val="FECA1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s" sz="1400" u="none" cap="none" strike="noStrike">
                <a:solidFill>
                  <a:srgbClr val="FFFFFF"/>
                </a:solidFill>
                <a:latin typeface="Archivo"/>
                <a:ea typeface="Archivo"/>
                <a:cs typeface="Archivo"/>
                <a:sym typeface="Archivo"/>
              </a:rPr>
              <a:t>Digital</a:t>
            </a:r>
            <a:endParaRPr b="1" i="0" sz="1400" u="none" cap="none" strike="noStrike">
              <a:solidFill>
                <a:srgbClr val="FFFFFF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915" name="Google Shape;915;p41"/>
          <p:cNvSpPr/>
          <p:nvPr/>
        </p:nvSpPr>
        <p:spPr>
          <a:xfrm>
            <a:off x="5251186" y="1022306"/>
            <a:ext cx="224103" cy="224349"/>
          </a:xfrm>
          <a:custGeom>
            <a:rect b="b" l="l" r="r" t="t"/>
            <a:pathLst>
              <a:path extrusionOk="0" h="8948" w="8940">
                <a:moveTo>
                  <a:pt x="6217" y="2764"/>
                </a:moveTo>
                <a:cubicBezTo>
                  <a:pt x="6330" y="2764"/>
                  <a:pt x="6441" y="2809"/>
                  <a:pt x="6531" y="2900"/>
                </a:cubicBezTo>
                <a:cubicBezTo>
                  <a:pt x="6701" y="3078"/>
                  <a:pt x="6701" y="3355"/>
                  <a:pt x="6504" y="3542"/>
                </a:cubicBezTo>
                <a:cubicBezTo>
                  <a:pt x="5675" y="4372"/>
                  <a:pt x="4845" y="5210"/>
                  <a:pt x="4015" y="6040"/>
                </a:cubicBezTo>
                <a:cubicBezTo>
                  <a:pt x="3913" y="6142"/>
                  <a:pt x="3797" y="6194"/>
                  <a:pt x="3681" y="6194"/>
                </a:cubicBezTo>
                <a:cubicBezTo>
                  <a:pt x="3565" y="6194"/>
                  <a:pt x="3449" y="6142"/>
                  <a:pt x="3346" y="6040"/>
                </a:cubicBezTo>
                <a:cubicBezTo>
                  <a:pt x="3034" y="5736"/>
                  <a:pt x="2731" y="5433"/>
                  <a:pt x="2436" y="5130"/>
                </a:cubicBezTo>
                <a:cubicBezTo>
                  <a:pt x="2240" y="4934"/>
                  <a:pt x="2231" y="4657"/>
                  <a:pt x="2410" y="4479"/>
                </a:cubicBezTo>
                <a:cubicBezTo>
                  <a:pt x="2497" y="4392"/>
                  <a:pt x="2607" y="4347"/>
                  <a:pt x="2720" y="4347"/>
                </a:cubicBezTo>
                <a:cubicBezTo>
                  <a:pt x="2839" y="4347"/>
                  <a:pt x="2960" y="4396"/>
                  <a:pt x="3061" y="4496"/>
                </a:cubicBezTo>
                <a:cubicBezTo>
                  <a:pt x="3266" y="4693"/>
                  <a:pt x="3471" y="4898"/>
                  <a:pt x="3676" y="5112"/>
                </a:cubicBezTo>
                <a:cubicBezTo>
                  <a:pt x="3935" y="4853"/>
                  <a:pt x="4185" y="4603"/>
                  <a:pt x="4426" y="4363"/>
                </a:cubicBezTo>
                <a:cubicBezTo>
                  <a:pt x="4907" y="3881"/>
                  <a:pt x="5389" y="3399"/>
                  <a:pt x="5871" y="2917"/>
                </a:cubicBezTo>
                <a:cubicBezTo>
                  <a:pt x="5972" y="2816"/>
                  <a:pt x="6096" y="2764"/>
                  <a:pt x="6217" y="2764"/>
                </a:cubicBezTo>
                <a:close/>
                <a:moveTo>
                  <a:pt x="4470" y="0"/>
                </a:moveTo>
                <a:cubicBezTo>
                  <a:pt x="1999" y="0"/>
                  <a:pt x="1" y="2007"/>
                  <a:pt x="1" y="4479"/>
                </a:cubicBezTo>
                <a:cubicBezTo>
                  <a:pt x="1" y="6941"/>
                  <a:pt x="1999" y="8948"/>
                  <a:pt x="4470" y="8948"/>
                </a:cubicBezTo>
                <a:cubicBezTo>
                  <a:pt x="6941" y="8948"/>
                  <a:pt x="8940" y="6950"/>
                  <a:pt x="8940" y="4479"/>
                </a:cubicBezTo>
                <a:cubicBezTo>
                  <a:pt x="8940" y="2007"/>
                  <a:pt x="6941" y="9"/>
                  <a:pt x="4470" y="0"/>
                </a:cubicBezTo>
                <a:close/>
              </a:path>
            </a:pathLst>
          </a:custGeom>
          <a:solidFill>
            <a:srgbClr val="FECA1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6" name="Google Shape;916;p41"/>
          <p:cNvSpPr/>
          <p:nvPr/>
        </p:nvSpPr>
        <p:spPr>
          <a:xfrm>
            <a:off x="5540592" y="3566026"/>
            <a:ext cx="1248600" cy="210900"/>
          </a:xfrm>
          <a:prstGeom prst="rect">
            <a:avLst/>
          </a:prstGeom>
          <a:solidFill>
            <a:srgbClr val="153244"/>
          </a:solidFill>
          <a:ln cap="flat" cmpd="sng" w="13425">
            <a:solidFill>
              <a:srgbClr val="1532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7225" lIns="57225" spcFirstLastPara="1" rIns="57225" wrap="square" tIns="572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47"/>
              <a:buFont typeface="Arial"/>
              <a:buNone/>
            </a:pPr>
            <a:r>
              <a:rPr b="1" i="0" lang="es" sz="844" u="none" cap="none" strike="noStrike">
                <a:solidFill>
                  <a:srgbClr val="FFFFFF"/>
                </a:solidFill>
                <a:latin typeface="Archivo"/>
                <a:ea typeface="Archivo"/>
                <a:cs typeface="Archivo"/>
                <a:sym typeface="Archivo"/>
              </a:rPr>
              <a:t>Clics</a:t>
            </a:r>
            <a:endParaRPr b="0" i="0" sz="844" u="none" cap="none" strike="noStrike">
              <a:solidFill>
                <a:srgbClr val="FFFFFF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grpSp>
        <p:nvGrpSpPr>
          <p:cNvPr id="917" name="Google Shape;917;p41"/>
          <p:cNvGrpSpPr/>
          <p:nvPr/>
        </p:nvGrpSpPr>
        <p:grpSpPr>
          <a:xfrm>
            <a:off x="6686411" y="1672299"/>
            <a:ext cx="280788" cy="284367"/>
            <a:chOff x="6770074" y="3804745"/>
            <a:chExt cx="309545" cy="313491"/>
          </a:xfrm>
        </p:grpSpPr>
        <p:sp>
          <p:nvSpPr>
            <p:cNvPr id="918" name="Google Shape;918;p41"/>
            <p:cNvSpPr/>
            <p:nvPr/>
          </p:nvSpPr>
          <p:spPr>
            <a:xfrm>
              <a:off x="6833494" y="3804745"/>
              <a:ext cx="246125" cy="294697"/>
            </a:xfrm>
            <a:custGeom>
              <a:rect b="b" l="l" r="r" t="t"/>
              <a:pathLst>
                <a:path extrusionOk="0" h="247125" w="206394">
                  <a:moveTo>
                    <a:pt x="0" y="247125"/>
                  </a:moveTo>
                  <a:cubicBezTo>
                    <a:pt x="0" y="245076"/>
                    <a:pt x="0" y="243758"/>
                    <a:pt x="0" y="242295"/>
                  </a:cubicBezTo>
                  <a:cubicBezTo>
                    <a:pt x="0" y="205550"/>
                    <a:pt x="0" y="168806"/>
                    <a:pt x="0" y="131916"/>
                  </a:cubicBezTo>
                  <a:cubicBezTo>
                    <a:pt x="0" y="128256"/>
                    <a:pt x="1025" y="125328"/>
                    <a:pt x="3220" y="122546"/>
                  </a:cubicBezTo>
                  <a:cubicBezTo>
                    <a:pt x="9222" y="114788"/>
                    <a:pt x="16979" y="109225"/>
                    <a:pt x="24883" y="103662"/>
                  </a:cubicBezTo>
                  <a:cubicBezTo>
                    <a:pt x="28250" y="101320"/>
                    <a:pt x="31617" y="98831"/>
                    <a:pt x="35129" y="96782"/>
                  </a:cubicBezTo>
                  <a:cubicBezTo>
                    <a:pt x="53133" y="85802"/>
                    <a:pt x="61184" y="69553"/>
                    <a:pt x="62062" y="48765"/>
                  </a:cubicBezTo>
                  <a:cubicBezTo>
                    <a:pt x="62794" y="32516"/>
                    <a:pt x="64404" y="16266"/>
                    <a:pt x="65722" y="17"/>
                  </a:cubicBezTo>
                  <a:cubicBezTo>
                    <a:pt x="85335" y="-569"/>
                    <a:pt x="98802" y="14071"/>
                    <a:pt x="98509" y="30906"/>
                  </a:cubicBezTo>
                  <a:cubicBezTo>
                    <a:pt x="98216" y="50522"/>
                    <a:pt x="97484" y="70138"/>
                    <a:pt x="96899" y="89755"/>
                  </a:cubicBezTo>
                  <a:cubicBezTo>
                    <a:pt x="96753" y="96489"/>
                    <a:pt x="97924" y="97660"/>
                    <a:pt x="104510" y="97660"/>
                  </a:cubicBezTo>
                  <a:cubicBezTo>
                    <a:pt x="132907" y="97660"/>
                    <a:pt x="161303" y="97660"/>
                    <a:pt x="189699" y="97660"/>
                  </a:cubicBezTo>
                  <a:cubicBezTo>
                    <a:pt x="197750" y="97660"/>
                    <a:pt x="204629" y="102637"/>
                    <a:pt x="206093" y="109518"/>
                  </a:cubicBezTo>
                  <a:cubicBezTo>
                    <a:pt x="207996" y="118887"/>
                    <a:pt x="200677" y="127524"/>
                    <a:pt x="190431" y="127524"/>
                  </a:cubicBezTo>
                  <a:cubicBezTo>
                    <a:pt x="178282" y="127670"/>
                    <a:pt x="166133" y="127524"/>
                    <a:pt x="153838" y="127524"/>
                  </a:cubicBezTo>
                  <a:cubicBezTo>
                    <a:pt x="152814" y="127524"/>
                    <a:pt x="151935" y="127524"/>
                    <a:pt x="150911" y="127524"/>
                  </a:cubicBezTo>
                  <a:cubicBezTo>
                    <a:pt x="147251" y="127670"/>
                    <a:pt x="145348" y="129280"/>
                    <a:pt x="145202" y="132355"/>
                  </a:cubicBezTo>
                  <a:cubicBezTo>
                    <a:pt x="145202" y="135429"/>
                    <a:pt x="147105" y="137186"/>
                    <a:pt x="150764" y="137186"/>
                  </a:cubicBezTo>
                  <a:cubicBezTo>
                    <a:pt x="162035" y="137186"/>
                    <a:pt x="173159" y="137186"/>
                    <a:pt x="184430" y="137186"/>
                  </a:cubicBezTo>
                  <a:cubicBezTo>
                    <a:pt x="190285" y="137186"/>
                    <a:pt x="195262" y="139089"/>
                    <a:pt x="198482" y="144066"/>
                  </a:cubicBezTo>
                  <a:cubicBezTo>
                    <a:pt x="204922" y="153581"/>
                    <a:pt x="198335" y="166610"/>
                    <a:pt x="186625" y="167049"/>
                  </a:cubicBezTo>
                  <a:cubicBezTo>
                    <a:pt x="176819" y="167489"/>
                    <a:pt x="166865" y="167196"/>
                    <a:pt x="157058" y="167196"/>
                  </a:cubicBezTo>
                  <a:cubicBezTo>
                    <a:pt x="156034" y="167196"/>
                    <a:pt x="154863" y="167196"/>
                    <a:pt x="153838" y="167196"/>
                  </a:cubicBezTo>
                  <a:cubicBezTo>
                    <a:pt x="150764" y="167342"/>
                    <a:pt x="148568" y="168806"/>
                    <a:pt x="148568" y="172027"/>
                  </a:cubicBezTo>
                  <a:cubicBezTo>
                    <a:pt x="148568" y="175247"/>
                    <a:pt x="150764" y="176858"/>
                    <a:pt x="153838" y="176858"/>
                  </a:cubicBezTo>
                  <a:cubicBezTo>
                    <a:pt x="161449" y="177004"/>
                    <a:pt x="169207" y="176858"/>
                    <a:pt x="176819" y="177004"/>
                  </a:cubicBezTo>
                  <a:cubicBezTo>
                    <a:pt x="179161" y="177004"/>
                    <a:pt x="181795" y="177297"/>
                    <a:pt x="183991" y="178029"/>
                  </a:cubicBezTo>
                  <a:cubicBezTo>
                    <a:pt x="190870" y="180225"/>
                    <a:pt x="194969" y="186373"/>
                    <a:pt x="194383" y="193400"/>
                  </a:cubicBezTo>
                  <a:cubicBezTo>
                    <a:pt x="193944" y="199695"/>
                    <a:pt x="188382" y="205550"/>
                    <a:pt x="181502" y="206429"/>
                  </a:cubicBezTo>
                  <a:cubicBezTo>
                    <a:pt x="177111" y="207014"/>
                    <a:pt x="172720" y="206868"/>
                    <a:pt x="168329" y="206868"/>
                  </a:cubicBezTo>
                  <a:cubicBezTo>
                    <a:pt x="164230" y="206868"/>
                    <a:pt x="159986" y="206868"/>
                    <a:pt x="155887" y="206868"/>
                  </a:cubicBezTo>
                  <a:cubicBezTo>
                    <a:pt x="151935" y="206868"/>
                    <a:pt x="149740" y="208625"/>
                    <a:pt x="149740" y="211552"/>
                  </a:cubicBezTo>
                  <a:cubicBezTo>
                    <a:pt x="149740" y="214480"/>
                    <a:pt x="152082" y="216530"/>
                    <a:pt x="156180" y="216530"/>
                  </a:cubicBezTo>
                  <a:cubicBezTo>
                    <a:pt x="160278" y="216530"/>
                    <a:pt x="164523" y="216530"/>
                    <a:pt x="168621" y="216530"/>
                  </a:cubicBezTo>
                  <a:cubicBezTo>
                    <a:pt x="175208" y="216676"/>
                    <a:pt x="181356" y="221361"/>
                    <a:pt x="183259" y="227363"/>
                  </a:cubicBezTo>
                  <a:cubicBezTo>
                    <a:pt x="186040" y="236292"/>
                    <a:pt x="179599" y="245808"/>
                    <a:pt x="169646" y="246540"/>
                  </a:cubicBezTo>
                  <a:cubicBezTo>
                    <a:pt x="161449" y="247125"/>
                    <a:pt x="153106" y="246833"/>
                    <a:pt x="144763" y="246833"/>
                  </a:cubicBezTo>
                  <a:cubicBezTo>
                    <a:pt x="97777" y="246833"/>
                    <a:pt x="50791" y="246833"/>
                    <a:pt x="3806" y="246686"/>
                  </a:cubicBezTo>
                  <a:cubicBezTo>
                    <a:pt x="2781" y="247125"/>
                    <a:pt x="1610" y="247125"/>
                    <a:pt x="0" y="247125"/>
                  </a:cubicBezTo>
                  <a:close/>
                </a:path>
              </a:pathLst>
            </a:custGeom>
            <a:solidFill>
              <a:srgbClr val="163243"/>
            </a:solidFill>
            <a:ln>
              <a:noFill/>
            </a:ln>
          </p:spPr>
          <p:txBody>
            <a:bodyPr anchorCtr="0" anchor="ctr" bIns="41450" lIns="82925" spcFirstLastPara="1" rIns="82925" wrap="square" tIns="414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3"/>
                <a:buFont typeface="Arial"/>
                <a:buNone/>
              </a:pPr>
              <a:r>
                <a:t/>
              </a:r>
              <a:endParaRPr b="0" i="0" sz="163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9" name="Google Shape;919;p41"/>
            <p:cNvSpPr/>
            <p:nvPr/>
          </p:nvSpPr>
          <p:spPr>
            <a:xfrm>
              <a:off x="6770074" y="3922542"/>
              <a:ext cx="51666" cy="195694"/>
            </a:xfrm>
            <a:custGeom>
              <a:rect b="b" l="l" r="r" t="t"/>
              <a:pathLst>
                <a:path extrusionOk="0" h="164104" w="43326">
                  <a:moveTo>
                    <a:pt x="0" y="0"/>
                  </a:moveTo>
                  <a:cubicBezTo>
                    <a:pt x="14491" y="0"/>
                    <a:pt x="28836" y="0"/>
                    <a:pt x="43327" y="0"/>
                  </a:cubicBezTo>
                  <a:cubicBezTo>
                    <a:pt x="43327" y="54750"/>
                    <a:pt x="43327" y="109354"/>
                    <a:pt x="43327" y="164105"/>
                  </a:cubicBezTo>
                  <a:cubicBezTo>
                    <a:pt x="28982" y="164105"/>
                    <a:pt x="14637" y="164105"/>
                    <a:pt x="0" y="164105"/>
                  </a:cubicBezTo>
                  <a:cubicBezTo>
                    <a:pt x="0" y="109501"/>
                    <a:pt x="0" y="54897"/>
                    <a:pt x="0" y="0"/>
                  </a:cubicBezTo>
                  <a:close/>
                </a:path>
              </a:pathLst>
            </a:custGeom>
            <a:solidFill>
              <a:srgbClr val="163243"/>
            </a:solidFill>
            <a:ln>
              <a:noFill/>
            </a:ln>
          </p:spPr>
          <p:txBody>
            <a:bodyPr anchorCtr="0" anchor="ctr" bIns="41450" lIns="82925" spcFirstLastPara="1" rIns="82925" wrap="square" tIns="414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3"/>
                <a:buFont typeface="Arial"/>
                <a:buNone/>
              </a:pPr>
              <a:r>
                <a:t/>
              </a:r>
              <a:endParaRPr b="0" i="0" sz="163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20" name="Google Shape;920;p41"/>
          <p:cNvGrpSpPr/>
          <p:nvPr/>
        </p:nvGrpSpPr>
        <p:grpSpPr>
          <a:xfrm>
            <a:off x="8014839" y="1687194"/>
            <a:ext cx="280842" cy="288366"/>
            <a:chOff x="1669775" y="621725"/>
            <a:chExt cx="4347400" cy="4463875"/>
          </a:xfrm>
        </p:grpSpPr>
        <p:sp>
          <p:nvSpPr>
            <p:cNvPr id="921" name="Google Shape;921;p41"/>
            <p:cNvSpPr/>
            <p:nvPr/>
          </p:nvSpPr>
          <p:spPr>
            <a:xfrm>
              <a:off x="1669775" y="621725"/>
              <a:ext cx="3345825" cy="4082275"/>
            </a:xfrm>
            <a:custGeom>
              <a:rect b="b" l="l" r="r" t="t"/>
              <a:pathLst>
                <a:path extrusionOk="0" h="163291" w="133833">
                  <a:moveTo>
                    <a:pt x="91175" y="34428"/>
                  </a:moveTo>
                  <a:cubicBezTo>
                    <a:pt x="96225" y="34428"/>
                    <a:pt x="101274" y="34428"/>
                    <a:pt x="106324" y="34456"/>
                  </a:cubicBezTo>
                  <a:cubicBezTo>
                    <a:pt x="109672" y="34456"/>
                    <a:pt x="111960" y="36520"/>
                    <a:pt x="111988" y="39506"/>
                  </a:cubicBezTo>
                  <a:cubicBezTo>
                    <a:pt x="112043" y="42602"/>
                    <a:pt x="109784" y="44862"/>
                    <a:pt x="106380" y="44890"/>
                  </a:cubicBezTo>
                  <a:cubicBezTo>
                    <a:pt x="101330" y="44904"/>
                    <a:pt x="96273" y="44911"/>
                    <a:pt x="91217" y="44911"/>
                  </a:cubicBezTo>
                  <a:cubicBezTo>
                    <a:pt x="86160" y="44911"/>
                    <a:pt x="81103" y="44904"/>
                    <a:pt x="76054" y="44890"/>
                  </a:cubicBezTo>
                  <a:cubicBezTo>
                    <a:pt x="72622" y="44862"/>
                    <a:pt x="70362" y="42658"/>
                    <a:pt x="70390" y="39561"/>
                  </a:cubicBezTo>
                  <a:cubicBezTo>
                    <a:pt x="70418" y="36492"/>
                    <a:pt x="72706" y="34456"/>
                    <a:pt x="76165" y="34456"/>
                  </a:cubicBezTo>
                  <a:cubicBezTo>
                    <a:pt x="81159" y="34428"/>
                    <a:pt x="86181" y="34428"/>
                    <a:pt x="91175" y="34428"/>
                  </a:cubicBezTo>
                  <a:close/>
                  <a:moveTo>
                    <a:pt x="42463" y="34428"/>
                  </a:moveTo>
                  <a:cubicBezTo>
                    <a:pt x="47457" y="34428"/>
                    <a:pt x="52451" y="34428"/>
                    <a:pt x="57445" y="34456"/>
                  </a:cubicBezTo>
                  <a:cubicBezTo>
                    <a:pt x="60849" y="34456"/>
                    <a:pt x="63108" y="36437"/>
                    <a:pt x="63192" y="39422"/>
                  </a:cubicBezTo>
                  <a:cubicBezTo>
                    <a:pt x="63276" y="42547"/>
                    <a:pt x="61044" y="44862"/>
                    <a:pt x="57668" y="44862"/>
                  </a:cubicBezTo>
                  <a:cubicBezTo>
                    <a:pt x="52590" y="44904"/>
                    <a:pt x="47506" y="44918"/>
                    <a:pt x="42421" y="44918"/>
                  </a:cubicBezTo>
                  <a:cubicBezTo>
                    <a:pt x="37337" y="44918"/>
                    <a:pt x="32252" y="44904"/>
                    <a:pt x="27174" y="44890"/>
                  </a:cubicBezTo>
                  <a:cubicBezTo>
                    <a:pt x="24217" y="44862"/>
                    <a:pt x="22069" y="43077"/>
                    <a:pt x="21650" y="40510"/>
                  </a:cubicBezTo>
                  <a:cubicBezTo>
                    <a:pt x="21232" y="37999"/>
                    <a:pt x="22627" y="35544"/>
                    <a:pt x="25082" y="34735"/>
                  </a:cubicBezTo>
                  <a:cubicBezTo>
                    <a:pt x="25835" y="34512"/>
                    <a:pt x="26672" y="34456"/>
                    <a:pt x="27481" y="34456"/>
                  </a:cubicBezTo>
                  <a:cubicBezTo>
                    <a:pt x="32475" y="34428"/>
                    <a:pt x="37469" y="34428"/>
                    <a:pt x="42463" y="34428"/>
                  </a:cubicBezTo>
                  <a:close/>
                  <a:moveTo>
                    <a:pt x="42425" y="55366"/>
                  </a:moveTo>
                  <a:cubicBezTo>
                    <a:pt x="47715" y="55366"/>
                    <a:pt x="53009" y="55380"/>
                    <a:pt x="58310" y="55408"/>
                  </a:cubicBezTo>
                  <a:cubicBezTo>
                    <a:pt x="60876" y="55408"/>
                    <a:pt x="62941" y="57473"/>
                    <a:pt x="63164" y="59984"/>
                  </a:cubicBezTo>
                  <a:cubicBezTo>
                    <a:pt x="63415" y="62662"/>
                    <a:pt x="61825" y="64977"/>
                    <a:pt x="59258" y="65591"/>
                  </a:cubicBezTo>
                  <a:cubicBezTo>
                    <a:pt x="58477" y="65759"/>
                    <a:pt x="57640" y="65814"/>
                    <a:pt x="56831" y="65814"/>
                  </a:cubicBezTo>
                  <a:cubicBezTo>
                    <a:pt x="55222" y="65824"/>
                    <a:pt x="53613" y="65827"/>
                    <a:pt x="52005" y="65827"/>
                  </a:cubicBezTo>
                  <a:cubicBezTo>
                    <a:pt x="48787" y="65827"/>
                    <a:pt x="45569" y="65814"/>
                    <a:pt x="42351" y="65814"/>
                  </a:cubicBezTo>
                  <a:cubicBezTo>
                    <a:pt x="39152" y="65814"/>
                    <a:pt x="35941" y="65827"/>
                    <a:pt x="32725" y="65827"/>
                  </a:cubicBezTo>
                  <a:cubicBezTo>
                    <a:pt x="31117" y="65827"/>
                    <a:pt x="29509" y="65824"/>
                    <a:pt x="27900" y="65814"/>
                  </a:cubicBezTo>
                  <a:cubicBezTo>
                    <a:pt x="27146" y="65814"/>
                    <a:pt x="26365" y="65759"/>
                    <a:pt x="25640" y="65619"/>
                  </a:cubicBezTo>
                  <a:cubicBezTo>
                    <a:pt x="23045" y="65033"/>
                    <a:pt x="21399" y="62773"/>
                    <a:pt x="21595" y="60095"/>
                  </a:cubicBezTo>
                  <a:cubicBezTo>
                    <a:pt x="21790" y="57528"/>
                    <a:pt x="23882" y="55408"/>
                    <a:pt x="26561" y="55408"/>
                  </a:cubicBezTo>
                  <a:cubicBezTo>
                    <a:pt x="31847" y="55380"/>
                    <a:pt x="37134" y="55366"/>
                    <a:pt x="42425" y="55366"/>
                  </a:cubicBezTo>
                  <a:close/>
                  <a:moveTo>
                    <a:pt x="106268" y="55352"/>
                  </a:moveTo>
                  <a:cubicBezTo>
                    <a:pt x="109644" y="55380"/>
                    <a:pt x="111904" y="57389"/>
                    <a:pt x="111988" y="60374"/>
                  </a:cubicBezTo>
                  <a:cubicBezTo>
                    <a:pt x="112071" y="63471"/>
                    <a:pt x="109811" y="65787"/>
                    <a:pt x="106436" y="65787"/>
                  </a:cubicBezTo>
                  <a:cubicBezTo>
                    <a:pt x="101358" y="65814"/>
                    <a:pt x="96273" y="65828"/>
                    <a:pt x="91189" y="65828"/>
                  </a:cubicBezTo>
                  <a:cubicBezTo>
                    <a:pt x="86104" y="65828"/>
                    <a:pt x="81020" y="65814"/>
                    <a:pt x="75942" y="65787"/>
                  </a:cubicBezTo>
                  <a:cubicBezTo>
                    <a:pt x="72566" y="65787"/>
                    <a:pt x="70306" y="63471"/>
                    <a:pt x="70390" y="60374"/>
                  </a:cubicBezTo>
                  <a:cubicBezTo>
                    <a:pt x="70474" y="57389"/>
                    <a:pt x="72734" y="55380"/>
                    <a:pt x="76109" y="55380"/>
                  </a:cubicBezTo>
                  <a:cubicBezTo>
                    <a:pt x="81159" y="55352"/>
                    <a:pt x="86237" y="55352"/>
                    <a:pt x="91286" y="55352"/>
                  </a:cubicBezTo>
                  <a:close/>
                  <a:moveTo>
                    <a:pt x="42379" y="76277"/>
                  </a:moveTo>
                  <a:cubicBezTo>
                    <a:pt x="47457" y="76277"/>
                    <a:pt x="52507" y="76277"/>
                    <a:pt x="57556" y="76304"/>
                  </a:cubicBezTo>
                  <a:cubicBezTo>
                    <a:pt x="60904" y="76304"/>
                    <a:pt x="63164" y="78369"/>
                    <a:pt x="63192" y="81382"/>
                  </a:cubicBezTo>
                  <a:cubicBezTo>
                    <a:pt x="63248" y="84479"/>
                    <a:pt x="60960" y="86711"/>
                    <a:pt x="57584" y="86739"/>
                  </a:cubicBezTo>
                  <a:cubicBezTo>
                    <a:pt x="52521" y="86753"/>
                    <a:pt x="47464" y="86760"/>
                    <a:pt x="42407" y="86760"/>
                  </a:cubicBezTo>
                  <a:cubicBezTo>
                    <a:pt x="37351" y="86760"/>
                    <a:pt x="32294" y="86753"/>
                    <a:pt x="27230" y="86739"/>
                  </a:cubicBezTo>
                  <a:cubicBezTo>
                    <a:pt x="24273" y="86739"/>
                    <a:pt x="22097" y="84981"/>
                    <a:pt x="21650" y="82442"/>
                  </a:cubicBezTo>
                  <a:cubicBezTo>
                    <a:pt x="21204" y="79931"/>
                    <a:pt x="22571" y="77448"/>
                    <a:pt x="24998" y="76639"/>
                  </a:cubicBezTo>
                  <a:cubicBezTo>
                    <a:pt x="25752" y="76360"/>
                    <a:pt x="26588" y="76304"/>
                    <a:pt x="27398" y="76304"/>
                  </a:cubicBezTo>
                  <a:cubicBezTo>
                    <a:pt x="32392" y="76277"/>
                    <a:pt x="37385" y="76277"/>
                    <a:pt x="42379" y="76277"/>
                  </a:cubicBezTo>
                  <a:close/>
                  <a:moveTo>
                    <a:pt x="83140" y="76277"/>
                  </a:moveTo>
                  <a:cubicBezTo>
                    <a:pt x="83696" y="76283"/>
                    <a:pt x="84251" y="76285"/>
                    <a:pt x="84805" y="76285"/>
                  </a:cubicBezTo>
                  <a:cubicBezTo>
                    <a:pt x="85792" y="76285"/>
                    <a:pt x="86776" y="76278"/>
                    <a:pt x="87758" y="76278"/>
                  </a:cubicBezTo>
                  <a:cubicBezTo>
                    <a:pt x="88656" y="76278"/>
                    <a:pt x="89553" y="76284"/>
                    <a:pt x="90449" y="76304"/>
                  </a:cubicBezTo>
                  <a:cubicBezTo>
                    <a:pt x="93518" y="76332"/>
                    <a:pt x="95750" y="78425"/>
                    <a:pt x="95862" y="81298"/>
                  </a:cubicBezTo>
                  <a:cubicBezTo>
                    <a:pt x="95974" y="84088"/>
                    <a:pt x="93825" y="86599"/>
                    <a:pt x="90812" y="86683"/>
                  </a:cubicBezTo>
                  <a:cubicBezTo>
                    <a:pt x="88259" y="86753"/>
                    <a:pt x="85707" y="86788"/>
                    <a:pt x="83154" y="86788"/>
                  </a:cubicBezTo>
                  <a:cubicBezTo>
                    <a:pt x="80601" y="86788"/>
                    <a:pt x="78048" y="86753"/>
                    <a:pt x="75496" y="86683"/>
                  </a:cubicBezTo>
                  <a:cubicBezTo>
                    <a:pt x="72371" y="86599"/>
                    <a:pt x="70278" y="84200"/>
                    <a:pt x="70390" y="81215"/>
                  </a:cubicBezTo>
                  <a:cubicBezTo>
                    <a:pt x="70530" y="78369"/>
                    <a:pt x="72734" y="76332"/>
                    <a:pt x="75830" y="76304"/>
                  </a:cubicBezTo>
                  <a:cubicBezTo>
                    <a:pt x="78285" y="76277"/>
                    <a:pt x="80713" y="76277"/>
                    <a:pt x="83140" y="76277"/>
                  </a:cubicBezTo>
                  <a:close/>
                  <a:moveTo>
                    <a:pt x="42491" y="97201"/>
                  </a:moveTo>
                  <a:cubicBezTo>
                    <a:pt x="47485" y="97201"/>
                    <a:pt x="52479" y="97201"/>
                    <a:pt x="57473" y="97229"/>
                  </a:cubicBezTo>
                  <a:cubicBezTo>
                    <a:pt x="60932" y="97229"/>
                    <a:pt x="63192" y="99321"/>
                    <a:pt x="63192" y="102418"/>
                  </a:cubicBezTo>
                  <a:cubicBezTo>
                    <a:pt x="63192" y="105487"/>
                    <a:pt x="60904" y="107663"/>
                    <a:pt x="57473" y="107663"/>
                  </a:cubicBezTo>
                  <a:cubicBezTo>
                    <a:pt x="52451" y="107677"/>
                    <a:pt x="47422" y="107684"/>
                    <a:pt x="42393" y="107684"/>
                  </a:cubicBezTo>
                  <a:cubicBezTo>
                    <a:pt x="37365" y="107684"/>
                    <a:pt x="32336" y="107677"/>
                    <a:pt x="27314" y="107663"/>
                  </a:cubicBezTo>
                  <a:cubicBezTo>
                    <a:pt x="23882" y="107635"/>
                    <a:pt x="21595" y="105459"/>
                    <a:pt x="21595" y="102418"/>
                  </a:cubicBezTo>
                  <a:cubicBezTo>
                    <a:pt x="21595" y="99321"/>
                    <a:pt x="23882" y="97229"/>
                    <a:pt x="27314" y="97229"/>
                  </a:cubicBezTo>
                  <a:cubicBezTo>
                    <a:pt x="32364" y="97201"/>
                    <a:pt x="37413" y="97201"/>
                    <a:pt x="42491" y="97201"/>
                  </a:cubicBezTo>
                  <a:close/>
                  <a:moveTo>
                    <a:pt x="32503" y="118476"/>
                  </a:moveTo>
                  <a:cubicBezTo>
                    <a:pt x="35795" y="118476"/>
                    <a:pt x="39087" y="118488"/>
                    <a:pt x="42379" y="118488"/>
                  </a:cubicBezTo>
                  <a:lnTo>
                    <a:pt x="57389" y="118488"/>
                  </a:lnTo>
                  <a:cubicBezTo>
                    <a:pt x="60876" y="118488"/>
                    <a:pt x="63164" y="120525"/>
                    <a:pt x="63192" y="123593"/>
                  </a:cubicBezTo>
                  <a:cubicBezTo>
                    <a:pt x="63248" y="126746"/>
                    <a:pt x="60932" y="128922"/>
                    <a:pt x="57389" y="128950"/>
                  </a:cubicBezTo>
                  <a:cubicBezTo>
                    <a:pt x="52367" y="128950"/>
                    <a:pt x="47338" y="128957"/>
                    <a:pt x="42310" y="128957"/>
                  </a:cubicBezTo>
                  <a:cubicBezTo>
                    <a:pt x="37281" y="128957"/>
                    <a:pt x="32252" y="128950"/>
                    <a:pt x="27230" y="128922"/>
                  </a:cubicBezTo>
                  <a:cubicBezTo>
                    <a:pt x="24273" y="128922"/>
                    <a:pt x="22097" y="127192"/>
                    <a:pt x="21650" y="124654"/>
                  </a:cubicBezTo>
                  <a:cubicBezTo>
                    <a:pt x="21204" y="122115"/>
                    <a:pt x="22571" y="119660"/>
                    <a:pt x="24998" y="118823"/>
                  </a:cubicBezTo>
                  <a:cubicBezTo>
                    <a:pt x="25807" y="118572"/>
                    <a:pt x="26700" y="118516"/>
                    <a:pt x="27565" y="118488"/>
                  </a:cubicBezTo>
                  <a:cubicBezTo>
                    <a:pt x="29211" y="118479"/>
                    <a:pt x="30857" y="118476"/>
                    <a:pt x="32503" y="118476"/>
                  </a:cubicBezTo>
                  <a:close/>
                  <a:moveTo>
                    <a:pt x="18498" y="0"/>
                  </a:moveTo>
                  <a:cubicBezTo>
                    <a:pt x="14871" y="837"/>
                    <a:pt x="11356" y="1953"/>
                    <a:pt x="8370" y="4325"/>
                  </a:cubicBezTo>
                  <a:cubicBezTo>
                    <a:pt x="3042" y="8538"/>
                    <a:pt x="56" y="14034"/>
                    <a:pt x="56" y="20841"/>
                  </a:cubicBezTo>
                  <a:cubicBezTo>
                    <a:pt x="1" y="61378"/>
                    <a:pt x="1" y="101944"/>
                    <a:pt x="29" y="142509"/>
                  </a:cubicBezTo>
                  <a:cubicBezTo>
                    <a:pt x="56" y="153669"/>
                    <a:pt x="9235" y="163154"/>
                    <a:pt x="20339" y="163210"/>
                  </a:cubicBezTo>
                  <a:cubicBezTo>
                    <a:pt x="29558" y="163274"/>
                    <a:pt x="38778" y="163291"/>
                    <a:pt x="47997" y="163291"/>
                  </a:cubicBezTo>
                  <a:cubicBezTo>
                    <a:pt x="59060" y="163291"/>
                    <a:pt x="70124" y="163266"/>
                    <a:pt x="81187" y="163266"/>
                  </a:cubicBezTo>
                  <a:cubicBezTo>
                    <a:pt x="81354" y="163266"/>
                    <a:pt x="81522" y="163210"/>
                    <a:pt x="81829" y="163182"/>
                  </a:cubicBezTo>
                  <a:cubicBezTo>
                    <a:pt x="71450" y="144155"/>
                    <a:pt x="70809" y="125016"/>
                    <a:pt x="82498" y="106575"/>
                  </a:cubicBezTo>
                  <a:cubicBezTo>
                    <a:pt x="93348" y="89433"/>
                    <a:pt x="109245" y="81520"/>
                    <a:pt x="128941" y="81520"/>
                  </a:cubicBezTo>
                  <a:cubicBezTo>
                    <a:pt x="130465" y="81520"/>
                    <a:pt x="132012" y="81567"/>
                    <a:pt x="133581" y="81661"/>
                  </a:cubicBezTo>
                  <a:lnTo>
                    <a:pt x="133581" y="79597"/>
                  </a:lnTo>
                  <a:cubicBezTo>
                    <a:pt x="133581" y="60597"/>
                    <a:pt x="133386" y="41598"/>
                    <a:pt x="133665" y="22599"/>
                  </a:cubicBezTo>
                  <a:cubicBezTo>
                    <a:pt x="133833" y="9933"/>
                    <a:pt x="124933" y="1423"/>
                    <a:pt x="115559" y="224"/>
                  </a:cubicBezTo>
                  <a:cubicBezTo>
                    <a:pt x="115419" y="224"/>
                    <a:pt x="115252" y="84"/>
                    <a:pt x="115112" y="0"/>
                  </a:cubicBezTo>
                  <a:close/>
                </a:path>
              </a:pathLst>
            </a:custGeom>
            <a:solidFill>
              <a:srgbClr val="163243"/>
            </a:solidFill>
            <a:ln>
              <a:noFill/>
            </a:ln>
          </p:spPr>
          <p:txBody>
            <a:bodyPr anchorCtr="0" anchor="ctr" bIns="102875" lIns="102875" spcFirstLastPara="1" rIns="102875" wrap="square" tIns="1028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2" name="Google Shape;922;p41"/>
            <p:cNvSpPr/>
            <p:nvPr/>
          </p:nvSpPr>
          <p:spPr>
            <a:xfrm>
              <a:off x="3700125" y="2911200"/>
              <a:ext cx="2317050" cy="2174400"/>
            </a:xfrm>
            <a:custGeom>
              <a:rect b="b" l="l" r="r" t="t"/>
              <a:pathLst>
                <a:path extrusionOk="0" h="86976" w="92682">
                  <a:moveTo>
                    <a:pt x="61246" y="27942"/>
                  </a:moveTo>
                  <a:cubicBezTo>
                    <a:pt x="62954" y="27942"/>
                    <a:pt x="64509" y="28984"/>
                    <a:pt x="65396" y="30508"/>
                  </a:cubicBezTo>
                  <a:cubicBezTo>
                    <a:pt x="66484" y="32349"/>
                    <a:pt x="66345" y="34693"/>
                    <a:pt x="64894" y="36534"/>
                  </a:cubicBezTo>
                  <a:cubicBezTo>
                    <a:pt x="61909" y="40328"/>
                    <a:pt x="58868" y="44067"/>
                    <a:pt x="55855" y="47833"/>
                  </a:cubicBezTo>
                  <a:cubicBezTo>
                    <a:pt x="53456" y="50818"/>
                    <a:pt x="51084" y="53832"/>
                    <a:pt x="48657" y="56789"/>
                  </a:cubicBezTo>
                  <a:cubicBezTo>
                    <a:pt x="47399" y="58321"/>
                    <a:pt x="45954" y="59098"/>
                    <a:pt x="44425" y="59098"/>
                  </a:cubicBezTo>
                  <a:cubicBezTo>
                    <a:pt x="43310" y="59098"/>
                    <a:pt x="42150" y="58685"/>
                    <a:pt x="40985" y="57849"/>
                  </a:cubicBezTo>
                  <a:cubicBezTo>
                    <a:pt x="36995" y="55031"/>
                    <a:pt x="33061" y="52158"/>
                    <a:pt x="29128" y="49284"/>
                  </a:cubicBezTo>
                  <a:cubicBezTo>
                    <a:pt x="26561" y="47359"/>
                    <a:pt x="26003" y="44151"/>
                    <a:pt x="27760" y="41751"/>
                  </a:cubicBezTo>
                  <a:cubicBezTo>
                    <a:pt x="28774" y="40394"/>
                    <a:pt x="30277" y="39679"/>
                    <a:pt x="31864" y="39679"/>
                  </a:cubicBezTo>
                  <a:cubicBezTo>
                    <a:pt x="32984" y="39679"/>
                    <a:pt x="34147" y="40036"/>
                    <a:pt x="35210" y="40775"/>
                  </a:cubicBezTo>
                  <a:cubicBezTo>
                    <a:pt x="37916" y="42672"/>
                    <a:pt x="40566" y="44653"/>
                    <a:pt x="43384" y="46661"/>
                  </a:cubicBezTo>
                  <a:cubicBezTo>
                    <a:pt x="47848" y="41110"/>
                    <a:pt x="52116" y="35669"/>
                    <a:pt x="56552" y="30368"/>
                  </a:cubicBezTo>
                  <a:cubicBezTo>
                    <a:pt x="57417" y="29336"/>
                    <a:pt x="58784" y="28471"/>
                    <a:pt x="60068" y="28109"/>
                  </a:cubicBezTo>
                  <a:cubicBezTo>
                    <a:pt x="60464" y="27995"/>
                    <a:pt x="60859" y="27942"/>
                    <a:pt x="61246" y="27942"/>
                  </a:cubicBezTo>
                  <a:close/>
                  <a:moveTo>
                    <a:pt x="46519" y="1"/>
                  </a:moveTo>
                  <a:cubicBezTo>
                    <a:pt x="43400" y="1"/>
                    <a:pt x="40238" y="348"/>
                    <a:pt x="37079" y="1074"/>
                  </a:cubicBezTo>
                  <a:cubicBezTo>
                    <a:pt x="14508" y="6264"/>
                    <a:pt x="1" y="27104"/>
                    <a:pt x="3600" y="50149"/>
                  </a:cubicBezTo>
                  <a:cubicBezTo>
                    <a:pt x="6250" y="67111"/>
                    <a:pt x="16210" y="78634"/>
                    <a:pt x="32336" y="84548"/>
                  </a:cubicBezTo>
                  <a:cubicBezTo>
                    <a:pt x="35628" y="85748"/>
                    <a:pt x="39199" y="86194"/>
                    <a:pt x="42631" y="86976"/>
                  </a:cubicBezTo>
                  <a:lnTo>
                    <a:pt x="50275" y="86976"/>
                  </a:lnTo>
                  <a:cubicBezTo>
                    <a:pt x="51084" y="86836"/>
                    <a:pt x="51865" y="86669"/>
                    <a:pt x="52646" y="86557"/>
                  </a:cubicBezTo>
                  <a:cubicBezTo>
                    <a:pt x="76500" y="82958"/>
                    <a:pt x="92682" y="61225"/>
                    <a:pt x="89417" y="37259"/>
                  </a:cubicBezTo>
                  <a:cubicBezTo>
                    <a:pt x="86455" y="15671"/>
                    <a:pt x="67470" y="1"/>
                    <a:pt x="46519" y="1"/>
                  </a:cubicBezTo>
                  <a:close/>
                </a:path>
              </a:pathLst>
            </a:custGeom>
            <a:solidFill>
              <a:srgbClr val="163243"/>
            </a:solidFill>
            <a:ln>
              <a:noFill/>
            </a:ln>
          </p:spPr>
          <p:txBody>
            <a:bodyPr anchorCtr="0" anchor="ctr" bIns="102875" lIns="102875" spcFirstLastPara="1" rIns="102875" wrap="square" tIns="1028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23" name="Google Shape;923;p41"/>
          <p:cNvSpPr/>
          <p:nvPr/>
        </p:nvSpPr>
        <p:spPr>
          <a:xfrm>
            <a:off x="781471" y="4113022"/>
            <a:ext cx="3402300" cy="3807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7700">
            <a:solidFill>
              <a:srgbClr val="FECA18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9425" lIns="49425" spcFirstLastPara="1" rIns="49425" wrap="square" tIns="49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s" sz="1800" u="none" cap="none" strike="noStrike">
                <a:solidFill>
                  <a:srgbClr val="153244"/>
                </a:solidFill>
                <a:latin typeface="Archivo"/>
                <a:ea typeface="Archivo"/>
                <a:cs typeface="Archivo"/>
                <a:sym typeface="Archivo"/>
              </a:rPr>
              <a:t>{{camp_dig_impl}} </a:t>
            </a:r>
            <a:r>
              <a:rPr b="0" i="0" lang="es" sz="1100" u="none" cap="none" strike="noStrike">
                <a:solidFill>
                  <a:srgbClr val="163243"/>
                </a:solidFill>
                <a:latin typeface="Archivo"/>
                <a:ea typeface="Archivo"/>
                <a:cs typeface="Archivo"/>
                <a:sym typeface="Archivo"/>
              </a:rPr>
              <a:t>implementaciones</a:t>
            </a:r>
            <a:endParaRPr b="0" i="0" sz="1100" u="none" cap="none" strike="noStrike">
              <a:solidFill>
                <a:srgbClr val="163243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924" name="Google Shape;924;p41"/>
          <p:cNvSpPr/>
          <p:nvPr/>
        </p:nvSpPr>
        <p:spPr>
          <a:xfrm>
            <a:off x="6872514" y="2790237"/>
            <a:ext cx="1224600" cy="11325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7875">
            <a:solidFill>
              <a:srgbClr val="15324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9975" lIns="49975" spcFirstLastPara="1" rIns="49975" wrap="square" tIns="499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65"/>
              <a:buFont typeface="Arial"/>
              <a:buNone/>
            </a:pPr>
            <a:r>
              <a:t/>
            </a:r>
            <a:endParaRPr b="0" i="0" sz="765" u="none" cap="none" strike="noStrike">
              <a:solidFill>
                <a:srgbClr val="000000"/>
              </a:solidFill>
              <a:highlight>
                <a:srgbClr val="153245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5" name="Google Shape;925;p41"/>
          <p:cNvSpPr txBox="1"/>
          <p:nvPr/>
        </p:nvSpPr>
        <p:spPr>
          <a:xfrm>
            <a:off x="6872606" y="3148121"/>
            <a:ext cx="1224600" cy="41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7225" lIns="57225" spcFirstLastPara="1" rIns="57225" wrap="square" tIns="1656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64"/>
              <a:buFont typeface="Arial"/>
              <a:buNone/>
            </a:pPr>
            <a:r>
              <a:rPr b="0" baseline="30000" i="0" lang="es" sz="1964" u="none" cap="none" strike="noStrike">
                <a:solidFill>
                  <a:srgbClr val="153244"/>
                </a:solidFill>
                <a:latin typeface="Archivo Black"/>
                <a:ea typeface="Archivo Black"/>
                <a:cs typeface="Archivo Black"/>
                <a:sym typeface="Archivo Black"/>
              </a:rPr>
              <a:t>{{camp_visualizaciones}}</a:t>
            </a:r>
            <a:endParaRPr b="0" baseline="30000" i="0" sz="1964" u="none" cap="none" strike="noStrike">
              <a:solidFill>
                <a:srgbClr val="153244"/>
              </a:solidFill>
              <a:latin typeface="Archivo Black"/>
              <a:ea typeface="Archivo Black"/>
              <a:cs typeface="Archivo Black"/>
              <a:sym typeface="Archivo Black"/>
            </a:endParaRPr>
          </a:p>
        </p:txBody>
      </p:sp>
      <p:sp>
        <p:nvSpPr>
          <p:cNvPr id="926" name="Google Shape;926;p41"/>
          <p:cNvSpPr/>
          <p:nvPr/>
        </p:nvSpPr>
        <p:spPr>
          <a:xfrm>
            <a:off x="6860627" y="3566026"/>
            <a:ext cx="1248600" cy="210900"/>
          </a:xfrm>
          <a:prstGeom prst="rect">
            <a:avLst/>
          </a:prstGeom>
          <a:solidFill>
            <a:srgbClr val="153244"/>
          </a:solidFill>
          <a:ln cap="flat" cmpd="sng" w="13425">
            <a:solidFill>
              <a:srgbClr val="1532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7225" lIns="57225" spcFirstLastPara="1" rIns="57225" wrap="square" tIns="572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s" sz="844" u="none" cap="none" strike="noStrike">
                <a:solidFill>
                  <a:srgbClr val="FFFFFF"/>
                </a:solidFill>
                <a:latin typeface="Archivo"/>
                <a:ea typeface="Archivo"/>
                <a:cs typeface="Archivo"/>
                <a:sym typeface="Archivo"/>
              </a:rPr>
              <a:t>Visualizaciones</a:t>
            </a:r>
            <a:endParaRPr b="0" i="0" sz="844" u="none" cap="none" strike="noStrike">
              <a:solidFill>
                <a:srgbClr val="FFFFFF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927" name="Google Shape;927;p41"/>
          <p:cNvSpPr/>
          <p:nvPr/>
        </p:nvSpPr>
        <p:spPr>
          <a:xfrm>
            <a:off x="7501923" y="3069868"/>
            <a:ext cx="110654" cy="88522"/>
          </a:xfrm>
          <a:custGeom>
            <a:rect b="b" l="l" r="r" t="t"/>
            <a:pathLst>
              <a:path extrusionOk="0" h="105383" w="131731">
                <a:moveTo>
                  <a:pt x="70095" y="105384"/>
                </a:moveTo>
                <a:cubicBezTo>
                  <a:pt x="52384" y="105384"/>
                  <a:pt x="34526" y="105384"/>
                  <a:pt x="16815" y="105384"/>
                </a:cubicBezTo>
                <a:cubicBezTo>
                  <a:pt x="13595" y="105384"/>
                  <a:pt x="11106" y="104505"/>
                  <a:pt x="9057" y="102163"/>
                </a:cubicBezTo>
                <a:cubicBezTo>
                  <a:pt x="7008" y="99967"/>
                  <a:pt x="4812" y="97918"/>
                  <a:pt x="2617" y="95722"/>
                </a:cubicBezTo>
                <a:cubicBezTo>
                  <a:pt x="-896" y="92208"/>
                  <a:pt x="-896" y="89134"/>
                  <a:pt x="2763" y="85621"/>
                </a:cubicBezTo>
                <a:cubicBezTo>
                  <a:pt x="14473" y="73763"/>
                  <a:pt x="26329" y="62052"/>
                  <a:pt x="38185" y="50194"/>
                </a:cubicBezTo>
                <a:cubicBezTo>
                  <a:pt x="53701" y="34677"/>
                  <a:pt x="69363" y="19013"/>
                  <a:pt x="84878" y="3495"/>
                </a:cubicBezTo>
                <a:cubicBezTo>
                  <a:pt x="89562" y="-1189"/>
                  <a:pt x="92051" y="-1189"/>
                  <a:pt x="96734" y="3642"/>
                </a:cubicBezTo>
                <a:cubicBezTo>
                  <a:pt x="107273" y="14182"/>
                  <a:pt x="117666" y="24722"/>
                  <a:pt x="128351" y="35116"/>
                </a:cubicBezTo>
                <a:cubicBezTo>
                  <a:pt x="130839" y="37458"/>
                  <a:pt x="131864" y="40093"/>
                  <a:pt x="131718" y="43460"/>
                </a:cubicBezTo>
                <a:cubicBezTo>
                  <a:pt x="131571" y="61466"/>
                  <a:pt x="131718" y="79472"/>
                  <a:pt x="131718" y="97478"/>
                </a:cubicBezTo>
                <a:cubicBezTo>
                  <a:pt x="131718" y="103481"/>
                  <a:pt x="129815" y="105237"/>
                  <a:pt x="123813" y="105237"/>
                </a:cubicBezTo>
                <a:cubicBezTo>
                  <a:pt x="105956" y="105384"/>
                  <a:pt x="87952" y="105384"/>
                  <a:pt x="70095" y="105384"/>
                </a:cubicBezTo>
                <a:close/>
              </a:path>
            </a:pathLst>
          </a:custGeom>
          <a:solidFill>
            <a:srgbClr val="163243"/>
          </a:solidFill>
          <a:ln>
            <a:noFill/>
          </a:ln>
        </p:spPr>
        <p:txBody>
          <a:bodyPr anchorCtr="0" anchor="ctr" bIns="38400" lIns="76800" spcFirstLastPara="1" rIns="76800" wrap="square" tIns="38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12"/>
              <a:buFont typeface="Arial"/>
              <a:buNone/>
            </a:pPr>
            <a:r>
              <a:t/>
            </a:r>
            <a:endParaRPr b="0" i="0" sz="1512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28" name="Google Shape;928;p41"/>
          <p:cNvGrpSpPr/>
          <p:nvPr/>
        </p:nvGrpSpPr>
        <p:grpSpPr>
          <a:xfrm>
            <a:off x="7366564" y="2863517"/>
            <a:ext cx="199640" cy="268248"/>
            <a:chOff x="7372774" y="3031376"/>
            <a:chExt cx="199640" cy="268248"/>
          </a:xfrm>
        </p:grpSpPr>
        <p:sp>
          <p:nvSpPr>
            <p:cNvPr id="929" name="Google Shape;929;p41"/>
            <p:cNvSpPr/>
            <p:nvPr/>
          </p:nvSpPr>
          <p:spPr>
            <a:xfrm>
              <a:off x="7392817" y="3031376"/>
              <a:ext cx="137664" cy="235946"/>
            </a:xfrm>
            <a:custGeom>
              <a:rect b="b" l="l" r="r" t="t"/>
              <a:pathLst>
                <a:path extrusionOk="0" h="280888" w="163886">
                  <a:moveTo>
                    <a:pt x="151738" y="35390"/>
                  </a:moveTo>
                  <a:cubicBezTo>
                    <a:pt x="105045" y="35390"/>
                    <a:pt x="58498" y="35390"/>
                    <a:pt x="11805" y="35390"/>
                  </a:cubicBezTo>
                  <a:cubicBezTo>
                    <a:pt x="11805" y="52664"/>
                    <a:pt x="11805" y="69792"/>
                    <a:pt x="11805" y="87505"/>
                  </a:cubicBezTo>
                  <a:cubicBezTo>
                    <a:pt x="8000" y="85895"/>
                    <a:pt x="4633" y="84724"/>
                    <a:pt x="1413" y="83114"/>
                  </a:cubicBezTo>
                  <a:cubicBezTo>
                    <a:pt x="681" y="82821"/>
                    <a:pt x="96" y="81357"/>
                    <a:pt x="96" y="80479"/>
                  </a:cubicBezTo>
                  <a:cubicBezTo>
                    <a:pt x="96" y="62765"/>
                    <a:pt x="-197" y="44906"/>
                    <a:pt x="242" y="27192"/>
                  </a:cubicBezTo>
                  <a:cubicBezTo>
                    <a:pt x="535" y="12699"/>
                    <a:pt x="13562" y="256"/>
                    <a:pt x="28199" y="110"/>
                  </a:cubicBezTo>
                  <a:cubicBezTo>
                    <a:pt x="64061" y="-37"/>
                    <a:pt x="99776" y="-37"/>
                    <a:pt x="135637" y="110"/>
                  </a:cubicBezTo>
                  <a:cubicBezTo>
                    <a:pt x="151152" y="110"/>
                    <a:pt x="163740" y="13431"/>
                    <a:pt x="163887" y="29242"/>
                  </a:cubicBezTo>
                  <a:cubicBezTo>
                    <a:pt x="163887" y="66718"/>
                    <a:pt x="163887" y="104194"/>
                    <a:pt x="163887" y="141816"/>
                  </a:cubicBezTo>
                  <a:cubicBezTo>
                    <a:pt x="163887" y="177829"/>
                    <a:pt x="163887" y="213841"/>
                    <a:pt x="163887" y="250000"/>
                  </a:cubicBezTo>
                  <a:cubicBezTo>
                    <a:pt x="163887" y="268445"/>
                    <a:pt x="151445" y="280742"/>
                    <a:pt x="132856" y="280888"/>
                  </a:cubicBezTo>
                  <a:cubicBezTo>
                    <a:pt x="98897" y="280888"/>
                    <a:pt x="64939" y="280888"/>
                    <a:pt x="30980" y="280888"/>
                  </a:cubicBezTo>
                  <a:cubicBezTo>
                    <a:pt x="12537" y="280888"/>
                    <a:pt x="242" y="268445"/>
                    <a:pt x="96" y="249853"/>
                  </a:cubicBezTo>
                  <a:cubicBezTo>
                    <a:pt x="96" y="242973"/>
                    <a:pt x="96" y="236092"/>
                    <a:pt x="96" y="228773"/>
                  </a:cubicBezTo>
                  <a:cubicBezTo>
                    <a:pt x="1267" y="229212"/>
                    <a:pt x="2145" y="229358"/>
                    <a:pt x="2730" y="229651"/>
                  </a:cubicBezTo>
                  <a:cubicBezTo>
                    <a:pt x="8878" y="233604"/>
                    <a:pt x="15758" y="234043"/>
                    <a:pt x="22930" y="234043"/>
                  </a:cubicBezTo>
                  <a:cubicBezTo>
                    <a:pt x="64353" y="233897"/>
                    <a:pt x="105777" y="233897"/>
                    <a:pt x="147054" y="233897"/>
                  </a:cubicBezTo>
                  <a:cubicBezTo>
                    <a:pt x="148518" y="233897"/>
                    <a:pt x="149981" y="233897"/>
                    <a:pt x="151738" y="233897"/>
                  </a:cubicBezTo>
                  <a:cubicBezTo>
                    <a:pt x="151738" y="167874"/>
                    <a:pt x="151738" y="101705"/>
                    <a:pt x="151738" y="35390"/>
                  </a:cubicBezTo>
                  <a:close/>
                  <a:moveTo>
                    <a:pt x="82064" y="263175"/>
                  </a:moveTo>
                  <a:cubicBezTo>
                    <a:pt x="83967" y="263175"/>
                    <a:pt x="86017" y="263321"/>
                    <a:pt x="87919" y="263175"/>
                  </a:cubicBezTo>
                  <a:cubicBezTo>
                    <a:pt x="91140" y="262882"/>
                    <a:pt x="93481" y="260540"/>
                    <a:pt x="93481" y="257466"/>
                  </a:cubicBezTo>
                  <a:cubicBezTo>
                    <a:pt x="93628" y="254391"/>
                    <a:pt x="91140" y="251756"/>
                    <a:pt x="87773" y="251610"/>
                  </a:cubicBezTo>
                  <a:cubicBezTo>
                    <a:pt x="83821" y="251464"/>
                    <a:pt x="79722" y="251464"/>
                    <a:pt x="75770" y="251610"/>
                  </a:cubicBezTo>
                  <a:cubicBezTo>
                    <a:pt x="72550" y="251756"/>
                    <a:pt x="70208" y="254245"/>
                    <a:pt x="70208" y="257173"/>
                  </a:cubicBezTo>
                  <a:cubicBezTo>
                    <a:pt x="70062" y="260247"/>
                    <a:pt x="72404" y="262882"/>
                    <a:pt x="75917" y="263028"/>
                  </a:cubicBezTo>
                  <a:cubicBezTo>
                    <a:pt x="77966" y="263321"/>
                    <a:pt x="80015" y="263175"/>
                    <a:pt x="82064" y="263175"/>
                  </a:cubicBezTo>
                  <a:close/>
                </a:path>
              </a:pathLst>
            </a:custGeom>
            <a:solidFill>
              <a:srgbClr val="163243"/>
            </a:solidFill>
            <a:ln>
              <a:noFill/>
            </a:ln>
          </p:spPr>
          <p:txBody>
            <a:bodyPr anchorCtr="0" anchor="ctr" bIns="38400" lIns="76800" spcFirstLastPara="1" rIns="76800" wrap="square" tIns="38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12"/>
                <a:buFont typeface="Arial"/>
                <a:buNone/>
              </a:pPr>
              <a:r>
                <a:t/>
              </a:r>
              <a:endParaRPr b="0" i="0" sz="1512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0" name="Google Shape;930;p41"/>
            <p:cNvSpPr/>
            <p:nvPr/>
          </p:nvSpPr>
          <p:spPr>
            <a:xfrm>
              <a:off x="7444912" y="3109985"/>
              <a:ext cx="127502" cy="189639"/>
            </a:xfrm>
            <a:custGeom>
              <a:rect b="b" l="l" r="r" t="t"/>
              <a:pathLst>
                <a:path extrusionOk="0" h="225761" w="151788">
                  <a:moveTo>
                    <a:pt x="878" y="198883"/>
                  </a:moveTo>
                  <a:cubicBezTo>
                    <a:pt x="24591" y="198883"/>
                    <a:pt x="48303" y="199029"/>
                    <a:pt x="72162" y="198883"/>
                  </a:cubicBezTo>
                  <a:cubicBezTo>
                    <a:pt x="91776" y="198737"/>
                    <a:pt x="107877" y="186001"/>
                    <a:pt x="112268" y="166970"/>
                  </a:cubicBezTo>
                  <a:cubicBezTo>
                    <a:pt x="113146" y="163310"/>
                    <a:pt x="113293" y="159504"/>
                    <a:pt x="113293" y="155698"/>
                  </a:cubicBezTo>
                  <a:cubicBezTo>
                    <a:pt x="113293" y="105632"/>
                    <a:pt x="113293" y="55566"/>
                    <a:pt x="113293" y="5500"/>
                  </a:cubicBezTo>
                  <a:cubicBezTo>
                    <a:pt x="113293" y="4036"/>
                    <a:pt x="113293" y="2572"/>
                    <a:pt x="113293" y="1255"/>
                  </a:cubicBezTo>
                  <a:cubicBezTo>
                    <a:pt x="124710" y="-3137"/>
                    <a:pt x="136127" y="4622"/>
                    <a:pt x="137298" y="14869"/>
                  </a:cubicBezTo>
                  <a:cubicBezTo>
                    <a:pt x="138615" y="26288"/>
                    <a:pt x="139347" y="37853"/>
                    <a:pt x="140225" y="49418"/>
                  </a:cubicBezTo>
                  <a:cubicBezTo>
                    <a:pt x="141835" y="68888"/>
                    <a:pt x="143445" y="88504"/>
                    <a:pt x="145056" y="107974"/>
                  </a:cubicBezTo>
                  <a:cubicBezTo>
                    <a:pt x="145641" y="115147"/>
                    <a:pt x="146227" y="122320"/>
                    <a:pt x="146812" y="129493"/>
                  </a:cubicBezTo>
                  <a:cubicBezTo>
                    <a:pt x="147251" y="135642"/>
                    <a:pt x="147105" y="141937"/>
                    <a:pt x="151789" y="147060"/>
                  </a:cubicBezTo>
                  <a:cubicBezTo>
                    <a:pt x="150764" y="148085"/>
                    <a:pt x="150032" y="148964"/>
                    <a:pt x="149300" y="149696"/>
                  </a:cubicBezTo>
                  <a:cubicBezTo>
                    <a:pt x="124563" y="174436"/>
                    <a:pt x="99826" y="199176"/>
                    <a:pt x="75236" y="223916"/>
                  </a:cubicBezTo>
                  <a:cubicBezTo>
                    <a:pt x="73479" y="225673"/>
                    <a:pt x="72162" y="226404"/>
                    <a:pt x="69674" y="225087"/>
                  </a:cubicBezTo>
                  <a:cubicBezTo>
                    <a:pt x="63526" y="221720"/>
                    <a:pt x="56793" y="222306"/>
                    <a:pt x="50060" y="222306"/>
                  </a:cubicBezTo>
                  <a:cubicBezTo>
                    <a:pt x="38203" y="222452"/>
                    <a:pt x="27079" y="219670"/>
                    <a:pt x="17126" y="213229"/>
                  </a:cubicBezTo>
                  <a:cubicBezTo>
                    <a:pt x="11124" y="209423"/>
                    <a:pt x="5709" y="204446"/>
                    <a:pt x="0" y="200054"/>
                  </a:cubicBezTo>
                  <a:cubicBezTo>
                    <a:pt x="293" y="199761"/>
                    <a:pt x="586" y="199322"/>
                    <a:pt x="878" y="198883"/>
                  </a:cubicBezTo>
                  <a:close/>
                </a:path>
              </a:pathLst>
            </a:custGeom>
            <a:solidFill>
              <a:srgbClr val="163243"/>
            </a:solidFill>
            <a:ln>
              <a:noFill/>
            </a:ln>
          </p:spPr>
          <p:txBody>
            <a:bodyPr anchorCtr="0" anchor="ctr" bIns="38400" lIns="76800" spcFirstLastPara="1" rIns="76800" wrap="square" tIns="38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12"/>
                <a:buFont typeface="Arial"/>
                <a:buNone/>
              </a:pPr>
              <a:r>
                <a:t/>
              </a:r>
              <a:endParaRPr b="0" i="0" sz="1512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1" name="Google Shape;931;p41"/>
            <p:cNvSpPr/>
            <p:nvPr/>
          </p:nvSpPr>
          <p:spPr>
            <a:xfrm>
              <a:off x="7372774" y="3110253"/>
              <a:ext cx="50017" cy="107940"/>
            </a:xfrm>
            <a:custGeom>
              <a:rect b="b" l="l" r="r" t="t"/>
              <a:pathLst>
                <a:path extrusionOk="0" h="128500" w="59544">
                  <a:moveTo>
                    <a:pt x="54106" y="52758"/>
                  </a:moveTo>
                  <a:cubicBezTo>
                    <a:pt x="61132" y="62859"/>
                    <a:pt x="61132" y="77937"/>
                    <a:pt x="54253" y="87892"/>
                  </a:cubicBezTo>
                  <a:cubicBezTo>
                    <a:pt x="60986" y="96382"/>
                    <a:pt x="60108" y="106337"/>
                    <a:pt x="58059" y="115852"/>
                  </a:cubicBezTo>
                  <a:cubicBezTo>
                    <a:pt x="55717" y="126685"/>
                    <a:pt x="43568" y="131516"/>
                    <a:pt x="33614" y="126539"/>
                  </a:cubicBezTo>
                  <a:cubicBezTo>
                    <a:pt x="25857" y="122586"/>
                    <a:pt x="18099" y="118487"/>
                    <a:pt x="10487" y="114242"/>
                  </a:cubicBezTo>
                  <a:cubicBezTo>
                    <a:pt x="3901" y="110582"/>
                    <a:pt x="534" y="104873"/>
                    <a:pt x="680" y="97261"/>
                  </a:cubicBezTo>
                  <a:cubicBezTo>
                    <a:pt x="680" y="95065"/>
                    <a:pt x="827" y="92869"/>
                    <a:pt x="680" y="90673"/>
                  </a:cubicBezTo>
                  <a:cubicBezTo>
                    <a:pt x="388" y="85110"/>
                    <a:pt x="1851" y="80133"/>
                    <a:pt x="5218" y="76034"/>
                  </a:cubicBezTo>
                  <a:cubicBezTo>
                    <a:pt x="-1369" y="64030"/>
                    <a:pt x="-1369" y="52319"/>
                    <a:pt x="5072" y="40168"/>
                  </a:cubicBezTo>
                  <a:cubicBezTo>
                    <a:pt x="-1515" y="31677"/>
                    <a:pt x="-637" y="21576"/>
                    <a:pt x="1851" y="11915"/>
                  </a:cubicBezTo>
                  <a:cubicBezTo>
                    <a:pt x="4486" y="1521"/>
                    <a:pt x="16342" y="-2871"/>
                    <a:pt x="26003" y="1960"/>
                  </a:cubicBezTo>
                  <a:cubicBezTo>
                    <a:pt x="33907" y="5913"/>
                    <a:pt x="41811" y="10158"/>
                    <a:pt x="49569" y="14403"/>
                  </a:cubicBezTo>
                  <a:cubicBezTo>
                    <a:pt x="56009" y="17917"/>
                    <a:pt x="59083" y="23626"/>
                    <a:pt x="59083" y="30799"/>
                  </a:cubicBezTo>
                  <a:cubicBezTo>
                    <a:pt x="59083" y="33141"/>
                    <a:pt x="58937" y="35484"/>
                    <a:pt x="59083" y="37679"/>
                  </a:cubicBezTo>
                  <a:cubicBezTo>
                    <a:pt x="59230" y="43242"/>
                    <a:pt x="57912" y="48220"/>
                    <a:pt x="54106" y="52758"/>
                  </a:cubicBezTo>
                  <a:close/>
                </a:path>
              </a:pathLst>
            </a:custGeom>
            <a:solidFill>
              <a:srgbClr val="163243"/>
            </a:solidFill>
            <a:ln>
              <a:noFill/>
            </a:ln>
          </p:spPr>
          <p:txBody>
            <a:bodyPr anchorCtr="0" anchor="ctr" bIns="38400" lIns="76800" spcFirstLastPara="1" rIns="76800" wrap="square" tIns="38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12"/>
                <a:buFont typeface="Arial"/>
                <a:buNone/>
              </a:pPr>
              <a:r>
                <a:t/>
              </a:r>
              <a:endParaRPr b="0" i="0" sz="1512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32" name="Google Shape;932;p41"/>
          <p:cNvSpPr/>
          <p:nvPr/>
        </p:nvSpPr>
        <p:spPr>
          <a:xfrm>
            <a:off x="7357039" y="2871605"/>
            <a:ext cx="19562" cy="41155"/>
          </a:xfrm>
          <a:custGeom>
            <a:rect b="b" l="l" r="r" t="t"/>
            <a:pathLst>
              <a:path extrusionOk="0" h="48994" w="23288">
                <a:moveTo>
                  <a:pt x="23289" y="0"/>
                </a:moveTo>
                <a:cubicBezTo>
                  <a:pt x="23289" y="15810"/>
                  <a:pt x="23289" y="31328"/>
                  <a:pt x="23289" y="46845"/>
                </a:cubicBezTo>
                <a:cubicBezTo>
                  <a:pt x="17141" y="49919"/>
                  <a:pt x="17141" y="49919"/>
                  <a:pt x="12311" y="45381"/>
                </a:cubicBezTo>
                <a:cubicBezTo>
                  <a:pt x="10115" y="43332"/>
                  <a:pt x="7773" y="41282"/>
                  <a:pt x="5578" y="39086"/>
                </a:cubicBezTo>
                <a:cubicBezTo>
                  <a:pt x="-716" y="33084"/>
                  <a:pt x="-1741" y="24594"/>
                  <a:pt x="2796" y="17128"/>
                </a:cubicBezTo>
                <a:cubicBezTo>
                  <a:pt x="4699" y="14054"/>
                  <a:pt x="6602" y="10979"/>
                  <a:pt x="8798" y="7905"/>
                </a:cubicBezTo>
                <a:cubicBezTo>
                  <a:pt x="12311" y="3221"/>
                  <a:pt x="17141" y="439"/>
                  <a:pt x="23289" y="0"/>
                </a:cubicBezTo>
                <a:close/>
              </a:path>
            </a:pathLst>
          </a:custGeom>
          <a:solidFill>
            <a:srgbClr val="163243"/>
          </a:solidFill>
          <a:ln>
            <a:noFill/>
          </a:ln>
        </p:spPr>
        <p:txBody>
          <a:bodyPr anchorCtr="0" anchor="ctr" bIns="38400" lIns="76800" spcFirstLastPara="1" rIns="76800" wrap="square" tIns="38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12"/>
              <a:buFont typeface="Arial"/>
              <a:buNone/>
            </a:pPr>
            <a:r>
              <a:t/>
            </a:r>
            <a:endParaRPr b="0" i="0" sz="1512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6" name="Shape 9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7" name="Google Shape;937;p42"/>
          <p:cNvSpPr txBox="1"/>
          <p:nvPr/>
        </p:nvSpPr>
        <p:spPr>
          <a:xfrm>
            <a:off x="758075" y="227675"/>
            <a:ext cx="7076700" cy="280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" sz="2000" u="none" cap="none" strike="noStrike">
                <a:solidFill>
                  <a:srgbClr val="123546"/>
                </a:solidFill>
                <a:latin typeface="Archivo ExtraBold"/>
                <a:ea typeface="Archivo ExtraBold"/>
                <a:cs typeface="Archivo ExtraBold"/>
                <a:sym typeface="Archivo ExtraBold"/>
              </a:rPr>
              <a:t>Resultados desagregados | Digital</a:t>
            </a:r>
            <a:endParaRPr b="1" i="1" sz="1800" u="none" cap="none" strike="noStrike">
              <a:solidFill>
                <a:srgbClr val="133446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938" name="Google Shape;938;p42"/>
          <p:cNvSpPr/>
          <p:nvPr/>
        </p:nvSpPr>
        <p:spPr>
          <a:xfrm>
            <a:off x="292450" y="197829"/>
            <a:ext cx="366900" cy="366900"/>
          </a:xfrm>
          <a:prstGeom prst="ellipse">
            <a:avLst/>
          </a:prstGeom>
          <a:solidFill>
            <a:srgbClr val="1235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39" name="Google Shape;939;p42"/>
          <p:cNvGrpSpPr/>
          <p:nvPr/>
        </p:nvGrpSpPr>
        <p:grpSpPr>
          <a:xfrm>
            <a:off x="393808" y="275504"/>
            <a:ext cx="190480" cy="211556"/>
            <a:chOff x="2169088" y="811743"/>
            <a:chExt cx="3848087" cy="4273857"/>
          </a:xfrm>
        </p:grpSpPr>
        <p:sp>
          <p:nvSpPr>
            <p:cNvPr id="940" name="Google Shape;940;p42"/>
            <p:cNvSpPr/>
            <p:nvPr/>
          </p:nvSpPr>
          <p:spPr>
            <a:xfrm>
              <a:off x="2169088" y="811743"/>
              <a:ext cx="3345825" cy="4082275"/>
            </a:xfrm>
            <a:custGeom>
              <a:rect b="b" l="l" r="r" t="t"/>
              <a:pathLst>
                <a:path extrusionOk="0" h="163291" w="133833">
                  <a:moveTo>
                    <a:pt x="91175" y="34428"/>
                  </a:moveTo>
                  <a:cubicBezTo>
                    <a:pt x="96225" y="34428"/>
                    <a:pt x="101274" y="34428"/>
                    <a:pt x="106324" y="34456"/>
                  </a:cubicBezTo>
                  <a:cubicBezTo>
                    <a:pt x="109672" y="34456"/>
                    <a:pt x="111960" y="36520"/>
                    <a:pt x="111988" y="39506"/>
                  </a:cubicBezTo>
                  <a:cubicBezTo>
                    <a:pt x="112043" y="42602"/>
                    <a:pt x="109784" y="44862"/>
                    <a:pt x="106380" y="44890"/>
                  </a:cubicBezTo>
                  <a:cubicBezTo>
                    <a:pt x="101330" y="44904"/>
                    <a:pt x="96273" y="44911"/>
                    <a:pt x="91217" y="44911"/>
                  </a:cubicBezTo>
                  <a:cubicBezTo>
                    <a:pt x="86160" y="44911"/>
                    <a:pt x="81103" y="44904"/>
                    <a:pt x="76054" y="44890"/>
                  </a:cubicBezTo>
                  <a:cubicBezTo>
                    <a:pt x="72622" y="44862"/>
                    <a:pt x="70362" y="42658"/>
                    <a:pt x="70390" y="39561"/>
                  </a:cubicBezTo>
                  <a:cubicBezTo>
                    <a:pt x="70418" y="36492"/>
                    <a:pt x="72706" y="34456"/>
                    <a:pt x="76165" y="34456"/>
                  </a:cubicBezTo>
                  <a:cubicBezTo>
                    <a:pt x="81159" y="34428"/>
                    <a:pt x="86181" y="34428"/>
                    <a:pt x="91175" y="34428"/>
                  </a:cubicBezTo>
                  <a:close/>
                  <a:moveTo>
                    <a:pt x="42463" y="34428"/>
                  </a:moveTo>
                  <a:cubicBezTo>
                    <a:pt x="47457" y="34428"/>
                    <a:pt x="52451" y="34428"/>
                    <a:pt x="57445" y="34456"/>
                  </a:cubicBezTo>
                  <a:cubicBezTo>
                    <a:pt x="60849" y="34456"/>
                    <a:pt x="63108" y="36437"/>
                    <a:pt x="63192" y="39422"/>
                  </a:cubicBezTo>
                  <a:cubicBezTo>
                    <a:pt x="63276" y="42547"/>
                    <a:pt x="61044" y="44862"/>
                    <a:pt x="57668" y="44862"/>
                  </a:cubicBezTo>
                  <a:cubicBezTo>
                    <a:pt x="52590" y="44904"/>
                    <a:pt x="47506" y="44918"/>
                    <a:pt x="42421" y="44918"/>
                  </a:cubicBezTo>
                  <a:cubicBezTo>
                    <a:pt x="37337" y="44918"/>
                    <a:pt x="32252" y="44904"/>
                    <a:pt x="27174" y="44890"/>
                  </a:cubicBezTo>
                  <a:cubicBezTo>
                    <a:pt x="24217" y="44862"/>
                    <a:pt x="22069" y="43077"/>
                    <a:pt x="21650" y="40510"/>
                  </a:cubicBezTo>
                  <a:cubicBezTo>
                    <a:pt x="21232" y="37999"/>
                    <a:pt x="22627" y="35544"/>
                    <a:pt x="25082" y="34735"/>
                  </a:cubicBezTo>
                  <a:cubicBezTo>
                    <a:pt x="25835" y="34512"/>
                    <a:pt x="26672" y="34456"/>
                    <a:pt x="27481" y="34456"/>
                  </a:cubicBezTo>
                  <a:cubicBezTo>
                    <a:pt x="32475" y="34428"/>
                    <a:pt x="37469" y="34428"/>
                    <a:pt x="42463" y="34428"/>
                  </a:cubicBezTo>
                  <a:close/>
                  <a:moveTo>
                    <a:pt x="42425" y="55366"/>
                  </a:moveTo>
                  <a:cubicBezTo>
                    <a:pt x="47715" y="55366"/>
                    <a:pt x="53009" y="55380"/>
                    <a:pt x="58310" y="55408"/>
                  </a:cubicBezTo>
                  <a:cubicBezTo>
                    <a:pt x="60876" y="55408"/>
                    <a:pt x="62941" y="57473"/>
                    <a:pt x="63164" y="59984"/>
                  </a:cubicBezTo>
                  <a:cubicBezTo>
                    <a:pt x="63415" y="62662"/>
                    <a:pt x="61825" y="64977"/>
                    <a:pt x="59258" y="65591"/>
                  </a:cubicBezTo>
                  <a:cubicBezTo>
                    <a:pt x="58477" y="65759"/>
                    <a:pt x="57640" y="65814"/>
                    <a:pt x="56831" y="65814"/>
                  </a:cubicBezTo>
                  <a:cubicBezTo>
                    <a:pt x="55222" y="65824"/>
                    <a:pt x="53613" y="65827"/>
                    <a:pt x="52005" y="65827"/>
                  </a:cubicBezTo>
                  <a:cubicBezTo>
                    <a:pt x="48787" y="65827"/>
                    <a:pt x="45569" y="65814"/>
                    <a:pt x="42351" y="65814"/>
                  </a:cubicBezTo>
                  <a:cubicBezTo>
                    <a:pt x="39152" y="65814"/>
                    <a:pt x="35941" y="65827"/>
                    <a:pt x="32725" y="65827"/>
                  </a:cubicBezTo>
                  <a:cubicBezTo>
                    <a:pt x="31117" y="65827"/>
                    <a:pt x="29509" y="65824"/>
                    <a:pt x="27900" y="65814"/>
                  </a:cubicBezTo>
                  <a:cubicBezTo>
                    <a:pt x="27146" y="65814"/>
                    <a:pt x="26365" y="65759"/>
                    <a:pt x="25640" y="65619"/>
                  </a:cubicBezTo>
                  <a:cubicBezTo>
                    <a:pt x="23045" y="65033"/>
                    <a:pt x="21399" y="62773"/>
                    <a:pt x="21595" y="60095"/>
                  </a:cubicBezTo>
                  <a:cubicBezTo>
                    <a:pt x="21790" y="57528"/>
                    <a:pt x="23882" y="55408"/>
                    <a:pt x="26561" y="55408"/>
                  </a:cubicBezTo>
                  <a:cubicBezTo>
                    <a:pt x="31847" y="55380"/>
                    <a:pt x="37134" y="55366"/>
                    <a:pt x="42425" y="55366"/>
                  </a:cubicBezTo>
                  <a:close/>
                  <a:moveTo>
                    <a:pt x="106268" y="55352"/>
                  </a:moveTo>
                  <a:cubicBezTo>
                    <a:pt x="109644" y="55380"/>
                    <a:pt x="111904" y="57389"/>
                    <a:pt x="111988" y="60374"/>
                  </a:cubicBezTo>
                  <a:cubicBezTo>
                    <a:pt x="112071" y="63471"/>
                    <a:pt x="109811" y="65787"/>
                    <a:pt x="106436" y="65787"/>
                  </a:cubicBezTo>
                  <a:cubicBezTo>
                    <a:pt x="101358" y="65814"/>
                    <a:pt x="96273" y="65828"/>
                    <a:pt x="91189" y="65828"/>
                  </a:cubicBezTo>
                  <a:cubicBezTo>
                    <a:pt x="86104" y="65828"/>
                    <a:pt x="81020" y="65814"/>
                    <a:pt x="75942" y="65787"/>
                  </a:cubicBezTo>
                  <a:cubicBezTo>
                    <a:pt x="72566" y="65787"/>
                    <a:pt x="70306" y="63471"/>
                    <a:pt x="70390" y="60374"/>
                  </a:cubicBezTo>
                  <a:cubicBezTo>
                    <a:pt x="70474" y="57389"/>
                    <a:pt x="72734" y="55380"/>
                    <a:pt x="76109" y="55380"/>
                  </a:cubicBezTo>
                  <a:cubicBezTo>
                    <a:pt x="81159" y="55352"/>
                    <a:pt x="86237" y="55352"/>
                    <a:pt x="91286" y="55352"/>
                  </a:cubicBezTo>
                  <a:close/>
                  <a:moveTo>
                    <a:pt x="42379" y="76277"/>
                  </a:moveTo>
                  <a:cubicBezTo>
                    <a:pt x="47457" y="76277"/>
                    <a:pt x="52507" y="76277"/>
                    <a:pt x="57556" y="76304"/>
                  </a:cubicBezTo>
                  <a:cubicBezTo>
                    <a:pt x="60904" y="76304"/>
                    <a:pt x="63164" y="78369"/>
                    <a:pt x="63192" y="81382"/>
                  </a:cubicBezTo>
                  <a:cubicBezTo>
                    <a:pt x="63248" y="84479"/>
                    <a:pt x="60960" y="86711"/>
                    <a:pt x="57584" y="86739"/>
                  </a:cubicBezTo>
                  <a:cubicBezTo>
                    <a:pt x="52521" y="86753"/>
                    <a:pt x="47464" y="86760"/>
                    <a:pt x="42407" y="86760"/>
                  </a:cubicBezTo>
                  <a:cubicBezTo>
                    <a:pt x="37351" y="86760"/>
                    <a:pt x="32294" y="86753"/>
                    <a:pt x="27230" y="86739"/>
                  </a:cubicBezTo>
                  <a:cubicBezTo>
                    <a:pt x="24273" y="86739"/>
                    <a:pt x="22097" y="84981"/>
                    <a:pt x="21650" y="82442"/>
                  </a:cubicBezTo>
                  <a:cubicBezTo>
                    <a:pt x="21204" y="79931"/>
                    <a:pt x="22571" y="77448"/>
                    <a:pt x="24998" y="76639"/>
                  </a:cubicBezTo>
                  <a:cubicBezTo>
                    <a:pt x="25752" y="76360"/>
                    <a:pt x="26588" y="76304"/>
                    <a:pt x="27398" y="76304"/>
                  </a:cubicBezTo>
                  <a:cubicBezTo>
                    <a:pt x="32392" y="76277"/>
                    <a:pt x="37385" y="76277"/>
                    <a:pt x="42379" y="76277"/>
                  </a:cubicBezTo>
                  <a:close/>
                  <a:moveTo>
                    <a:pt x="83140" y="76277"/>
                  </a:moveTo>
                  <a:cubicBezTo>
                    <a:pt x="83696" y="76283"/>
                    <a:pt x="84251" y="76285"/>
                    <a:pt x="84805" y="76285"/>
                  </a:cubicBezTo>
                  <a:cubicBezTo>
                    <a:pt x="85792" y="76285"/>
                    <a:pt x="86776" y="76278"/>
                    <a:pt x="87758" y="76278"/>
                  </a:cubicBezTo>
                  <a:cubicBezTo>
                    <a:pt x="88656" y="76278"/>
                    <a:pt x="89553" y="76284"/>
                    <a:pt x="90449" y="76304"/>
                  </a:cubicBezTo>
                  <a:cubicBezTo>
                    <a:pt x="93518" y="76332"/>
                    <a:pt x="95750" y="78425"/>
                    <a:pt x="95862" y="81298"/>
                  </a:cubicBezTo>
                  <a:cubicBezTo>
                    <a:pt x="95974" y="84088"/>
                    <a:pt x="93825" y="86599"/>
                    <a:pt x="90812" y="86683"/>
                  </a:cubicBezTo>
                  <a:cubicBezTo>
                    <a:pt x="88259" y="86753"/>
                    <a:pt x="85707" y="86788"/>
                    <a:pt x="83154" y="86788"/>
                  </a:cubicBezTo>
                  <a:cubicBezTo>
                    <a:pt x="80601" y="86788"/>
                    <a:pt x="78048" y="86753"/>
                    <a:pt x="75496" y="86683"/>
                  </a:cubicBezTo>
                  <a:cubicBezTo>
                    <a:pt x="72371" y="86599"/>
                    <a:pt x="70278" y="84200"/>
                    <a:pt x="70390" y="81215"/>
                  </a:cubicBezTo>
                  <a:cubicBezTo>
                    <a:pt x="70530" y="78369"/>
                    <a:pt x="72734" y="76332"/>
                    <a:pt x="75830" y="76304"/>
                  </a:cubicBezTo>
                  <a:cubicBezTo>
                    <a:pt x="78285" y="76277"/>
                    <a:pt x="80713" y="76277"/>
                    <a:pt x="83140" y="76277"/>
                  </a:cubicBezTo>
                  <a:close/>
                  <a:moveTo>
                    <a:pt x="42491" y="97201"/>
                  </a:moveTo>
                  <a:cubicBezTo>
                    <a:pt x="47485" y="97201"/>
                    <a:pt x="52479" y="97201"/>
                    <a:pt x="57473" y="97229"/>
                  </a:cubicBezTo>
                  <a:cubicBezTo>
                    <a:pt x="60932" y="97229"/>
                    <a:pt x="63192" y="99321"/>
                    <a:pt x="63192" y="102418"/>
                  </a:cubicBezTo>
                  <a:cubicBezTo>
                    <a:pt x="63192" y="105487"/>
                    <a:pt x="60904" y="107663"/>
                    <a:pt x="57473" y="107663"/>
                  </a:cubicBezTo>
                  <a:cubicBezTo>
                    <a:pt x="52451" y="107677"/>
                    <a:pt x="47422" y="107684"/>
                    <a:pt x="42393" y="107684"/>
                  </a:cubicBezTo>
                  <a:cubicBezTo>
                    <a:pt x="37365" y="107684"/>
                    <a:pt x="32336" y="107677"/>
                    <a:pt x="27314" y="107663"/>
                  </a:cubicBezTo>
                  <a:cubicBezTo>
                    <a:pt x="23882" y="107635"/>
                    <a:pt x="21595" y="105459"/>
                    <a:pt x="21595" y="102418"/>
                  </a:cubicBezTo>
                  <a:cubicBezTo>
                    <a:pt x="21595" y="99321"/>
                    <a:pt x="23882" y="97229"/>
                    <a:pt x="27314" y="97229"/>
                  </a:cubicBezTo>
                  <a:cubicBezTo>
                    <a:pt x="32364" y="97201"/>
                    <a:pt x="37413" y="97201"/>
                    <a:pt x="42491" y="97201"/>
                  </a:cubicBezTo>
                  <a:close/>
                  <a:moveTo>
                    <a:pt x="32503" y="118476"/>
                  </a:moveTo>
                  <a:cubicBezTo>
                    <a:pt x="35795" y="118476"/>
                    <a:pt x="39087" y="118488"/>
                    <a:pt x="42379" y="118488"/>
                  </a:cubicBezTo>
                  <a:lnTo>
                    <a:pt x="57389" y="118488"/>
                  </a:lnTo>
                  <a:cubicBezTo>
                    <a:pt x="60876" y="118488"/>
                    <a:pt x="63164" y="120525"/>
                    <a:pt x="63192" y="123593"/>
                  </a:cubicBezTo>
                  <a:cubicBezTo>
                    <a:pt x="63248" y="126746"/>
                    <a:pt x="60932" y="128922"/>
                    <a:pt x="57389" y="128950"/>
                  </a:cubicBezTo>
                  <a:cubicBezTo>
                    <a:pt x="52367" y="128950"/>
                    <a:pt x="47338" y="128957"/>
                    <a:pt x="42310" y="128957"/>
                  </a:cubicBezTo>
                  <a:cubicBezTo>
                    <a:pt x="37281" y="128957"/>
                    <a:pt x="32252" y="128950"/>
                    <a:pt x="27230" y="128922"/>
                  </a:cubicBezTo>
                  <a:cubicBezTo>
                    <a:pt x="24273" y="128922"/>
                    <a:pt x="22097" y="127192"/>
                    <a:pt x="21650" y="124654"/>
                  </a:cubicBezTo>
                  <a:cubicBezTo>
                    <a:pt x="21204" y="122115"/>
                    <a:pt x="22571" y="119660"/>
                    <a:pt x="24998" y="118823"/>
                  </a:cubicBezTo>
                  <a:cubicBezTo>
                    <a:pt x="25807" y="118572"/>
                    <a:pt x="26700" y="118516"/>
                    <a:pt x="27565" y="118488"/>
                  </a:cubicBezTo>
                  <a:cubicBezTo>
                    <a:pt x="29211" y="118479"/>
                    <a:pt x="30857" y="118476"/>
                    <a:pt x="32503" y="118476"/>
                  </a:cubicBezTo>
                  <a:close/>
                  <a:moveTo>
                    <a:pt x="18498" y="0"/>
                  </a:moveTo>
                  <a:cubicBezTo>
                    <a:pt x="14871" y="837"/>
                    <a:pt x="11356" y="1953"/>
                    <a:pt x="8370" y="4325"/>
                  </a:cubicBezTo>
                  <a:cubicBezTo>
                    <a:pt x="3042" y="8538"/>
                    <a:pt x="56" y="14034"/>
                    <a:pt x="56" y="20841"/>
                  </a:cubicBezTo>
                  <a:cubicBezTo>
                    <a:pt x="1" y="61378"/>
                    <a:pt x="1" y="101944"/>
                    <a:pt x="29" y="142509"/>
                  </a:cubicBezTo>
                  <a:cubicBezTo>
                    <a:pt x="56" y="153669"/>
                    <a:pt x="9235" y="163154"/>
                    <a:pt x="20339" y="163210"/>
                  </a:cubicBezTo>
                  <a:cubicBezTo>
                    <a:pt x="29558" y="163274"/>
                    <a:pt x="38778" y="163291"/>
                    <a:pt x="47997" y="163291"/>
                  </a:cubicBezTo>
                  <a:cubicBezTo>
                    <a:pt x="59060" y="163291"/>
                    <a:pt x="70124" y="163266"/>
                    <a:pt x="81187" y="163266"/>
                  </a:cubicBezTo>
                  <a:cubicBezTo>
                    <a:pt x="81354" y="163266"/>
                    <a:pt x="81522" y="163210"/>
                    <a:pt x="81829" y="163182"/>
                  </a:cubicBezTo>
                  <a:cubicBezTo>
                    <a:pt x="71450" y="144155"/>
                    <a:pt x="70809" y="125016"/>
                    <a:pt x="82498" y="106575"/>
                  </a:cubicBezTo>
                  <a:cubicBezTo>
                    <a:pt x="93348" y="89433"/>
                    <a:pt x="109245" y="81520"/>
                    <a:pt x="128941" y="81520"/>
                  </a:cubicBezTo>
                  <a:cubicBezTo>
                    <a:pt x="130465" y="81520"/>
                    <a:pt x="132012" y="81567"/>
                    <a:pt x="133581" y="81661"/>
                  </a:cubicBezTo>
                  <a:lnTo>
                    <a:pt x="133581" y="79597"/>
                  </a:lnTo>
                  <a:cubicBezTo>
                    <a:pt x="133581" y="60597"/>
                    <a:pt x="133386" y="41598"/>
                    <a:pt x="133665" y="22599"/>
                  </a:cubicBezTo>
                  <a:cubicBezTo>
                    <a:pt x="133833" y="9933"/>
                    <a:pt x="124933" y="1423"/>
                    <a:pt x="115559" y="224"/>
                  </a:cubicBezTo>
                  <a:cubicBezTo>
                    <a:pt x="115419" y="224"/>
                    <a:pt x="115252" y="84"/>
                    <a:pt x="115112" y="0"/>
                  </a:cubicBezTo>
                  <a:close/>
                </a:path>
              </a:pathLst>
            </a:custGeom>
            <a:solidFill>
              <a:srgbClr val="8DE2D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1" name="Google Shape;941;p42"/>
            <p:cNvSpPr/>
            <p:nvPr/>
          </p:nvSpPr>
          <p:spPr>
            <a:xfrm>
              <a:off x="3700125" y="2911200"/>
              <a:ext cx="2317050" cy="2174400"/>
            </a:xfrm>
            <a:custGeom>
              <a:rect b="b" l="l" r="r" t="t"/>
              <a:pathLst>
                <a:path extrusionOk="0" h="86976" w="92682">
                  <a:moveTo>
                    <a:pt x="61246" y="27942"/>
                  </a:moveTo>
                  <a:cubicBezTo>
                    <a:pt x="62954" y="27942"/>
                    <a:pt x="64509" y="28984"/>
                    <a:pt x="65396" y="30508"/>
                  </a:cubicBezTo>
                  <a:cubicBezTo>
                    <a:pt x="66484" y="32349"/>
                    <a:pt x="66345" y="34693"/>
                    <a:pt x="64894" y="36534"/>
                  </a:cubicBezTo>
                  <a:cubicBezTo>
                    <a:pt x="61909" y="40328"/>
                    <a:pt x="58868" y="44067"/>
                    <a:pt x="55855" y="47833"/>
                  </a:cubicBezTo>
                  <a:cubicBezTo>
                    <a:pt x="53456" y="50818"/>
                    <a:pt x="51084" y="53832"/>
                    <a:pt x="48657" y="56789"/>
                  </a:cubicBezTo>
                  <a:cubicBezTo>
                    <a:pt x="47399" y="58321"/>
                    <a:pt x="45954" y="59098"/>
                    <a:pt x="44425" y="59098"/>
                  </a:cubicBezTo>
                  <a:cubicBezTo>
                    <a:pt x="43310" y="59098"/>
                    <a:pt x="42150" y="58685"/>
                    <a:pt x="40985" y="57849"/>
                  </a:cubicBezTo>
                  <a:cubicBezTo>
                    <a:pt x="36995" y="55031"/>
                    <a:pt x="33061" y="52158"/>
                    <a:pt x="29128" y="49284"/>
                  </a:cubicBezTo>
                  <a:cubicBezTo>
                    <a:pt x="26561" y="47359"/>
                    <a:pt x="26003" y="44151"/>
                    <a:pt x="27760" y="41751"/>
                  </a:cubicBezTo>
                  <a:cubicBezTo>
                    <a:pt x="28774" y="40394"/>
                    <a:pt x="30277" y="39679"/>
                    <a:pt x="31864" y="39679"/>
                  </a:cubicBezTo>
                  <a:cubicBezTo>
                    <a:pt x="32984" y="39679"/>
                    <a:pt x="34147" y="40036"/>
                    <a:pt x="35210" y="40775"/>
                  </a:cubicBezTo>
                  <a:cubicBezTo>
                    <a:pt x="37916" y="42672"/>
                    <a:pt x="40566" y="44653"/>
                    <a:pt x="43384" y="46661"/>
                  </a:cubicBezTo>
                  <a:cubicBezTo>
                    <a:pt x="47848" y="41110"/>
                    <a:pt x="52116" y="35669"/>
                    <a:pt x="56552" y="30368"/>
                  </a:cubicBezTo>
                  <a:cubicBezTo>
                    <a:pt x="57417" y="29336"/>
                    <a:pt x="58784" y="28471"/>
                    <a:pt x="60068" y="28109"/>
                  </a:cubicBezTo>
                  <a:cubicBezTo>
                    <a:pt x="60464" y="27995"/>
                    <a:pt x="60859" y="27942"/>
                    <a:pt x="61246" y="27942"/>
                  </a:cubicBezTo>
                  <a:close/>
                  <a:moveTo>
                    <a:pt x="46519" y="1"/>
                  </a:moveTo>
                  <a:cubicBezTo>
                    <a:pt x="43400" y="1"/>
                    <a:pt x="40238" y="348"/>
                    <a:pt x="37079" y="1074"/>
                  </a:cubicBezTo>
                  <a:cubicBezTo>
                    <a:pt x="14508" y="6264"/>
                    <a:pt x="1" y="27104"/>
                    <a:pt x="3600" y="50149"/>
                  </a:cubicBezTo>
                  <a:cubicBezTo>
                    <a:pt x="6250" y="67111"/>
                    <a:pt x="16210" y="78634"/>
                    <a:pt x="32336" y="84548"/>
                  </a:cubicBezTo>
                  <a:cubicBezTo>
                    <a:pt x="35628" y="85748"/>
                    <a:pt x="39199" y="86194"/>
                    <a:pt x="42631" y="86976"/>
                  </a:cubicBezTo>
                  <a:lnTo>
                    <a:pt x="50275" y="86976"/>
                  </a:lnTo>
                  <a:cubicBezTo>
                    <a:pt x="51084" y="86836"/>
                    <a:pt x="51865" y="86669"/>
                    <a:pt x="52646" y="86557"/>
                  </a:cubicBezTo>
                  <a:cubicBezTo>
                    <a:pt x="76500" y="82958"/>
                    <a:pt x="92682" y="61225"/>
                    <a:pt x="89417" y="37259"/>
                  </a:cubicBezTo>
                  <a:cubicBezTo>
                    <a:pt x="86455" y="15671"/>
                    <a:pt x="67470" y="1"/>
                    <a:pt x="46519" y="1"/>
                  </a:cubicBezTo>
                  <a:close/>
                </a:path>
              </a:pathLst>
            </a:custGeom>
            <a:solidFill>
              <a:srgbClr val="8DE2D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42" name="Google Shape;942;p42"/>
          <p:cNvSpPr txBox="1"/>
          <p:nvPr/>
        </p:nvSpPr>
        <p:spPr>
          <a:xfrm>
            <a:off x="758075" y="533085"/>
            <a:ext cx="5441100" cy="280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s" sz="1600" u="none" cap="none" strike="noStrike">
                <a:solidFill>
                  <a:srgbClr val="123546"/>
                </a:solidFill>
                <a:latin typeface="Archivo"/>
                <a:ea typeface="Archivo"/>
                <a:cs typeface="Archivo"/>
                <a:sym typeface="Archivo"/>
              </a:rPr>
              <a:t>{{camp_titulo}}</a:t>
            </a:r>
            <a:endParaRPr b="0" i="0" sz="1600" u="none" cap="none" strike="noStrike">
              <a:solidFill>
                <a:srgbClr val="123546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123546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graphicFrame>
        <p:nvGraphicFramePr>
          <p:cNvPr id="943" name="Google Shape;943;p42"/>
          <p:cNvGraphicFramePr/>
          <p:nvPr/>
        </p:nvGraphicFramePr>
        <p:xfrm>
          <a:off x="256649" y="95518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{7650D8E4-4787-4E29-98DA-0F39D9B7AF57}</a:tableStyleId>
              </a:tblPr>
              <a:tblGrid>
                <a:gridCol w="1673625"/>
                <a:gridCol w="832700"/>
                <a:gridCol w="852400"/>
                <a:gridCol w="1139575"/>
                <a:gridCol w="995150"/>
                <a:gridCol w="868725"/>
                <a:gridCol w="755825"/>
                <a:gridCol w="966850"/>
                <a:gridCol w="687100"/>
              </a:tblGrid>
              <a:tr h="3839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" sz="1100" u="none" cap="none" strike="noStrike">
                          <a:solidFill>
                            <a:srgbClr val="153245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Plataforma</a:t>
                      </a:r>
                      <a:endParaRPr b="1" sz="1100" u="none" cap="none" strike="noStrike">
                        <a:solidFill>
                          <a:srgbClr val="153245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CA1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" sz="1100" u="none" cap="none" strike="noStrike">
                          <a:solidFill>
                            <a:srgbClr val="153245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Objetivo</a:t>
                      </a:r>
                      <a:endParaRPr b="1" sz="1100" u="none" cap="none" strike="noStrike">
                        <a:solidFill>
                          <a:srgbClr val="153245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CA1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" sz="1100" u="none" cap="none" strike="noStrike">
                          <a:solidFill>
                            <a:srgbClr val="153245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Alcance</a:t>
                      </a:r>
                      <a:endParaRPr b="1" sz="1100" u="none" cap="none" strike="noStrike">
                        <a:solidFill>
                          <a:srgbClr val="153245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CA1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" sz="1100" u="none" cap="none" strike="noStrike">
                          <a:solidFill>
                            <a:srgbClr val="153245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Impresiones</a:t>
                      </a:r>
                      <a:endParaRPr b="1" sz="1100" u="none" cap="none" strike="noStrike">
                        <a:solidFill>
                          <a:srgbClr val="153245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CA1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" sz="1100" u="none" cap="none" strike="noStrike">
                          <a:solidFill>
                            <a:srgbClr val="153245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Frecuencia</a:t>
                      </a:r>
                      <a:endParaRPr b="1" sz="1100" u="none" cap="none" strike="noStrike">
                        <a:solidFill>
                          <a:srgbClr val="153245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CA1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" sz="1100" u="none" cap="none" strike="noStrike">
                          <a:solidFill>
                            <a:srgbClr val="153245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Clics</a:t>
                      </a:r>
                      <a:endParaRPr b="1" sz="1100" u="none" cap="none" strike="noStrike">
                        <a:solidFill>
                          <a:srgbClr val="153245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CA1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" sz="1100" u="none" cap="none" strike="noStrike">
                          <a:solidFill>
                            <a:srgbClr val="153245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CTR</a:t>
                      </a:r>
                      <a:endParaRPr b="1" sz="1100" u="none" cap="none" strike="noStrike">
                        <a:solidFill>
                          <a:srgbClr val="153245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CA1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" sz="1100" u="none" cap="none" strike="noStrike">
                          <a:solidFill>
                            <a:srgbClr val="153245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Vistas</a:t>
                      </a:r>
                      <a:endParaRPr b="1" sz="1100" u="none" cap="none" strike="noStrike">
                        <a:solidFill>
                          <a:srgbClr val="153245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CA1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" sz="1100" u="none" cap="none" strike="noStrike">
                          <a:solidFill>
                            <a:srgbClr val="153245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VTR</a:t>
                      </a:r>
                      <a:endParaRPr b="1" sz="1100" u="none" cap="none" strike="noStrike">
                        <a:solidFill>
                          <a:srgbClr val="153245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CA18"/>
                    </a:solidFill>
                  </a:tcPr>
                </a:tc>
              </a:tr>
              <a:tr h="473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100" u="none" cap="none" strike="noStrike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               Meta</a:t>
                      </a:r>
                      <a:endParaRPr sz="1100" u="none" cap="none" strike="noStrike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0" marB="0" marR="36000" marL="36000" anchor="ctr">
                    <a:lnL cap="flat" cmpd="sng" w="9525">
                      <a:solidFill>
                        <a:srgbClr val="FFFFFF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100" u="none" cap="none" strike="noStrike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Alcance</a:t>
                      </a:r>
                      <a:endParaRPr sz="1100" u="none" cap="none" strike="noStrike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</a:tr>
              <a:tr h="510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100" u="none" cap="none" strike="noStrike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               Google/YouTube</a:t>
                      </a:r>
                      <a:endParaRPr sz="1100" u="none" cap="none" strike="noStrike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0" marB="0" marR="36000" marL="36000" anchor="ctr">
                    <a:lnL cap="flat" cmpd="sng" w="9525">
                      <a:solidFill>
                        <a:srgbClr val="FFFFFF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100" u="none" cap="none" strike="noStrike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Clics/Vistas</a:t>
                      </a:r>
                      <a:endParaRPr sz="1100" u="none" cap="none" strike="noStrike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" sz="1200" u="none" cap="none" strike="noStrike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-</a:t>
                      </a:r>
                      <a:endParaRPr sz="1200" u="none" cap="none" strike="noStrike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" sz="1200" u="none" cap="none" strike="noStrike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-</a:t>
                      </a:r>
                      <a:endParaRPr sz="1200" u="none" cap="none" strike="noStrike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</a:tr>
              <a:tr h="5706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100" u="none" cap="none" strike="noStrike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              Programmatic</a:t>
                      </a:r>
                      <a:endParaRPr sz="1100" u="none" cap="none" strike="noStrike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0" marB="0" marR="36000" marL="36000" anchor="ctr">
                    <a:lnL cap="flat" cmpd="sng" w="9525">
                      <a:solidFill>
                        <a:srgbClr val="FFFFFF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100" u="none" cap="none" strike="noStrike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Alcance</a:t>
                      </a:r>
                      <a:endParaRPr sz="1100" u="none" cap="none" strike="noStrike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" sz="1200" u="none" cap="none" strike="noStrike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-</a:t>
                      </a:r>
                      <a:endParaRPr sz="1200" u="none" cap="none" strike="noStrike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" sz="1200" u="none" cap="none" strike="noStrike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-</a:t>
                      </a:r>
                      <a:endParaRPr sz="1200" u="none" cap="none" strike="noStrike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</a:tr>
              <a:tr h="430800"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" sz="1100" u="none" cap="none" strike="noStrike">
                          <a:solidFill>
                            <a:srgbClr val="FFFFFF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TOTALES</a:t>
                      </a:r>
                      <a:endParaRPr b="1" sz="1100" u="none" cap="none" strike="noStrike">
                        <a:solidFill>
                          <a:srgbClr val="FFFFFF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0" marB="0" marR="36000" marL="36000" anchor="ctr">
                    <a:lnL cap="flat" cmpd="sng" w="9525">
                      <a:solidFill>
                        <a:srgbClr val="FFFFFF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3748"/>
                    </a:solidFill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1" sz="1200" u="none" cap="none" strike="noStrike">
                        <a:solidFill>
                          <a:srgbClr val="FFFFFF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374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1" sz="1200" u="none" cap="none" strike="noStrike">
                        <a:solidFill>
                          <a:srgbClr val="FFFFFF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374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1" sz="1200" u="none" cap="none" strike="noStrike">
                        <a:solidFill>
                          <a:srgbClr val="FFFFFF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374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1" sz="1200" u="none" cap="none" strike="noStrike">
                        <a:solidFill>
                          <a:srgbClr val="FFFFFF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374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1" sz="1200" u="none" cap="none" strike="noStrike">
                        <a:solidFill>
                          <a:srgbClr val="FFFFFF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374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1" sz="1200" u="none" cap="none" strike="noStrike">
                        <a:solidFill>
                          <a:srgbClr val="FFFFFF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374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1" sz="1200" u="none" cap="none" strike="noStrike">
                        <a:solidFill>
                          <a:srgbClr val="FFFFFF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3748"/>
                    </a:solidFill>
                  </a:tcPr>
                </a:tc>
              </a:tr>
            </a:tbl>
          </a:graphicData>
        </a:graphic>
      </p:graphicFrame>
      <p:sp>
        <p:nvSpPr>
          <p:cNvPr id="944" name="Google Shape;944;p42"/>
          <p:cNvSpPr/>
          <p:nvPr/>
        </p:nvSpPr>
        <p:spPr>
          <a:xfrm>
            <a:off x="256550" y="3829516"/>
            <a:ext cx="8772000" cy="1012800"/>
          </a:xfrm>
          <a:prstGeom prst="roundRect">
            <a:avLst>
              <a:gd fmla="val 26355" name="adj"/>
            </a:avLst>
          </a:prstGeom>
          <a:solidFill>
            <a:srgbClr val="EEEEEE"/>
          </a:solidFill>
          <a:ln>
            <a:noFill/>
          </a:ln>
        </p:spPr>
        <p:txBody>
          <a:bodyPr anchorCtr="0" anchor="ctr" bIns="0" lIns="78550" spcFirstLastPara="1" rIns="78550" wrap="square" tIns="0">
            <a:no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31"/>
              <a:buFont typeface="Arial"/>
              <a:buNone/>
            </a:pPr>
            <a:r>
              <a:rPr b="1" i="0" lang="es" sz="1231" u="sng" cap="none" strike="noStrike">
                <a:solidFill>
                  <a:srgbClr val="000000"/>
                </a:solidFill>
                <a:latin typeface="Archivo"/>
                <a:ea typeface="Archivo"/>
                <a:cs typeface="Archivo"/>
                <a:sym typeface="Archivo"/>
              </a:rPr>
              <a:t>Insight</a:t>
            </a:r>
            <a:r>
              <a:rPr b="0" i="0" lang="es" sz="1231" u="none" cap="none" strike="noStrike">
                <a:solidFill>
                  <a:srgbClr val="000000"/>
                </a:solidFill>
                <a:latin typeface="Archivo"/>
                <a:ea typeface="Archivo"/>
                <a:cs typeface="Archivo"/>
                <a:sym typeface="Archivo"/>
              </a:rPr>
              <a:t>. {{camp_dig_insight}}</a:t>
            </a:r>
            <a:endParaRPr b="0" i="0" sz="1231" u="none" cap="none" strike="noStrike">
              <a:solidFill>
                <a:srgbClr val="000000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pic>
        <p:nvPicPr>
          <p:cNvPr id="945" name="Google Shape;945;p42" title="meta (4)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2798" y="1446766"/>
            <a:ext cx="278950" cy="27893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6" name="Google Shape;946;p42" title="imac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7948" y="2450396"/>
            <a:ext cx="288650" cy="288650"/>
          </a:xfrm>
          <a:prstGeom prst="rect">
            <a:avLst/>
          </a:prstGeom>
          <a:noFill/>
          <a:ln>
            <a:noFill/>
          </a:ln>
        </p:spPr>
      </p:pic>
      <p:sp>
        <p:nvSpPr>
          <p:cNvPr id="947" name="Google Shape;947;p42"/>
          <p:cNvSpPr txBox="1"/>
          <p:nvPr/>
        </p:nvSpPr>
        <p:spPr>
          <a:xfrm>
            <a:off x="332800" y="3457542"/>
            <a:ext cx="6470100" cy="28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s" sz="900" u="none" cap="none" strike="noStrike">
                <a:solidFill>
                  <a:srgbClr val="123546"/>
                </a:solidFill>
                <a:latin typeface="Archivo"/>
                <a:ea typeface="Archivo"/>
                <a:cs typeface="Archivo"/>
                <a:sym typeface="Archivo"/>
              </a:rPr>
              <a:t>Bench CTR {{camp_eje}}: Meta {{camp_bench_meta_ctr}}%. Google Ads {{camp_bench_google_ctr}}%. Programmatic {{camp_bench_prog_ctr}}%. </a:t>
            </a:r>
            <a:endParaRPr b="0" i="0" sz="900" u="none" cap="none" strike="noStrike">
              <a:solidFill>
                <a:srgbClr val="123546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s" sz="900" u="none" cap="none" strike="noStrike">
                <a:solidFill>
                  <a:srgbClr val="123546"/>
                </a:solidFill>
                <a:latin typeface="Archivo"/>
                <a:ea typeface="Archivo"/>
                <a:cs typeface="Archivo"/>
                <a:sym typeface="Archivo"/>
              </a:rPr>
              <a:t>Bench VTR {{camp_eje}}: Meta {{camp_bench_meta_vtr}}%. Google Ads {{camp_bench_google_vtr}}%. Programmatic {{camp_bench_prog_vtr}}%. </a:t>
            </a:r>
            <a:endParaRPr b="0" i="0" sz="900" u="none" cap="none" strike="noStrike">
              <a:solidFill>
                <a:srgbClr val="123546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123546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pic>
        <p:nvPicPr>
          <p:cNvPr id="948" name="Google Shape;948;p4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21212" y="1977353"/>
            <a:ext cx="302121" cy="2115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2" name="Shape 9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3" name="Google Shape;953;p43"/>
          <p:cNvSpPr txBox="1"/>
          <p:nvPr/>
        </p:nvSpPr>
        <p:spPr>
          <a:xfrm>
            <a:off x="758075" y="227675"/>
            <a:ext cx="7076700" cy="280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" sz="2000" u="none" cap="none" strike="noStrike">
                <a:solidFill>
                  <a:srgbClr val="123546"/>
                </a:solidFill>
                <a:latin typeface="Archivo ExtraBold"/>
                <a:ea typeface="Archivo ExtraBold"/>
                <a:cs typeface="Archivo ExtraBold"/>
                <a:sym typeface="Archivo ExtraBold"/>
              </a:rPr>
              <a:t>Resultados desagregados | Directa: envío de mail</a:t>
            </a:r>
            <a:endParaRPr b="1" i="0" sz="2200" u="none" cap="none" strike="noStrike">
              <a:solidFill>
                <a:srgbClr val="133446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954" name="Google Shape;954;p43"/>
          <p:cNvSpPr/>
          <p:nvPr/>
        </p:nvSpPr>
        <p:spPr>
          <a:xfrm>
            <a:off x="292450" y="197829"/>
            <a:ext cx="366900" cy="366900"/>
          </a:xfrm>
          <a:prstGeom prst="ellipse">
            <a:avLst/>
          </a:prstGeom>
          <a:solidFill>
            <a:srgbClr val="1235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55" name="Google Shape;955;p43"/>
          <p:cNvGrpSpPr/>
          <p:nvPr/>
        </p:nvGrpSpPr>
        <p:grpSpPr>
          <a:xfrm>
            <a:off x="393808" y="275504"/>
            <a:ext cx="190480" cy="211556"/>
            <a:chOff x="2169088" y="811743"/>
            <a:chExt cx="3848087" cy="4273857"/>
          </a:xfrm>
        </p:grpSpPr>
        <p:sp>
          <p:nvSpPr>
            <p:cNvPr id="956" name="Google Shape;956;p43"/>
            <p:cNvSpPr/>
            <p:nvPr/>
          </p:nvSpPr>
          <p:spPr>
            <a:xfrm>
              <a:off x="2169088" y="811743"/>
              <a:ext cx="3345825" cy="4082275"/>
            </a:xfrm>
            <a:custGeom>
              <a:rect b="b" l="l" r="r" t="t"/>
              <a:pathLst>
                <a:path extrusionOk="0" h="163291" w="133833">
                  <a:moveTo>
                    <a:pt x="91175" y="34428"/>
                  </a:moveTo>
                  <a:cubicBezTo>
                    <a:pt x="96225" y="34428"/>
                    <a:pt x="101274" y="34428"/>
                    <a:pt x="106324" y="34456"/>
                  </a:cubicBezTo>
                  <a:cubicBezTo>
                    <a:pt x="109672" y="34456"/>
                    <a:pt x="111960" y="36520"/>
                    <a:pt x="111988" y="39506"/>
                  </a:cubicBezTo>
                  <a:cubicBezTo>
                    <a:pt x="112043" y="42602"/>
                    <a:pt x="109784" y="44862"/>
                    <a:pt x="106380" y="44890"/>
                  </a:cubicBezTo>
                  <a:cubicBezTo>
                    <a:pt x="101330" y="44904"/>
                    <a:pt x="96273" y="44911"/>
                    <a:pt x="91217" y="44911"/>
                  </a:cubicBezTo>
                  <a:cubicBezTo>
                    <a:pt x="86160" y="44911"/>
                    <a:pt x="81103" y="44904"/>
                    <a:pt x="76054" y="44890"/>
                  </a:cubicBezTo>
                  <a:cubicBezTo>
                    <a:pt x="72622" y="44862"/>
                    <a:pt x="70362" y="42658"/>
                    <a:pt x="70390" y="39561"/>
                  </a:cubicBezTo>
                  <a:cubicBezTo>
                    <a:pt x="70418" y="36492"/>
                    <a:pt x="72706" y="34456"/>
                    <a:pt x="76165" y="34456"/>
                  </a:cubicBezTo>
                  <a:cubicBezTo>
                    <a:pt x="81159" y="34428"/>
                    <a:pt x="86181" y="34428"/>
                    <a:pt x="91175" y="34428"/>
                  </a:cubicBezTo>
                  <a:close/>
                  <a:moveTo>
                    <a:pt x="42463" y="34428"/>
                  </a:moveTo>
                  <a:cubicBezTo>
                    <a:pt x="47457" y="34428"/>
                    <a:pt x="52451" y="34428"/>
                    <a:pt x="57445" y="34456"/>
                  </a:cubicBezTo>
                  <a:cubicBezTo>
                    <a:pt x="60849" y="34456"/>
                    <a:pt x="63108" y="36437"/>
                    <a:pt x="63192" y="39422"/>
                  </a:cubicBezTo>
                  <a:cubicBezTo>
                    <a:pt x="63276" y="42547"/>
                    <a:pt x="61044" y="44862"/>
                    <a:pt x="57668" y="44862"/>
                  </a:cubicBezTo>
                  <a:cubicBezTo>
                    <a:pt x="52590" y="44904"/>
                    <a:pt x="47506" y="44918"/>
                    <a:pt x="42421" y="44918"/>
                  </a:cubicBezTo>
                  <a:cubicBezTo>
                    <a:pt x="37337" y="44918"/>
                    <a:pt x="32252" y="44904"/>
                    <a:pt x="27174" y="44890"/>
                  </a:cubicBezTo>
                  <a:cubicBezTo>
                    <a:pt x="24217" y="44862"/>
                    <a:pt x="22069" y="43077"/>
                    <a:pt x="21650" y="40510"/>
                  </a:cubicBezTo>
                  <a:cubicBezTo>
                    <a:pt x="21232" y="37999"/>
                    <a:pt x="22627" y="35544"/>
                    <a:pt x="25082" y="34735"/>
                  </a:cubicBezTo>
                  <a:cubicBezTo>
                    <a:pt x="25835" y="34512"/>
                    <a:pt x="26672" y="34456"/>
                    <a:pt x="27481" y="34456"/>
                  </a:cubicBezTo>
                  <a:cubicBezTo>
                    <a:pt x="32475" y="34428"/>
                    <a:pt x="37469" y="34428"/>
                    <a:pt x="42463" y="34428"/>
                  </a:cubicBezTo>
                  <a:close/>
                  <a:moveTo>
                    <a:pt x="42425" y="55366"/>
                  </a:moveTo>
                  <a:cubicBezTo>
                    <a:pt x="47715" y="55366"/>
                    <a:pt x="53009" y="55380"/>
                    <a:pt x="58310" y="55408"/>
                  </a:cubicBezTo>
                  <a:cubicBezTo>
                    <a:pt x="60876" y="55408"/>
                    <a:pt x="62941" y="57473"/>
                    <a:pt x="63164" y="59984"/>
                  </a:cubicBezTo>
                  <a:cubicBezTo>
                    <a:pt x="63415" y="62662"/>
                    <a:pt x="61825" y="64977"/>
                    <a:pt x="59258" y="65591"/>
                  </a:cubicBezTo>
                  <a:cubicBezTo>
                    <a:pt x="58477" y="65759"/>
                    <a:pt x="57640" y="65814"/>
                    <a:pt x="56831" y="65814"/>
                  </a:cubicBezTo>
                  <a:cubicBezTo>
                    <a:pt x="55222" y="65824"/>
                    <a:pt x="53613" y="65827"/>
                    <a:pt x="52005" y="65827"/>
                  </a:cubicBezTo>
                  <a:cubicBezTo>
                    <a:pt x="48787" y="65827"/>
                    <a:pt x="45569" y="65814"/>
                    <a:pt x="42351" y="65814"/>
                  </a:cubicBezTo>
                  <a:cubicBezTo>
                    <a:pt x="39152" y="65814"/>
                    <a:pt x="35941" y="65827"/>
                    <a:pt x="32725" y="65827"/>
                  </a:cubicBezTo>
                  <a:cubicBezTo>
                    <a:pt x="31117" y="65827"/>
                    <a:pt x="29509" y="65824"/>
                    <a:pt x="27900" y="65814"/>
                  </a:cubicBezTo>
                  <a:cubicBezTo>
                    <a:pt x="27146" y="65814"/>
                    <a:pt x="26365" y="65759"/>
                    <a:pt x="25640" y="65619"/>
                  </a:cubicBezTo>
                  <a:cubicBezTo>
                    <a:pt x="23045" y="65033"/>
                    <a:pt x="21399" y="62773"/>
                    <a:pt x="21595" y="60095"/>
                  </a:cubicBezTo>
                  <a:cubicBezTo>
                    <a:pt x="21790" y="57528"/>
                    <a:pt x="23882" y="55408"/>
                    <a:pt x="26561" y="55408"/>
                  </a:cubicBezTo>
                  <a:cubicBezTo>
                    <a:pt x="31847" y="55380"/>
                    <a:pt x="37134" y="55366"/>
                    <a:pt x="42425" y="55366"/>
                  </a:cubicBezTo>
                  <a:close/>
                  <a:moveTo>
                    <a:pt x="106268" y="55352"/>
                  </a:moveTo>
                  <a:cubicBezTo>
                    <a:pt x="109644" y="55380"/>
                    <a:pt x="111904" y="57389"/>
                    <a:pt x="111988" y="60374"/>
                  </a:cubicBezTo>
                  <a:cubicBezTo>
                    <a:pt x="112071" y="63471"/>
                    <a:pt x="109811" y="65787"/>
                    <a:pt x="106436" y="65787"/>
                  </a:cubicBezTo>
                  <a:cubicBezTo>
                    <a:pt x="101358" y="65814"/>
                    <a:pt x="96273" y="65828"/>
                    <a:pt x="91189" y="65828"/>
                  </a:cubicBezTo>
                  <a:cubicBezTo>
                    <a:pt x="86104" y="65828"/>
                    <a:pt x="81020" y="65814"/>
                    <a:pt x="75942" y="65787"/>
                  </a:cubicBezTo>
                  <a:cubicBezTo>
                    <a:pt x="72566" y="65787"/>
                    <a:pt x="70306" y="63471"/>
                    <a:pt x="70390" y="60374"/>
                  </a:cubicBezTo>
                  <a:cubicBezTo>
                    <a:pt x="70474" y="57389"/>
                    <a:pt x="72734" y="55380"/>
                    <a:pt x="76109" y="55380"/>
                  </a:cubicBezTo>
                  <a:cubicBezTo>
                    <a:pt x="81159" y="55352"/>
                    <a:pt x="86237" y="55352"/>
                    <a:pt x="91286" y="55352"/>
                  </a:cubicBezTo>
                  <a:close/>
                  <a:moveTo>
                    <a:pt x="42379" y="76277"/>
                  </a:moveTo>
                  <a:cubicBezTo>
                    <a:pt x="47457" y="76277"/>
                    <a:pt x="52507" y="76277"/>
                    <a:pt x="57556" y="76304"/>
                  </a:cubicBezTo>
                  <a:cubicBezTo>
                    <a:pt x="60904" y="76304"/>
                    <a:pt x="63164" y="78369"/>
                    <a:pt x="63192" y="81382"/>
                  </a:cubicBezTo>
                  <a:cubicBezTo>
                    <a:pt x="63248" y="84479"/>
                    <a:pt x="60960" y="86711"/>
                    <a:pt x="57584" y="86739"/>
                  </a:cubicBezTo>
                  <a:cubicBezTo>
                    <a:pt x="52521" y="86753"/>
                    <a:pt x="47464" y="86760"/>
                    <a:pt x="42407" y="86760"/>
                  </a:cubicBezTo>
                  <a:cubicBezTo>
                    <a:pt x="37351" y="86760"/>
                    <a:pt x="32294" y="86753"/>
                    <a:pt x="27230" y="86739"/>
                  </a:cubicBezTo>
                  <a:cubicBezTo>
                    <a:pt x="24273" y="86739"/>
                    <a:pt x="22097" y="84981"/>
                    <a:pt x="21650" y="82442"/>
                  </a:cubicBezTo>
                  <a:cubicBezTo>
                    <a:pt x="21204" y="79931"/>
                    <a:pt x="22571" y="77448"/>
                    <a:pt x="24998" y="76639"/>
                  </a:cubicBezTo>
                  <a:cubicBezTo>
                    <a:pt x="25752" y="76360"/>
                    <a:pt x="26588" y="76304"/>
                    <a:pt x="27398" y="76304"/>
                  </a:cubicBezTo>
                  <a:cubicBezTo>
                    <a:pt x="32392" y="76277"/>
                    <a:pt x="37385" y="76277"/>
                    <a:pt x="42379" y="76277"/>
                  </a:cubicBezTo>
                  <a:close/>
                  <a:moveTo>
                    <a:pt x="83140" y="76277"/>
                  </a:moveTo>
                  <a:cubicBezTo>
                    <a:pt x="83696" y="76283"/>
                    <a:pt x="84251" y="76285"/>
                    <a:pt x="84805" y="76285"/>
                  </a:cubicBezTo>
                  <a:cubicBezTo>
                    <a:pt x="85792" y="76285"/>
                    <a:pt x="86776" y="76278"/>
                    <a:pt x="87758" y="76278"/>
                  </a:cubicBezTo>
                  <a:cubicBezTo>
                    <a:pt x="88656" y="76278"/>
                    <a:pt x="89553" y="76284"/>
                    <a:pt x="90449" y="76304"/>
                  </a:cubicBezTo>
                  <a:cubicBezTo>
                    <a:pt x="93518" y="76332"/>
                    <a:pt x="95750" y="78425"/>
                    <a:pt x="95862" y="81298"/>
                  </a:cubicBezTo>
                  <a:cubicBezTo>
                    <a:pt x="95974" y="84088"/>
                    <a:pt x="93825" y="86599"/>
                    <a:pt x="90812" y="86683"/>
                  </a:cubicBezTo>
                  <a:cubicBezTo>
                    <a:pt x="88259" y="86753"/>
                    <a:pt x="85707" y="86788"/>
                    <a:pt x="83154" y="86788"/>
                  </a:cubicBezTo>
                  <a:cubicBezTo>
                    <a:pt x="80601" y="86788"/>
                    <a:pt x="78048" y="86753"/>
                    <a:pt x="75496" y="86683"/>
                  </a:cubicBezTo>
                  <a:cubicBezTo>
                    <a:pt x="72371" y="86599"/>
                    <a:pt x="70278" y="84200"/>
                    <a:pt x="70390" y="81215"/>
                  </a:cubicBezTo>
                  <a:cubicBezTo>
                    <a:pt x="70530" y="78369"/>
                    <a:pt x="72734" y="76332"/>
                    <a:pt x="75830" y="76304"/>
                  </a:cubicBezTo>
                  <a:cubicBezTo>
                    <a:pt x="78285" y="76277"/>
                    <a:pt x="80713" y="76277"/>
                    <a:pt x="83140" y="76277"/>
                  </a:cubicBezTo>
                  <a:close/>
                  <a:moveTo>
                    <a:pt x="42491" y="97201"/>
                  </a:moveTo>
                  <a:cubicBezTo>
                    <a:pt x="47485" y="97201"/>
                    <a:pt x="52479" y="97201"/>
                    <a:pt x="57473" y="97229"/>
                  </a:cubicBezTo>
                  <a:cubicBezTo>
                    <a:pt x="60932" y="97229"/>
                    <a:pt x="63192" y="99321"/>
                    <a:pt x="63192" y="102418"/>
                  </a:cubicBezTo>
                  <a:cubicBezTo>
                    <a:pt x="63192" y="105487"/>
                    <a:pt x="60904" y="107663"/>
                    <a:pt x="57473" y="107663"/>
                  </a:cubicBezTo>
                  <a:cubicBezTo>
                    <a:pt x="52451" y="107677"/>
                    <a:pt x="47422" y="107684"/>
                    <a:pt x="42393" y="107684"/>
                  </a:cubicBezTo>
                  <a:cubicBezTo>
                    <a:pt x="37365" y="107684"/>
                    <a:pt x="32336" y="107677"/>
                    <a:pt x="27314" y="107663"/>
                  </a:cubicBezTo>
                  <a:cubicBezTo>
                    <a:pt x="23882" y="107635"/>
                    <a:pt x="21595" y="105459"/>
                    <a:pt x="21595" y="102418"/>
                  </a:cubicBezTo>
                  <a:cubicBezTo>
                    <a:pt x="21595" y="99321"/>
                    <a:pt x="23882" y="97229"/>
                    <a:pt x="27314" y="97229"/>
                  </a:cubicBezTo>
                  <a:cubicBezTo>
                    <a:pt x="32364" y="97201"/>
                    <a:pt x="37413" y="97201"/>
                    <a:pt x="42491" y="97201"/>
                  </a:cubicBezTo>
                  <a:close/>
                  <a:moveTo>
                    <a:pt x="32503" y="118476"/>
                  </a:moveTo>
                  <a:cubicBezTo>
                    <a:pt x="35795" y="118476"/>
                    <a:pt x="39087" y="118488"/>
                    <a:pt x="42379" y="118488"/>
                  </a:cubicBezTo>
                  <a:lnTo>
                    <a:pt x="57389" y="118488"/>
                  </a:lnTo>
                  <a:cubicBezTo>
                    <a:pt x="60876" y="118488"/>
                    <a:pt x="63164" y="120525"/>
                    <a:pt x="63192" y="123593"/>
                  </a:cubicBezTo>
                  <a:cubicBezTo>
                    <a:pt x="63248" y="126746"/>
                    <a:pt x="60932" y="128922"/>
                    <a:pt x="57389" y="128950"/>
                  </a:cubicBezTo>
                  <a:cubicBezTo>
                    <a:pt x="52367" y="128950"/>
                    <a:pt x="47338" y="128957"/>
                    <a:pt x="42310" y="128957"/>
                  </a:cubicBezTo>
                  <a:cubicBezTo>
                    <a:pt x="37281" y="128957"/>
                    <a:pt x="32252" y="128950"/>
                    <a:pt x="27230" y="128922"/>
                  </a:cubicBezTo>
                  <a:cubicBezTo>
                    <a:pt x="24273" y="128922"/>
                    <a:pt x="22097" y="127192"/>
                    <a:pt x="21650" y="124654"/>
                  </a:cubicBezTo>
                  <a:cubicBezTo>
                    <a:pt x="21204" y="122115"/>
                    <a:pt x="22571" y="119660"/>
                    <a:pt x="24998" y="118823"/>
                  </a:cubicBezTo>
                  <a:cubicBezTo>
                    <a:pt x="25807" y="118572"/>
                    <a:pt x="26700" y="118516"/>
                    <a:pt x="27565" y="118488"/>
                  </a:cubicBezTo>
                  <a:cubicBezTo>
                    <a:pt x="29211" y="118479"/>
                    <a:pt x="30857" y="118476"/>
                    <a:pt x="32503" y="118476"/>
                  </a:cubicBezTo>
                  <a:close/>
                  <a:moveTo>
                    <a:pt x="18498" y="0"/>
                  </a:moveTo>
                  <a:cubicBezTo>
                    <a:pt x="14871" y="837"/>
                    <a:pt x="11356" y="1953"/>
                    <a:pt x="8370" y="4325"/>
                  </a:cubicBezTo>
                  <a:cubicBezTo>
                    <a:pt x="3042" y="8538"/>
                    <a:pt x="56" y="14034"/>
                    <a:pt x="56" y="20841"/>
                  </a:cubicBezTo>
                  <a:cubicBezTo>
                    <a:pt x="1" y="61378"/>
                    <a:pt x="1" y="101944"/>
                    <a:pt x="29" y="142509"/>
                  </a:cubicBezTo>
                  <a:cubicBezTo>
                    <a:pt x="56" y="153669"/>
                    <a:pt x="9235" y="163154"/>
                    <a:pt x="20339" y="163210"/>
                  </a:cubicBezTo>
                  <a:cubicBezTo>
                    <a:pt x="29558" y="163274"/>
                    <a:pt x="38778" y="163291"/>
                    <a:pt x="47997" y="163291"/>
                  </a:cubicBezTo>
                  <a:cubicBezTo>
                    <a:pt x="59060" y="163291"/>
                    <a:pt x="70124" y="163266"/>
                    <a:pt x="81187" y="163266"/>
                  </a:cubicBezTo>
                  <a:cubicBezTo>
                    <a:pt x="81354" y="163266"/>
                    <a:pt x="81522" y="163210"/>
                    <a:pt x="81829" y="163182"/>
                  </a:cubicBezTo>
                  <a:cubicBezTo>
                    <a:pt x="71450" y="144155"/>
                    <a:pt x="70809" y="125016"/>
                    <a:pt x="82498" y="106575"/>
                  </a:cubicBezTo>
                  <a:cubicBezTo>
                    <a:pt x="93348" y="89433"/>
                    <a:pt x="109245" y="81520"/>
                    <a:pt x="128941" y="81520"/>
                  </a:cubicBezTo>
                  <a:cubicBezTo>
                    <a:pt x="130465" y="81520"/>
                    <a:pt x="132012" y="81567"/>
                    <a:pt x="133581" y="81661"/>
                  </a:cubicBezTo>
                  <a:lnTo>
                    <a:pt x="133581" y="79597"/>
                  </a:lnTo>
                  <a:cubicBezTo>
                    <a:pt x="133581" y="60597"/>
                    <a:pt x="133386" y="41598"/>
                    <a:pt x="133665" y="22599"/>
                  </a:cubicBezTo>
                  <a:cubicBezTo>
                    <a:pt x="133833" y="9933"/>
                    <a:pt x="124933" y="1423"/>
                    <a:pt x="115559" y="224"/>
                  </a:cubicBezTo>
                  <a:cubicBezTo>
                    <a:pt x="115419" y="224"/>
                    <a:pt x="115252" y="84"/>
                    <a:pt x="115112" y="0"/>
                  </a:cubicBezTo>
                  <a:close/>
                </a:path>
              </a:pathLst>
            </a:custGeom>
            <a:solidFill>
              <a:srgbClr val="8DE2D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7" name="Google Shape;957;p43"/>
            <p:cNvSpPr/>
            <p:nvPr/>
          </p:nvSpPr>
          <p:spPr>
            <a:xfrm>
              <a:off x="3700125" y="2911200"/>
              <a:ext cx="2317050" cy="2174400"/>
            </a:xfrm>
            <a:custGeom>
              <a:rect b="b" l="l" r="r" t="t"/>
              <a:pathLst>
                <a:path extrusionOk="0" h="86976" w="92682">
                  <a:moveTo>
                    <a:pt x="61246" y="27942"/>
                  </a:moveTo>
                  <a:cubicBezTo>
                    <a:pt x="62954" y="27942"/>
                    <a:pt x="64509" y="28984"/>
                    <a:pt x="65396" y="30508"/>
                  </a:cubicBezTo>
                  <a:cubicBezTo>
                    <a:pt x="66484" y="32349"/>
                    <a:pt x="66345" y="34693"/>
                    <a:pt x="64894" y="36534"/>
                  </a:cubicBezTo>
                  <a:cubicBezTo>
                    <a:pt x="61909" y="40328"/>
                    <a:pt x="58868" y="44067"/>
                    <a:pt x="55855" y="47833"/>
                  </a:cubicBezTo>
                  <a:cubicBezTo>
                    <a:pt x="53456" y="50818"/>
                    <a:pt x="51084" y="53832"/>
                    <a:pt x="48657" y="56789"/>
                  </a:cubicBezTo>
                  <a:cubicBezTo>
                    <a:pt x="47399" y="58321"/>
                    <a:pt x="45954" y="59098"/>
                    <a:pt x="44425" y="59098"/>
                  </a:cubicBezTo>
                  <a:cubicBezTo>
                    <a:pt x="43310" y="59098"/>
                    <a:pt x="42150" y="58685"/>
                    <a:pt x="40985" y="57849"/>
                  </a:cubicBezTo>
                  <a:cubicBezTo>
                    <a:pt x="36995" y="55031"/>
                    <a:pt x="33061" y="52158"/>
                    <a:pt x="29128" y="49284"/>
                  </a:cubicBezTo>
                  <a:cubicBezTo>
                    <a:pt x="26561" y="47359"/>
                    <a:pt x="26003" y="44151"/>
                    <a:pt x="27760" y="41751"/>
                  </a:cubicBezTo>
                  <a:cubicBezTo>
                    <a:pt x="28774" y="40394"/>
                    <a:pt x="30277" y="39679"/>
                    <a:pt x="31864" y="39679"/>
                  </a:cubicBezTo>
                  <a:cubicBezTo>
                    <a:pt x="32984" y="39679"/>
                    <a:pt x="34147" y="40036"/>
                    <a:pt x="35210" y="40775"/>
                  </a:cubicBezTo>
                  <a:cubicBezTo>
                    <a:pt x="37916" y="42672"/>
                    <a:pt x="40566" y="44653"/>
                    <a:pt x="43384" y="46661"/>
                  </a:cubicBezTo>
                  <a:cubicBezTo>
                    <a:pt x="47848" y="41110"/>
                    <a:pt x="52116" y="35669"/>
                    <a:pt x="56552" y="30368"/>
                  </a:cubicBezTo>
                  <a:cubicBezTo>
                    <a:pt x="57417" y="29336"/>
                    <a:pt x="58784" y="28471"/>
                    <a:pt x="60068" y="28109"/>
                  </a:cubicBezTo>
                  <a:cubicBezTo>
                    <a:pt x="60464" y="27995"/>
                    <a:pt x="60859" y="27942"/>
                    <a:pt x="61246" y="27942"/>
                  </a:cubicBezTo>
                  <a:close/>
                  <a:moveTo>
                    <a:pt x="46519" y="1"/>
                  </a:moveTo>
                  <a:cubicBezTo>
                    <a:pt x="43400" y="1"/>
                    <a:pt x="40238" y="348"/>
                    <a:pt x="37079" y="1074"/>
                  </a:cubicBezTo>
                  <a:cubicBezTo>
                    <a:pt x="14508" y="6264"/>
                    <a:pt x="1" y="27104"/>
                    <a:pt x="3600" y="50149"/>
                  </a:cubicBezTo>
                  <a:cubicBezTo>
                    <a:pt x="6250" y="67111"/>
                    <a:pt x="16210" y="78634"/>
                    <a:pt x="32336" y="84548"/>
                  </a:cubicBezTo>
                  <a:cubicBezTo>
                    <a:pt x="35628" y="85748"/>
                    <a:pt x="39199" y="86194"/>
                    <a:pt x="42631" y="86976"/>
                  </a:cubicBezTo>
                  <a:lnTo>
                    <a:pt x="50275" y="86976"/>
                  </a:lnTo>
                  <a:cubicBezTo>
                    <a:pt x="51084" y="86836"/>
                    <a:pt x="51865" y="86669"/>
                    <a:pt x="52646" y="86557"/>
                  </a:cubicBezTo>
                  <a:cubicBezTo>
                    <a:pt x="76500" y="82958"/>
                    <a:pt x="92682" y="61225"/>
                    <a:pt x="89417" y="37259"/>
                  </a:cubicBezTo>
                  <a:cubicBezTo>
                    <a:pt x="86455" y="15671"/>
                    <a:pt x="67470" y="1"/>
                    <a:pt x="46519" y="1"/>
                  </a:cubicBezTo>
                  <a:close/>
                </a:path>
              </a:pathLst>
            </a:custGeom>
            <a:solidFill>
              <a:srgbClr val="8DE2D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58" name="Google Shape;958;p43"/>
          <p:cNvSpPr txBox="1"/>
          <p:nvPr/>
        </p:nvSpPr>
        <p:spPr>
          <a:xfrm>
            <a:off x="758075" y="533085"/>
            <a:ext cx="5441100" cy="280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s" sz="1600" u="none" cap="none" strike="noStrike">
                <a:solidFill>
                  <a:srgbClr val="123546"/>
                </a:solidFill>
                <a:latin typeface="Archivo"/>
                <a:ea typeface="Archivo"/>
                <a:cs typeface="Archivo"/>
                <a:sym typeface="Archivo"/>
              </a:rPr>
              <a:t>{{camp_titulo}}</a:t>
            </a:r>
            <a:endParaRPr b="0" i="0" sz="1600" u="none" cap="none" strike="noStrike">
              <a:solidFill>
                <a:srgbClr val="123546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123546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959" name="Google Shape;959;p43"/>
          <p:cNvSpPr/>
          <p:nvPr/>
        </p:nvSpPr>
        <p:spPr>
          <a:xfrm>
            <a:off x="237750" y="3819319"/>
            <a:ext cx="8791200" cy="904800"/>
          </a:xfrm>
          <a:prstGeom prst="roundRect">
            <a:avLst>
              <a:gd fmla="val 6282" name="adj"/>
            </a:avLst>
          </a:prstGeom>
          <a:solidFill>
            <a:srgbClr val="F0F5FB"/>
          </a:solidFill>
          <a:ln>
            <a:noFill/>
          </a:ln>
        </p:spPr>
        <p:txBody>
          <a:bodyPr anchorCtr="0" anchor="t" bIns="0" lIns="139200" spcFirstLastPara="1" rIns="139200" wrap="square" tIns="3093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5"/>
              <a:buFont typeface="Arial"/>
              <a:buNone/>
            </a:pPr>
            <a:br>
              <a:rPr b="0" i="0" lang="es" sz="1325" u="none" cap="none" strike="noStrike">
                <a:solidFill>
                  <a:srgbClr val="113748"/>
                </a:solidFill>
                <a:latin typeface="Archivo"/>
                <a:ea typeface="Archivo"/>
                <a:cs typeface="Archivo"/>
                <a:sym typeface="Archivo"/>
              </a:rPr>
            </a:br>
            <a:endParaRPr b="0" i="0" sz="1325" u="none" cap="none" strike="noStrike">
              <a:solidFill>
                <a:srgbClr val="113748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37"/>
              <a:buFont typeface="Arial"/>
              <a:buNone/>
            </a:pPr>
            <a:r>
              <a:t/>
            </a:r>
            <a:endParaRPr b="0" i="0" sz="1137" u="none" cap="none" strike="noStrike">
              <a:solidFill>
                <a:srgbClr val="123647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960" name="Google Shape;960;p43"/>
          <p:cNvSpPr txBox="1"/>
          <p:nvPr/>
        </p:nvSpPr>
        <p:spPr>
          <a:xfrm>
            <a:off x="305875" y="3857251"/>
            <a:ext cx="8655000" cy="9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" sz="1200" u="sng" cap="none" strike="noStrike">
                <a:solidFill>
                  <a:srgbClr val="133446"/>
                </a:solidFill>
                <a:latin typeface="Archivo"/>
                <a:ea typeface="Archivo"/>
                <a:cs typeface="Archivo"/>
                <a:sym typeface="Archivo"/>
              </a:rPr>
              <a:t>Insight</a:t>
            </a:r>
            <a:r>
              <a:rPr b="0" i="0" lang="es" sz="1200" u="none" cap="none" strike="noStrike">
                <a:solidFill>
                  <a:srgbClr val="133446"/>
                </a:solidFill>
                <a:latin typeface="Archivo"/>
                <a:ea typeface="Archivo"/>
                <a:cs typeface="Archivo"/>
                <a:sym typeface="Archivo"/>
              </a:rPr>
              <a:t>. {{camp_mail_insight}}</a:t>
            </a:r>
            <a:endParaRPr b="0" i="0" sz="1200" u="none" cap="none" strike="noStrike">
              <a:solidFill>
                <a:srgbClr val="133446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133446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961" name="Google Shape;961;p43"/>
          <p:cNvSpPr txBox="1"/>
          <p:nvPr/>
        </p:nvSpPr>
        <p:spPr>
          <a:xfrm>
            <a:off x="292461" y="4972080"/>
            <a:ext cx="2769000" cy="13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s" sz="900" u="sng" cap="none" strike="noStrike">
                <a:solidFill>
                  <a:srgbClr val="123546"/>
                </a:solidFill>
                <a:latin typeface="Archivo"/>
                <a:ea typeface="Archivo"/>
                <a:cs typeface="Archivo"/>
                <a:sym typeface="Archivo"/>
              </a:rPr>
              <a:t>Benchmark</a:t>
            </a:r>
            <a:r>
              <a:rPr b="0" i="0" lang="es" sz="900" u="none" cap="none" strike="noStrike">
                <a:solidFill>
                  <a:srgbClr val="123546"/>
                </a:solidFill>
                <a:latin typeface="Archivo"/>
                <a:ea typeface="Archivo"/>
                <a:cs typeface="Archivo"/>
                <a:sym typeface="Archivo"/>
              </a:rPr>
              <a:t>: </a:t>
            </a:r>
            <a:r>
              <a:rPr b="1" i="0" lang="es" sz="900" u="none" cap="none" strike="noStrike">
                <a:solidFill>
                  <a:srgbClr val="123546"/>
                </a:solidFill>
                <a:latin typeface="Archivo"/>
                <a:ea typeface="Archivo"/>
                <a:cs typeface="Archivo"/>
                <a:sym typeface="Archivo"/>
              </a:rPr>
              <a:t>Remitente </a:t>
            </a:r>
            <a:r>
              <a:rPr b="1" i="1" lang="es" sz="900" u="none" cap="none" strike="noStrike">
                <a:solidFill>
                  <a:srgbClr val="123546"/>
                </a:solidFill>
                <a:highlight>
                  <a:srgbClr val="FBAB04"/>
                </a:highlight>
                <a:latin typeface="Archivo"/>
                <a:ea typeface="Archivo"/>
                <a:cs typeface="Archivo"/>
                <a:sym typeface="Archivo"/>
              </a:rPr>
              <a:t>{{camp_remitente}}:</a:t>
            </a:r>
            <a:r>
              <a:rPr b="1" i="1" lang="es" sz="900" u="none" cap="none" strike="noStrike">
                <a:solidFill>
                  <a:srgbClr val="123546"/>
                </a:solidFill>
                <a:latin typeface="Archivo"/>
                <a:ea typeface="Archivo"/>
                <a:cs typeface="Archivo"/>
                <a:sym typeface="Archivo"/>
              </a:rPr>
              <a:t> </a:t>
            </a:r>
            <a:r>
              <a:rPr b="0" i="1" lang="es" sz="900" u="none" cap="none" strike="noStrike">
                <a:solidFill>
                  <a:srgbClr val="123546"/>
                </a:solidFill>
                <a:latin typeface="Archivo"/>
                <a:ea typeface="Archivo"/>
                <a:cs typeface="Archivo"/>
                <a:sym typeface="Archivo"/>
              </a:rPr>
              <a:t>{{camp_bench_remitente}}% </a:t>
            </a:r>
            <a:endParaRPr b="0" i="1" sz="900" u="none" cap="none" strike="noStrike">
              <a:solidFill>
                <a:srgbClr val="123546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graphicFrame>
        <p:nvGraphicFramePr>
          <p:cNvPr id="962" name="Google Shape;962;p43"/>
          <p:cNvGraphicFramePr/>
          <p:nvPr/>
        </p:nvGraphicFramePr>
        <p:xfrm>
          <a:off x="237600" y="85774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{7650D8E4-4787-4E29-98DA-0F39D9B7AF57}</a:tableStyleId>
              </a:tblPr>
              <a:tblGrid>
                <a:gridCol w="520475"/>
                <a:gridCol w="705325"/>
                <a:gridCol w="2159300"/>
                <a:gridCol w="949300"/>
                <a:gridCol w="987950"/>
                <a:gridCol w="1095925"/>
                <a:gridCol w="771875"/>
                <a:gridCol w="753850"/>
                <a:gridCol w="779300"/>
              </a:tblGrid>
              <a:tr h="342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" sz="1100" u="none" cap="none" strike="noStrike">
                          <a:solidFill>
                            <a:schemeClr val="dk1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Envío</a:t>
                      </a:r>
                      <a:endParaRPr b="1" sz="1100" u="none" cap="none" strike="noStrike">
                        <a:solidFill>
                          <a:schemeClr val="dk1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CA1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" sz="1100" u="none" cap="none" strike="noStrike">
                          <a:solidFill>
                            <a:schemeClr val="dk1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Fecha</a:t>
                      </a:r>
                      <a:endParaRPr b="1" sz="1100" u="none" cap="none" strike="noStrike">
                        <a:solidFill>
                          <a:schemeClr val="dk1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CA1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" sz="1100" u="none" cap="none" strike="noStrike">
                          <a:solidFill>
                            <a:schemeClr val="dk1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Audiencia</a:t>
                      </a:r>
                      <a:endParaRPr b="1" sz="1100" u="none" cap="none" strike="noStrike">
                        <a:solidFill>
                          <a:schemeClr val="dk1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CA1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" sz="1100" u="none" cap="none" strike="noStrike">
                          <a:solidFill>
                            <a:schemeClr val="dk1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Enviados</a:t>
                      </a:r>
                      <a:endParaRPr b="1" sz="1100" u="none" cap="none" strike="noStrike">
                        <a:solidFill>
                          <a:schemeClr val="dk1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CA1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" sz="1100" u="none" cap="none" strike="noStrike">
                          <a:solidFill>
                            <a:schemeClr val="dk1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Entregados</a:t>
                      </a:r>
                      <a:endParaRPr b="1" sz="1100" u="none" cap="none" strike="noStrike">
                        <a:solidFill>
                          <a:schemeClr val="dk1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CA1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" sz="1100" u="none" cap="none" strike="noStrike">
                          <a:solidFill>
                            <a:schemeClr val="dk1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Aperturas</a:t>
                      </a:r>
                      <a:endParaRPr b="1" sz="1100" u="none" cap="none" strike="noStrike">
                        <a:solidFill>
                          <a:schemeClr val="dk1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CA1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" sz="1100" u="none" cap="none" strike="noStrike">
                          <a:solidFill>
                            <a:schemeClr val="dk1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% OR</a:t>
                      </a:r>
                      <a:endParaRPr b="1" sz="1100" u="none" cap="none" strike="noStrike">
                        <a:solidFill>
                          <a:schemeClr val="dk1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CA1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" sz="1100" u="none" cap="none" strike="noStrike">
                          <a:solidFill>
                            <a:schemeClr val="dk1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Clics</a:t>
                      </a:r>
                      <a:endParaRPr b="1" sz="1100" u="none" cap="none" strike="noStrike">
                        <a:solidFill>
                          <a:schemeClr val="dk1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CA1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" sz="1100" u="none" cap="none" strike="noStrike">
                          <a:solidFill>
                            <a:schemeClr val="dk1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% CTOR</a:t>
                      </a:r>
                      <a:endParaRPr b="1" sz="1100" u="none" cap="none" strike="noStrike">
                        <a:solidFill>
                          <a:schemeClr val="dk1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CA18"/>
                    </a:solidFill>
                  </a:tcPr>
                </a:tc>
              </a:tr>
              <a:tr h="451075">
                <a:tc rowSpan="5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" sz="1100" u="none" cap="none" strike="noStrike">
                          <a:solidFill>
                            <a:schemeClr val="dk1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{{camp_env1_rem}}</a:t>
                      </a:r>
                      <a:endParaRPr b="1" sz="1100" u="none" cap="none" strike="noStrike">
                        <a:solidFill>
                          <a:schemeClr val="dk1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" sz="1100" u="none" cap="none" strike="noStrike">
                          <a:solidFill>
                            <a:schemeClr val="dk1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{{camp_env1_fecha}}</a:t>
                      </a:r>
                      <a:endParaRPr b="1" sz="1100" u="none" cap="none" strike="noStrike">
                        <a:solidFill>
                          <a:schemeClr val="dk1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101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100" u="none" cap="none" strike="noStrike">
                          <a:solidFill>
                            <a:schemeClr val="dk1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{{camp_env1_aud}}</a:t>
                      </a:r>
                      <a:endParaRPr sz="1100" u="none" cap="none" strike="noStrike">
                        <a:solidFill>
                          <a:schemeClr val="dk1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</a:tr>
              <a:tr h="451075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" sz="1100" u="none" cap="none" strike="noStrike">
                          <a:solidFill>
                            <a:schemeClr val="dk1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{{camp_env2_fecha}}</a:t>
                      </a:r>
                      <a:endParaRPr b="1" sz="1100" u="none" cap="none" strike="noStrike">
                        <a:solidFill>
                          <a:schemeClr val="dk1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101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100" u="none" cap="none" strike="noStrike">
                          <a:solidFill>
                            <a:schemeClr val="dk1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{{camp_env2_aud}}</a:t>
                      </a:r>
                      <a:endParaRPr sz="1100" u="none" cap="none" strike="noStrike">
                        <a:solidFill>
                          <a:schemeClr val="dk1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solidFill>
                          <a:schemeClr val="dk1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</a:tr>
              <a:tr h="363900">
                <a:tc vMerge="1"/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" sz="1100" u="none" cap="none" strike="noStrike">
                          <a:solidFill>
                            <a:schemeClr val="dk1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{{camp_env3_fecha}}</a:t>
                      </a:r>
                      <a:endParaRPr b="1" sz="1100" u="none" cap="none" strike="noStrike">
                        <a:solidFill>
                          <a:schemeClr val="dk1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101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100" u="none" cap="none" strike="noStrike">
                          <a:solidFill>
                            <a:schemeClr val="dk1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{{camp_env3_aud}}</a:t>
                      </a:r>
                      <a:endParaRPr sz="1100" u="none" cap="none" strike="noStrike">
                        <a:solidFill>
                          <a:schemeClr val="dk1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solidFill>
                          <a:schemeClr val="dk1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</a:tr>
              <a:tr h="348850">
                <a:tc vMerge="1"/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100" u="none" cap="none" strike="noStrike">
                          <a:solidFill>
                            <a:schemeClr val="dk1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{{camp_env4_aud}}</a:t>
                      </a:r>
                      <a:endParaRPr sz="1100" u="none" cap="none" strike="noStrike">
                        <a:solidFill>
                          <a:schemeClr val="dk1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solidFill>
                          <a:schemeClr val="dk1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</a:tr>
              <a:tr h="532325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" sz="1100" u="none" cap="none" strike="noStrike">
                          <a:solidFill>
                            <a:schemeClr val="dk1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{{camp_env5_fecha}}</a:t>
                      </a:r>
                      <a:endParaRPr b="1" sz="1100" u="none" cap="none" strike="noStrike">
                        <a:solidFill>
                          <a:schemeClr val="dk1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101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100" u="none" cap="none" strike="noStrike">
                          <a:solidFill>
                            <a:schemeClr val="dk1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{{camp_env5_aud}}</a:t>
                      </a:r>
                      <a:endParaRPr sz="1100" u="none" cap="none" strike="noStrike">
                        <a:solidFill>
                          <a:schemeClr val="dk1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solidFill>
                          <a:schemeClr val="dk1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</a:tr>
              <a:tr h="334450">
                <a:tc gridSpan="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" sz="1100" u="none" cap="none" strike="noStrike">
                          <a:solidFill>
                            <a:srgbClr val="FFFFFF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GLOBAL</a:t>
                      </a:r>
                      <a:endParaRPr b="1" sz="1100" u="none" cap="none" strike="noStrike">
                        <a:solidFill>
                          <a:srgbClr val="FFFFFF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3748"/>
                    </a:solidFill>
                  </a:tcPr>
                </a:tc>
                <a:tc hMerge="1"/>
                <a:tc h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solidFill>
                          <a:srgbClr val="FFFFFF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3F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solidFill>
                          <a:srgbClr val="FFFFFF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3F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solidFill>
                          <a:srgbClr val="FFFFFF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3F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solidFill>
                          <a:srgbClr val="FFFFFF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3F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solidFill>
                          <a:srgbClr val="FFFFFF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3F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solidFill>
                          <a:srgbClr val="FFFFFF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3F4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6" name="Shape 9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7" name="Google Shape;967;p44"/>
          <p:cNvPicPr preferRelativeResize="0"/>
          <p:nvPr/>
        </p:nvPicPr>
        <p:blipFill rotWithShape="1">
          <a:blip r:embed="rId4">
            <a:alphaModFix/>
          </a:blip>
          <a:srcRect b="-9291" l="10699" r="13040" t="619"/>
          <a:stretch/>
        </p:blipFill>
        <p:spPr>
          <a:xfrm>
            <a:off x="197050" y="1319115"/>
            <a:ext cx="2131976" cy="3841400"/>
          </a:xfrm>
          <a:prstGeom prst="rect">
            <a:avLst/>
          </a:prstGeom>
          <a:noFill/>
          <a:ln>
            <a:noFill/>
          </a:ln>
        </p:spPr>
      </p:pic>
      <p:sp>
        <p:nvSpPr>
          <p:cNvPr id="968" name="Google Shape;968;p44"/>
          <p:cNvSpPr txBox="1"/>
          <p:nvPr/>
        </p:nvSpPr>
        <p:spPr>
          <a:xfrm>
            <a:off x="758075" y="227675"/>
            <a:ext cx="7076700" cy="280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" sz="2000" u="none" cap="none" strike="noStrike">
                <a:solidFill>
                  <a:srgbClr val="123546"/>
                </a:solidFill>
                <a:latin typeface="Archivo ExtraBold"/>
                <a:ea typeface="Archivo ExtraBold"/>
                <a:cs typeface="Archivo ExtraBold"/>
                <a:sym typeface="Archivo ExtraBold"/>
              </a:rPr>
              <a:t>Resultados desagregados | Directa: respuestas</a:t>
            </a:r>
            <a:endParaRPr b="1" i="0" sz="2200" u="none" cap="none" strike="noStrike">
              <a:solidFill>
                <a:srgbClr val="133446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969" name="Google Shape;969;p44"/>
          <p:cNvSpPr/>
          <p:nvPr/>
        </p:nvSpPr>
        <p:spPr>
          <a:xfrm>
            <a:off x="292450" y="197829"/>
            <a:ext cx="366900" cy="366900"/>
          </a:xfrm>
          <a:prstGeom prst="ellipse">
            <a:avLst/>
          </a:prstGeom>
          <a:solidFill>
            <a:srgbClr val="1235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70" name="Google Shape;970;p44"/>
          <p:cNvGrpSpPr/>
          <p:nvPr/>
        </p:nvGrpSpPr>
        <p:grpSpPr>
          <a:xfrm>
            <a:off x="393808" y="275504"/>
            <a:ext cx="190480" cy="211556"/>
            <a:chOff x="2169088" y="811743"/>
            <a:chExt cx="3848087" cy="4273857"/>
          </a:xfrm>
        </p:grpSpPr>
        <p:sp>
          <p:nvSpPr>
            <p:cNvPr id="971" name="Google Shape;971;p44"/>
            <p:cNvSpPr/>
            <p:nvPr/>
          </p:nvSpPr>
          <p:spPr>
            <a:xfrm>
              <a:off x="2169088" y="811743"/>
              <a:ext cx="3345825" cy="4082275"/>
            </a:xfrm>
            <a:custGeom>
              <a:rect b="b" l="l" r="r" t="t"/>
              <a:pathLst>
                <a:path extrusionOk="0" h="163291" w="133833">
                  <a:moveTo>
                    <a:pt x="91175" y="34428"/>
                  </a:moveTo>
                  <a:cubicBezTo>
                    <a:pt x="96225" y="34428"/>
                    <a:pt x="101274" y="34428"/>
                    <a:pt x="106324" y="34456"/>
                  </a:cubicBezTo>
                  <a:cubicBezTo>
                    <a:pt x="109672" y="34456"/>
                    <a:pt x="111960" y="36520"/>
                    <a:pt x="111988" y="39506"/>
                  </a:cubicBezTo>
                  <a:cubicBezTo>
                    <a:pt x="112043" y="42602"/>
                    <a:pt x="109784" y="44862"/>
                    <a:pt x="106380" y="44890"/>
                  </a:cubicBezTo>
                  <a:cubicBezTo>
                    <a:pt x="101330" y="44904"/>
                    <a:pt x="96273" y="44911"/>
                    <a:pt x="91217" y="44911"/>
                  </a:cubicBezTo>
                  <a:cubicBezTo>
                    <a:pt x="86160" y="44911"/>
                    <a:pt x="81103" y="44904"/>
                    <a:pt x="76054" y="44890"/>
                  </a:cubicBezTo>
                  <a:cubicBezTo>
                    <a:pt x="72622" y="44862"/>
                    <a:pt x="70362" y="42658"/>
                    <a:pt x="70390" y="39561"/>
                  </a:cubicBezTo>
                  <a:cubicBezTo>
                    <a:pt x="70418" y="36492"/>
                    <a:pt x="72706" y="34456"/>
                    <a:pt x="76165" y="34456"/>
                  </a:cubicBezTo>
                  <a:cubicBezTo>
                    <a:pt x="81159" y="34428"/>
                    <a:pt x="86181" y="34428"/>
                    <a:pt x="91175" y="34428"/>
                  </a:cubicBezTo>
                  <a:close/>
                  <a:moveTo>
                    <a:pt x="42463" y="34428"/>
                  </a:moveTo>
                  <a:cubicBezTo>
                    <a:pt x="47457" y="34428"/>
                    <a:pt x="52451" y="34428"/>
                    <a:pt x="57445" y="34456"/>
                  </a:cubicBezTo>
                  <a:cubicBezTo>
                    <a:pt x="60849" y="34456"/>
                    <a:pt x="63108" y="36437"/>
                    <a:pt x="63192" y="39422"/>
                  </a:cubicBezTo>
                  <a:cubicBezTo>
                    <a:pt x="63276" y="42547"/>
                    <a:pt x="61044" y="44862"/>
                    <a:pt x="57668" y="44862"/>
                  </a:cubicBezTo>
                  <a:cubicBezTo>
                    <a:pt x="52590" y="44904"/>
                    <a:pt x="47506" y="44918"/>
                    <a:pt x="42421" y="44918"/>
                  </a:cubicBezTo>
                  <a:cubicBezTo>
                    <a:pt x="37337" y="44918"/>
                    <a:pt x="32252" y="44904"/>
                    <a:pt x="27174" y="44890"/>
                  </a:cubicBezTo>
                  <a:cubicBezTo>
                    <a:pt x="24217" y="44862"/>
                    <a:pt x="22069" y="43077"/>
                    <a:pt x="21650" y="40510"/>
                  </a:cubicBezTo>
                  <a:cubicBezTo>
                    <a:pt x="21232" y="37999"/>
                    <a:pt x="22627" y="35544"/>
                    <a:pt x="25082" y="34735"/>
                  </a:cubicBezTo>
                  <a:cubicBezTo>
                    <a:pt x="25835" y="34512"/>
                    <a:pt x="26672" y="34456"/>
                    <a:pt x="27481" y="34456"/>
                  </a:cubicBezTo>
                  <a:cubicBezTo>
                    <a:pt x="32475" y="34428"/>
                    <a:pt x="37469" y="34428"/>
                    <a:pt x="42463" y="34428"/>
                  </a:cubicBezTo>
                  <a:close/>
                  <a:moveTo>
                    <a:pt x="42425" y="55366"/>
                  </a:moveTo>
                  <a:cubicBezTo>
                    <a:pt x="47715" y="55366"/>
                    <a:pt x="53009" y="55380"/>
                    <a:pt x="58310" y="55408"/>
                  </a:cubicBezTo>
                  <a:cubicBezTo>
                    <a:pt x="60876" y="55408"/>
                    <a:pt x="62941" y="57473"/>
                    <a:pt x="63164" y="59984"/>
                  </a:cubicBezTo>
                  <a:cubicBezTo>
                    <a:pt x="63415" y="62662"/>
                    <a:pt x="61825" y="64977"/>
                    <a:pt x="59258" y="65591"/>
                  </a:cubicBezTo>
                  <a:cubicBezTo>
                    <a:pt x="58477" y="65759"/>
                    <a:pt x="57640" y="65814"/>
                    <a:pt x="56831" y="65814"/>
                  </a:cubicBezTo>
                  <a:cubicBezTo>
                    <a:pt x="55222" y="65824"/>
                    <a:pt x="53613" y="65827"/>
                    <a:pt x="52005" y="65827"/>
                  </a:cubicBezTo>
                  <a:cubicBezTo>
                    <a:pt x="48787" y="65827"/>
                    <a:pt x="45569" y="65814"/>
                    <a:pt x="42351" y="65814"/>
                  </a:cubicBezTo>
                  <a:cubicBezTo>
                    <a:pt x="39152" y="65814"/>
                    <a:pt x="35941" y="65827"/>
                    <a:pt x="32725" y="65827"/>
                  </a:cubicBezTo>
                  <a:cubicBezTo>
                    <a:pt x="31117" y="65827"/>
                    <a:pt x="29509" y="65824"/>
                    <a:pt x="27900" y="65814"/>
                  </a:cubicBezTo>
                  <a:cubicBezTo>
                    <a:pt x="27146" y="65814"/>
                    <a:pt x="26365" y="65759"/>
                    <a:pt x="25640" y="65619"/>
                  </a:cubicBezTo>
                  <a:cubicBezTo>
                    <a:pt x="23045" y="65033"/>
                    <a:pt x="21399" y="62773"/>
                    <a:pt x="21595" y="60095"/>
                  </a:cubicBezTo>
                  <a:cubicBezTo>
                    <a:pt x="21790" y="57528"/>
                    <a:pt x="23882" y="55408"/>
                    <a:pt x="26561" y="55408"/>
                  </a:cubicBezTo>
                  <a:cubicBezTo>
                    <a:pt x="31847" y="55380"/>
                    <a:pt x="37134" y="55366"/>
                    <a:pt x="42425" y="55366"/>
                  </a:cubicBezTo>
                  <a:close/>
                  <a:moveTo>
                    <a:pt x="106268" y="55352"/>
                  </a:moveTo>
                  <a:cubicBezTo>
                    <a:pt x="109644" y="55380"/>
                    <a:pt x="111904" y="57389"/>
                    <a:pt x="111988" y="60374"/>
                  </a:cubicBezTo>
                  <a:cubicBezTo>
                    <a:pt x="112071" y="63471"/>
                    <a:pt x="109811" y="65787"/>
                    <a:pt x="106436" y="65787"/>
                  </a:cubicBezTo>
                  <a:cubicBezTo>
                    <a:pt x="101358" y="65814"/>
                    <a:pt x="96273" y="65828"/>
                    <a:pt x="91189" y="65828"/>
                  </a:cubicBezTo>
                  <a:cubicBezTo>
                    <a:pt x="86104" y="65828"/>
                    <a:pt x="81020" y="65814"/>
                    <a:pt x="75942" y="65787"/>
                  </a:cubicBezTo>
                  <a:cubicBezTo>
                    <a:pt x="72566" y="65787"/>
                    <a:pt x="70306" y="63471"/>
                    <a:pt x="70390" y="60374"/>
                  </a:cubicBezTo>
                  <a:cubicBezTo>
                    <a:pt x="70474" y="57389"/>
                    <a:pt x="72734" y="55380"/>
                    <a:pt x="76109" y="55380"/>
                  </a:cubicBezTo>
                  <a:cubicBezTo>
                    <a:pt x="81159" y="55352"/>
                    <a:pt x="86237" y="55352"/>
                    <a:pt x="91286" y="55352"/>
                  </a:cubicBezTo>
                  <a:close/>
                  <a:moveTo>
                    <a:pt x="42379" y="76277"/>
                  </a:moveTo>
                  <a:cubicBezTo>
                    <a:pt x="47457" y="76277"/>
                    <a:pt x="52507" y="76277"/>
                    <a:pt x="57556" y="76304"/>
                  </a:cubicBezTo>
                  <a:cubicBezTo>
                    <a:pt x="60904" y="76304"/>
                    <a:pt x="63164" y="78369"/>
                    <a:pt x="63192" y="81382"/>
                  </a:cubicBezTo>
                  <a:cubicBezTo>
                    <a:pt x="63248" y="84479"/>
                    <a:pt x="60960" y="86711"/>
                    <a:pt x="57584" y="86739"/>
                  </a:cubicBezTo>
                  <a:cubicBezTo>
                    <a:pt x="52521" y="86753"/>
                    <a:pt x="47464" y="86760"/>
                    <a:pt x="42407" y="86760"/>
                  </a:cubicBezTo>
                  <a:cubicBezTo>
                    <a:pt x="37351" y="86760"/>
                    <a:pt x="32294" y="86753"/>
                    <a:pt x="27230" y="86739"/>
                  </a:cubicBezTo>
                  <a:cubicBezTo>
                    <a:pt x="24273" y="86739"/>
                    <a:pt x="22097" y="84981"/>
                    <a:pt x="21650" y="82442"/>
                  </a:cubicBezTo>
                  <a:cubicBezTo>
                    <a:pt x="21204" y="79931"/>
                    <a:pt x="22571" y="77448"/>
                    <a:pt x="24998" y="76639"/>
                  </a:cubicBezTo>
                  <a:cubicBezTo>
                    <a:pt x="25752" y="76360"/>
                    <a:pt x="26588" y="76304"/>
                    <a:pt x="27398" y="76304"/>
                  </a:cubicBezTo>
                  <a:cubicBezTo>
                    <a:pt x="32392" y="76277"/>
                    <a:pt x="37385" y="76277"/>
                    <a:pt x="42379" y="76277"/>
                  </a:cubicBezTo>
                  <a:close/>
                  <a:moveTo>
                    <a:pt x="83140" y="76277"/>
                  </a:moveTo>
                  <a:cubicBezTo>
                    <a:pt x="83696" y="76283"/>
                    <a:pt x="84251" y="76285"/>
                    <a:pt x="84805" y="76285"/>
                  </a:cubicBezTo>
                  <a:cubicBezTo>
                    <a:pt x="85792" y="76285"/>
                    <a:pt x="86776" y="76278"/>
                    <a:pt x="87758" y="76278"/>
                  </a:cubicBezTo>
                  <a:cubicBezTo>
                    <a:pt x="88656" y="76278"/>
                    <a:pt x="89553" y="76284"/>
                    <a:pt x="90449" y="76304"/>
                  </a:cubicBezTo>
                  <a:cubicBezTo>
                    <a:pt x="93518" y="76332"/>
                    <a:pt x="95750" y="78425"/>
                    <a:pt x="95862" y="81298"/>
                  </a:cubicBezTo>
                  <a:cubicBezTo>
                    <a:pt x="95974" y="84088"/>
                    <a:pt x="93825" y="86599"/>
                    <a:pt x="90812" y="86683"/>
                  </a:cubicBezTo>
                  <a:cubicBezTo>
                    <a:pt x="88259" y="86753"/>
                    <a:pt x="85707" y="86788"/>
                    <a:pt x="83154" y="86788"/>
                  </a:cubicBezTo>
                  <a:cubicBezTo>
                    <a:pt x="80601" y="86788"/>
                    <a:pt x="78048" y="86753"/>
                    <a:pt x="75496" y="86683"/>
                  </a:cubicBezTo>
                  <a:cubicBezTo>
                    <a:pt x="72371" y="86599"/>
                    <a:pt x="70278" y="84200"/>
                    <a:pt x="70390" y="81215"/>
                  </a:cubicBezTo>
                  <a:cubicBezTo>
                    <a:pt x="70530" y="78369"/>
                    <a:pt x="72734" y="76332"/>
                    <a:pt x="75830" y="76304"/>
                  </a:cubicBezTo>
                  <a:cubicBezTo>
                    <a:pt x="78285" y="76277"/>
                    <a:pt x="80713" y="76277"/>
                    <a:pt x="83140" y="76277"/>
                  </a:cubicBezTo>
                  <a:close/>
                  <a:moveTo>
                    <a:pt x="42491" y="97201"/>
                  </a:moveTo>
                  <a:cubicBezTo>
                    <a:pt x="47485" y="97201"/>
                    <a:pt x="52479" y="97201"/>
                    <a:pt x="57473" y="97229"/>
                  </a:cubicBezTo>
                  <a:cubicBezTo>
                    <a:pt x="60932" y="97229"/>
                    <a:pt x="63192" y="99321"/>
                    <a:pt x="63192" y="102418"/>
                  </a:cubicBezTo>
                  <a:cubicBezTo>
                    <a:pt x="63192" y="105487"/>
                    <a:pt x="60904" y="107663"/>
                    <a:pt x="57473" y="107663"/>
                  </a:cubicBezTo>
                  <a:cubicBezTo>
                    <a:pt x="52451" y="107677"/>
                    <a:pt x="47422" y="107684"/>
                    <a:pt x="42393" y="107684"/>
                  </a:cubicBezTo>
                  <a:cubicBezTo>
                    <a:pt x="37365" y="107684"/>
                    <a:pt x="32336" y="107677"/>
                    <a:pt x="27314" y="107663"/>
                  </a:cubicBezTo>
                  <a:cubicBezTo>
                    <a:pt x="23882" y="107635"/>
                    <a:pt x="21595" y="105459"/>
                    <a:pt x="21595" y="102418"/>
                  </a:cubicBezTo>
                  <a:cubicBezTo>
                    <a:pt x="21595" y="99321"/>
                    <a:pt x="23882" y="97229"/>
                    <a:pt x="27314" y="97229"/>
                  </a:cubicBezTo>
                  <a:cubicBezTo>
                    <a:pt x="32364" y="97201"/>
                    <a:pt x="37413" y="97201"/>
                    <a:pt x="42491" y="97201"/>
                  </a:cubicBezTo>
                  <a:close/>
                  <a:moveTo>
                    <a:pt x="32503" y="118476"/>
                  </a:moveTo>
                  <a:cubicBezTo>
                    <a:pt x="35795" y="118476"/>
                    <a:pt x="39087" y="118488"/>
                    <a:pt x="42379" y="118488"/>
                  </a:cubicBezTo>
                  <a:lnTo>
                    <a:pt x="57389" y="118488"/>
                  </a:lnTo>
                  <a:cubicBezTo>
                    <a:pt x="60876" y="118488"/>
                    <a:pt x="63164" y="120525"/>
                    <a:pt x="63192" y="123593"/>
                  </a:cubicBezTo>
                  <a:cubicBezTo>
                    <a:pt x="63248" y="126746"/>
                    <a:pt x="60932" y="128922"/>
                    <a:pt x="57389" y="128950"/>
                  </a:cubicBezTo>
                  <a:cubicBezTo>
                    <a:pt x="52367" y="128950"/>
                    <a:pt x="47338" y="128957"/>
                    <a:pt x="42310" y="128957"/>
                  </a:cubicBezTo>
                  <a:cubicBezTo>
                    <a:pt x="37281" y="128957"/>
                    <a:pt x="32252" y="128950"/>
                    <a:pt x="27230" y="128922"/>
                  </a:cubicBezTo>
                  <a:cubicBezTo>
                    <a:pt x="24273" y="128922"/>
                    <a:pt x="22097" y="127192"/>
                    <a:pt x="21650" y="124654"/>
                  </a:cubicBezTo>
                  <a:cubicBezTo>
                    <a:pt x="21204" y="122115"/>
                    <a:pt x="22571" y="119660"/>
                    <a:pt x="24998" y="118823"/>
                  </a:cubicBezTo>
                  <a:cubicBezTo>
                    <a:pt x="25807" y="118572"/>
                    <a:pt x="26700" y="118516"/>
                    <a:pt x="27565" y="118488"/>
                  </a:cubicBezTo>
                  <a:cubicBezTo>
                    <a:pt x="29211" y="118479"/>
                    <a:pt x="30857" y="118476"/>
                    <a:pt x="32503" y="118476"/>
                  </a:cubicBezTo>
                  <a:close/>
                  <a:moveTo>
                    <a:pt x="18498" y="0"/>
                  </a:moveTo>
                  <a:cubicBezTo>
                    <a:pt x="14871" y="837"/>
                    <a:pt x="11356" y="1953"/>
                    <a:pt x="8370" y="4325"/>
                  </a:cubicBezTo>
                  <a:cubicBezTo>
                    <a:pt x="3042" y="8538"/>
                    <a:pt x="56" y="14034"/>
                    <a:pt x="56" y="20841"/>
                  </a:cubicBezTo>
                  <a:cubicBezTo>
                    <a:pt x="1" y="61378"/>
                    <a:pt x="1" y="101944"/>
                    <a:pt x="29" y="142509"/>
                  </a:cubicBezTo>
                  <a:cubicBezTo>
                    <a:pt x="56" y="153669"/>
                    <a:pt x="9235" y="163154"/>
                    <a:pt x="20339" y="163210"/>
                  </a:cubicBezTo>
                  <a:cubicBezTo>
                    <a:pt x="29558" y="163274"/>
                    <a:pt x="38778" y="163291"/>
                    <a:pt x="47997" y="163291"/>
                  </a:cubicBezTo>
                  <a:cubicBezTo>
                    <a:pt x="59060" y="163291"/>
                    <a:pt x="70124" y="163266"/>
                    <a:pt x="81187" y="163266"/>
                  </a:cubicBezTo>
                  <a:cubicBezTo>
                    <a:pt x="81354" y="163266"/>
                    <a:pt x="81522" y="163210"/>
                    <a:pt x="81829" y="163182"/>
                  </a:cubicBezTo>
                  <a:cubicBezTo>
                    <a:pt x="71450" y="144155"/>
                    <a:pt x="70809" y="125016"/>
                    <a:pt x="82498" y="106575"/>
                  </a:cubicBezTo>
                  <a:cubicBezTo>
                    <a:pt x="93348" y="89433"/>
                    <a:pt x="109245" y="81520"/>
                    <a:pt x="128941" y="81520"/>
                  </a:cubicBezTo>
                  <a:cubicBezTo>
                    <a:pt x="130465" y="81520"/>
                    <a:pt x="132012" y="81567"/>
                    <a:pt x="133581" y="81661"/>
                  </a:cubicBezTo>
                  <a:lnTo>
                    <a:pt x="133581" y="79597"/>
                  </a:lnTo>
                  <a:cubicBezTo>
                    <a:pt x="133581" y="60597"/>
                    <a:pt x="133386" y="41598"/>
                    <a:pt x="133665" y="22599"/>
                  </a:cubicBezTo>
                  <a:cubicBezTo>
                    <a:pt x="133833" y="9933"/>
                    <a:pt x="124933" y="1423"/>
                    <a:pt x="115559" y="224"/>
                  </a:cubicBezTo>
                  <a:cubicBezTo>
                    <a:pt x="115419" y="224"/>
                    <a:pt x="115252" y="84"/>
                    <a:pt x="115112" y="0"/>
                  </a:cubicBezTo>
                  <a:close/>
                </a:path>
              </a:pathLst>
            </a:custGeom>
            <a:solidFill>
              <a:srgbClr val="8DE2D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2" name="Google Shape;972;p44"/>
            <p:cNvSpPr/>
            <p:nvPr/>
          </p:nvSpPr>
          <p:spPr>
            <a:xfrm>
              <a:off x="3700125" y="2911200"/>
              <a:ext cx="2317050" cy="2174400"/>
            </a:xfrm>
            <a:custGeom>
              <a:rect b="b" l="l" r="r" t="t"/>
              <a:pathLst>
                <a:path extrusionOk="0" h="86976" w="92682">
                  <a:moveTo>
                    <a:pt x="61246" y="27942"/>
                  </a:moveTo>
                  <a:cubicBezTo>
                    <a:pt x="62954" y="27942"/>
                    <a:pt x="64509" y="28984"/>
                    <a:pt x="65396" y="30508"/>
                  </a:cubicBezTo>
                  <a:cubicBezTo>
                    <a:pt x="66484" y="32349"/>
                    <a:pt x="66345" y="34693"/>
                    <a:pt x="64894" y="36534"/>
                  </a:cubicBezTo>
                  <a:cubicBezTo>
                    <a:pt x="61909" y="40328"/>
                    <a:pt x="58868" y="44067"/>
                    <a:pt x="55855" y="47833"/>
                  </a:cubicBezTo>
                  <a:cubicBezTo>
                    <a:pt x="53456" y="50818"/>
                    <a:pt x="51084" y="53832"/>
                    <a:pt x="48657" y="56789"/>
                  </a:cubicBezTo>
                  <a:cubicBezTo>
                    <a:pt x="47399" y="58321"/>
                    <a:pt x="45954" y="59098"/>
                    <a:pt x="44425" y="59098"/>
                  </a:cubicBezTo>
                  <a:cubicBezTo>
                    <a:pt x="43310" y="59098"/>
                    <a:pt x="42150" y="58685"/>
                    <a:pt x="40985" y="57849"/>
                  </a:cubicBezTo>
                  <a:cubicBezTo>
                    <a:pt x="36995" y="55031"/>
                    <a:pt x="33061" y="52158"/>
                    <a:pt x="29128" y="49284"/>
                  </a:cubicBezTo>
                  <a:cubicBezTo>
                    <a:pt x="26561" y="47359"/>
                    <a:pt x="26003" y="44151"/>
                    <a:pt x="27760" y="41751"/>
                  </a:cubicBezTo>
                  <a:cubicBezTo>
                    <a:pt x="28774" y="40394"/>
                    <a:pt x="30277" y="39679"/>
                    <a:pt x="31864" y="39679"/>
                  </a:cubicBezTo>
                  <a:cubicBezTo>
                    <a:pt x="32984" y="39679"/>
                    <a:pt x="34147" y="40036"/>
                    <a:pt x="35210" y="40775"/>
                  </a:cubicBezTo>
                  <a:cubicBezTo>
                    <a:pt x="37916" y="42672"/>
                    <a:pt x="40566" y="44653"/>
                    <a:pt x="43384" y="46661"/>
                  </a:cubicBezTo>
                  <a:cubicBezTo>
                    <a:pt x="47848" y="41110"/>
                    <a:pt x="52116" y="35669"/>
                    <a:pt x="56552" y="30368"/>
                  </a:cubicBezTo>
                  <a:cubicBezTo>
                    <a:pt x="57417" y="29336"/>
                    <a:pt x="58784" y="28471"/>
                    <a:pt x="60068" y="28109"/>
                  </a:cubicBezTo>
                  <a:cubicBezTo>
                    <a:pt x="60464" y="27995"/>
                    <a:pt x="60859" y="27942"/>
                    <a:pt x="61246" y="27942"/>
                  </a:cubicBezTo>
                  <a:close/>
                  <a:moveTo>
                    <a:pt x="46519" y="1"/>
                  </a:moveTo>
                  <a:cubicBezTo>
                    <a:pt x="43400" y="1"/>
                    <a:pt x="40238" y="348"/>
                    <a:pt x="37079" y="1074"/>
                  </a:cubicBezTo>
                  <a:cubicBezTo>
                    <a:pt x="14508" y="6264"/>
                    <a:pt x="1" y="27104"/>
                    <a:pt x="3600" y="50149"/>
                  </a:cubicBezTo>
                  <a:cubicBezTo>
                    <a:pt x="6250" y="67111"/>
                    <a:pt x="16210" y="78634"/>
                    <a:pt x="32336" y="84548"/>
                  </a:cubicBezTo>
                  <a:cubicBezTo>
                    <a:pt x="35628" y="85748"/>
                    <a:pt x="39199" y="86194"/>
                    <a:pt x="42631" y="86976"/>
                  </a:cubicBezTo>
                  <a:lnTo>
                    <a:pt x="50275" y="86976"/>
                  </a:lnTo>
                  <a:cubicBezTo>
                    <a:pt x="51084" y="86836"/>
                    <a:pt x="51865" y="86669"/>
                    <a:pt x="52646" y="86557"/>
                  </a:cubicBezTo>
                  <a:cubicBezTo>
                    <a:pt x="76500" y="82958"/>
                    <a:pt x="92682" y="61225"/>
                    <a:pt x="89417" y="37259"/>
                  </a:cubicBezTo>
                  <a:cubicBezTo>
                    <a:pt x="86455" y="15671"/>
                    <a:pt x="67470" y="1"/>
                    <a:pt x="46519" y="1"/>
                  </a:cubicBezTo>
                  <a:close/>
                </a:path>
              </a:pathLst>
            </a:custGeom>
            <a:solidFill>
              <a:srgbClr val="8DE2D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73" name="Google Shape;973;p44"/>
          <p:cNvSpPr txBox="1"/>
          <p:nvPr/>
        </p:nvSpPr>
        <p:spPr>
          <a:xfrm>
            <a:off x="758075" y="533075"/>
            <a:ext cx="1974600" cy="280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" sz="1600" u="none" cap="none" strike="noStrike">
                <a:solidFill>
                  <a:srgbClr val="123546"/>
                </a:solidFill>
                <a:latin typeface="Archivo"/>
                <a:ea typeface="Archivo"/>
                <a:cs typeface="Archivo"/>
                <a:sym typeface="Archivo"/>
              </a:rPr>
              <a:t>{{camp_titulo}}</a:t>
            </a:r>
            <a:endParaRPr b="0" i="0" sz="1600" u="none" cap="none" strike="noStrike">
              <a:solidFill>
                <a:srgbClr val="123546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974" name="Google Shape;974;p44"/>
          <p:cNvSpPr/>
          <p:nvPr/>
        </p:nvSpPr>
        <p:spPr>
          <a:xfrm>
            <a:off x="2481375" y="2878906"/>
            <a:ext cx="6597000" cy="2105400"/>
          </a:xfrm>
          <a:prstGeom prst="roundRect">
            <a:avLst>
              <a:gd fmla="val 26355" name="adj"/>
            </a:avLst>
          </a:prstGeom>
          <a:solidFill>
            <a:srgbClr val="EEEEEE"/>
          </a:solidFill>
          <a:ln>
            <a:noFill/>
          </a:ln>
        </p:spPr>
        <p:txBody>
          <a:bodyPr anchorCtr="0" anchor="ctr" bIns="0" lIns="78550" spcFirstLastPara="1" rIns="78550" wrap="square" tIns="72000">
            <a:noAutofit/>
          </a:bodyPr>
          <a:lstStyle/>
          <a:p>
            <a:pPr indent="0" lvl="0" marL="180000" marR="82144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31"/>
              <a:buFont typeface="Arial"/>
              <a:buNone/>
            </a:pPr>
            <a:r>
              <a:rPr b="1" i="0" lang="es" sz="1231" u="sng" cap="none" strike="noStrike">
                <a:solidFill>
                  <a:srgbClr val="000000"/>
                </a:solidFill>
                <a:latin typeface="Archivo"/>
                <a:ea typeface="Archivo"/>
                <a:cs typeface="Archivo"/>
                <a:sym typeface="Archivo"/>
              </a:rPr>
              <a:t>Insight</a:t>
            </a:r>
            <a:r>
              <a:rPr b="0" i="0" lang="es" sz="1231" u="none" cap="none" strike="noStrike">
                <a:solidFill>
                  <a:srgbClr val="000000"/>
                </a:solidFill>
                <a:latin typeface="Archivo"/>
                <a:ea typeface="Archivo"/>
                <a:cs typeface="Archivo"/>
                <a:sym typeface="Archivo"/>
              </a:rPr>
              <a:t>. {{camp_resp_insight}}</a:t>
            </a:r>
            <a:endParaRPr b="0" i="0" sz="1231" u="none" cap="none" strike="noStrike">
              <a:solidFill>
                <a:srgbClr val="000000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graphicFrame>
        <p:nvGraphicFramePr>
          <p:cNvPr id="975" name="Google Shape;975;p44"/>
          <p:cNvGraphicFramePr/>
          <p:nvPr/>
        </p:nvGraphicFramePr>
        <p:xfrm>
          <a:off x="2553318" y="98671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{7650D8E4-4787-4E29-98DA-0F39D9B7AF57}</a:tableStyleId>
              </a:tblPr>
              <a:tblGrid>
                <a:gridCol w="1290625"/>
                <a:gridCol w="1290625"/>
                <a:gridCol w="1290625"/>
                <a:gridCol w="1290625"/>
                <a:gridCol w="1290625"/>
              </a:tblGrid>
              <a:tr h="360450">
                <a:tc gridSpan="5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1" lang="es" sz="1300" u="none" cap="none" strike="noStrike">
                          <a:solidFill>
                            <a:srgbClr val="153245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Respuestas moderadas: </a:t>
                      </a:r>
                      <a:r>
                        <a:rPr b="1" lang="es" sz="1600" u="none" cap="none" strike="noStrike">
                          <a:solidFill>
                            <a:srgbClr val="153245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{{camp_resp_total}}</a:t>
                      </a:r>
                      <a:endParaRPr b="1" sz="1200" u="none" cap="none" strike="noStrike">
                        <a:solidFill>
                          <a:srgbClr val="153245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CA18"/>
                    </a:solidFill>
                  </a:tcPr>
                </a:tc>
                <a:tc hMerge="1"/>
                <a:tc hMerge="1"/>
                <a:tc hMerge="1"/>
                <a:tc hMerge="1"/>
              </a:tr>
              <a:tr h="4363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" sz="1200" u="none" cap="none" strike="noStrike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Positivas</a:t>
                      </a:r>
                      <a:endParaRPr b="1" sz="1200" u="none" cap="none" strike="noStrike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0" marB="0" marR="36000" marL="360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" sz="1200" u="none" cap="none" strike="noStrike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Neutras</a:t>
                      </a:r>
                      <a:endParaRPr b="1" sz="1200" u="none" cap="none" strike="noStrike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0" marB="0" marR="36000" marL="360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" sz="1200" u="none" cap="none" strike="noStrike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Negativas</a:t>
                      </a:r>
                      <a:endParaRPr b="1" sz="1200" u="none" cap="none" strike="noStrike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0" marB="0" marR="36000" marL="360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" sz="1200" u="none" cap="none" strike="noStrike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Información</a:t>
                      </a:r>
                      <a:endParaRPr b="1" sz="1200" u="none" cap="none" strike="noStrike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0" marB="0" marR="36000" marL="360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" sz="1200" u="none" cap="none" strike="noStrike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Solicitudes</a:t>
                      </a:r>
                      <a:endParaRPr b="1" sz="1200" u="none" cap="none" strike="noStrike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0" marB="0" marR="36000" marL="360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D1DC"/>
                    </a:solidFill>
                  </a:tcPr>
                </a:tc>
              </a:tr>
              <a:tr h="780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" sz="1200" u="none" cap="none" strike="noStrike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{{camp_resp_pos}}</a:t>
                      </a:r>
                      <a:endParaRPr sz="1200" u="none" cap="none" strike="noStrike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  <a:p>
                      <a:pPr indent="0" lvl="0" marL="0" marR="0" rtl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" sz="1200" u="none" cap="none" strike="noStrike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({{camp_resp_pos_pct}}%)</a:t>
                      </a:r>
                      <a:endParaRPr sz="1200" u="none" cap="none" strike="noStrike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72000" marB="0" marR="36000" marL="360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200" u="none" cap="none" strike="noStrike">
                          <a:solidFill>
                            <a:schemeClr val="dk1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{{camp_resp_neu}}</a:t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  <a:p>
                      <a:pPr indent="0" lvl="0" marL="0" marR="0" rtl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" sz="1200" u="none" cap="none" strike="noStrike">
                          <a:solidFill>
                            <a:schemeClr val="dk1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({{camp_resp_neu_pct}}%)</a:t>
                      </a:r>
                      <a:endParaRPr sz="1200" u="none" cap="none" strike="noStrike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72000" marB="0" marR="36000" marL="360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200" u="none" cap="none" strike="noStrike">
                          <a:solidFill>
                            <a:schemeClr val="dk1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{{camp_resp_neg}}</a:t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  <a:p>
                      <a:pPr indent="0" lvl="0" marL="0" marR="0" rtl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" sz="1200" u="none" cap="none" strike="noStrike">
                          <a:solidFill>
                            <a:schemeClr val="dk1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({{camp_resp_neg_pct}}%)</a:t>
                      </a:r>
                      <a:endParaRPr sz="1200" u="none" cap="none" strike="noStrike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72000" marB="0" marR="36000" marL="360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200" u="none" cap="none" strike="noStrike">
                          <a:solidFill>
                            <a:schemeClr val="dk1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{{camp_resp_info}}</a:t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  <a:p>
                      <a:pPr indent="0" lvl="0" marL="0" marR="0" rtl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" sz="1200" u="none" cap="none" strike="noStrike">
                          <a:solidFill>
                            <a:schemeClr val="dk1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({{camp_resp_info_pct}}%)</a:t>
                      </a:r>
                      <a:endParaRPr sz="1200" u="none" cap="none" strike="noStrike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72000" marB="0" marR="36000" marL="360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200" u="none" cap="none" strike="noStrike">
                          <a:solidFill>
                            <a:schemeClr val="dk1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{{camp_resp_sol}}</a:t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  <a:p>
                      <a:pPr indent="0" lvl="0" marL="0" marR="0" rtl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" sz="1200" u="none" cap="none" strike="noStrike">
                          <a:solidFill>
                            <a:schemeClr val="dk1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({{camp_resp_sol_pct}}%)</a:t>
                      </a:r>
                      <a:endParaRPr sz="1200" u="none" cap="none" strike="noStrike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72000" marB="0" marR="36000" marL="360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5FB"/>
                    </a:solidFill>
                  </a:tcPr>
                </a:tc>
              </a:tr>
            </a:tbl>
          </a:graphicData>
        </a:graphic>
      </p:graphicFrame>
      <p:sp>
        <p:nvSpPr>
          <p:cNvPr id="976" name="Google Shape;976;p44"/>
          <p:cNvSpPr/>
          <p:nvPr/>
        </p:nvSpPr>
        <p:spPr>
          <a:xfrm>
            <a:off x="8036243" y="683442"/>
            <a:ext cx="970200" cy="369600"/>
          </a:xfrm>
          <a:prstGeom prst="roundRect">
            <a:avLst>
              <a:gd fmla="val 16667" name="adj"/>
            </a:avLst>
          </a:prstGeom>
          <a:solidFill>
            <a:srgbClr val="FFC800"/>
          </a:solidFill>
          <a:ln>
            <a:noFill/>
          </a:ln>
        </p:spPr>
        <p:txBody>
          <a:bodyPr anchorCtr="0" anchor="ctr" bIns="132475" lIns="132475" spcFirstLastPara="1" rIns="132475" wrap="square" tIns="132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19"/>
              <a:buFont typeface="Arial"/>
              <a:buNone/>
            </a:pPr>
            <a:r>
              <a:rPr b="1" i="0" lang="es" sz="1719" u="none" cap="none" strike="noStrike">
                <a:solidFill>
                  <a:srgbClr val="153244"/>
                </a:solidFill>
                <a:latin typeface="Archivo"/>
                <a:ea typeface="Archivo"/>
                <a:cs typeface="Archivo"/>
                <a:sym typeface="Archivo"/>
              </a:rPr>
              <a:t>{{camp_remitente}}</a:t>
            </a:r>
            <a:endParaRPr b="1" i="0" sz="1719" u="none" cap="none" strike="noStrike">
              <a:solidFill>
                <a:srgbClr val="153244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977" name="Google Shape;977;p44"/>
          <p:cNvSpPr/>
          <p:nvPr/>
        </p:nvSpPr>
        <p:spPr>
          <a:xfrm>
            <a:off x="7665463" y="560909"/>
            <a:ext cx="540900" cy="534000"/>
          </a:xfrm>
          <a:prstGeom prst="ellipse">
            <a:avLst/>
          </a:prstGeom>
          <a:solidFill>
            <a:srgbClr val="FFC800"/>
          </a:solidFill>
          <a:ln>
            <a:noFill/>
          </a:ln>
        </p:spPr>
        <p:txBody>
          <a:bodyPr anchorCtr="0" anchor="ctr" bIns="65150" lIns="65150" spcFirstLastPara="1" rIns="65150" wrap="square" tIns="651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t/>
            </a:r>
            <a:endParaRPr b="0" i="0" sz="99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78" name="Google Shape;978;p44"/>
          <p:cNvPicPr preferRelativeResize="0"/>
          <p:nvPr/>
        </p:nvPicPr>
        <p:blipFill rotWithShape="1">
          <a:blip r:embed="rId5">
            <a:alphaModFix/>
          </a:blip>
          <a:srcRect b="21276" l="22225" r="20228" t="13957"/>
          <a:stretch/>
        </p:blipFill>
        <p:spPr>
          <a:xfrm>
            <a:off x="7702694" y="592492"/>
            <a:ext cx="466500" cy="4710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979" name="Google Shape;979;p44"/>
          <p:cNvSpPr/>
          <p:nvPr/>
        </p:nvSpPr>
        <p:spPr>
          <a:xfrm>
            <a:off x="338149" y="946714"/>
            <a:ext cx="1897800" cy="317700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113748"/>
          </a:solidFill>
          <a:ln>
            <a:noFill/>
          </a:ln>
        </p:spPr>
        <p:txBody>
          <a:bodyPr anchorCtr="0" anchor="ctr" bIns="100000" lIns="100000" spcFirstLastPara="1" rIns="100000" wrap="square" tIns="100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s" sz="800" u="none" cap="none" strike="noStrike">
                <a:solidFill>
                  <a:srgbClr val="FFFFFF"/>
                </a:solidFill>
                <a:latin typeface="Archivo SemiBold"/>
                <a:ea typeface="Archivo SemiBold"/>
                <a:cs typeface="Archivo SemiBold"/>
                <a:sym typeface="Archivo SemiBold"/>
              </a:rPr>
              <a:t>zz</a:t>
            </a:r>
            <a:endParaRPr b="0" i="0" sz="800" u="none" cap="none" strike="noStrike">
              <a:solidFill>
                <a:srgbClr val="FFFFFF"/>
              </a:solidFill>
              <a:latin typeface="Archivo SemiBold"/>
              <a:ea typeface="Archivo SemiBold"/>
              <a:cs typeface="Archivo SemiBold"/>
              <a:sym typeface="Archivo SemiBold"/>
            </a:endParaRPr>
          </a:p>
        </p:txBody>
      </p:sp>
      <p:sp>
        <p:nvSpPr>
          <p:cNvPr id="980" name="Google Shape;980;p44"/>
          <p:cNvSpPr/>
          <p:nvPr/>
        </p:nvSpPr>
        <p:spPr>
          <a:xfrm>
            <a:off x="2553325" y="799731"/>
            <a:ext cx="1118400" cy="3438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952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50" lIns="74450" spcFirstLastPara="1" rIns="74450" wrap="square" tIns="74450">
            <a:noAutofit/>
          </a:bodyPr>
          <a:lstStyle/>
          <a:p>
            <a:pPr indent="0" lvl="0" marL="8794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3"/>
              <a:buFont typeface="Arial"/>
              <a:buNone/>
            </a:pPr>
            <a:r>
              <a:rPr b="1" i="0" lang="es" sz="7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Tasa de respuesta</a:t>
            </a:r>
            <a:br>
              <a:rPr b="1" i="0" lang="es" sz="114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s" sz="977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{{camp_tasa_resp}}%</a:t>
            </a:r>
            <a:endParaRPr b="1" i="0" sz="977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4" name="Shape 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5" name="Google Shape;985;p45" title="JM - Verano en la Ciudad - Plaza Exodo Jujeño - 15-2-2025 - 6.jpg"/>
          <p:cNvPicPr preferRelativeResize="0"/>
          <p:nvPr/>
        </p:nvPicPr>
        <p:blipFill rotWithShape="1">
          <a:blip r:embed="rId3">
            <a:alphaModFix/>
          </a:blip>
          <a:srcRect b="15726" l="0" r="0" t="0"/>
          <a:stretch/>
        </p:blipFill>
        <p:spPr>
          <a:xfrm>
            <a:off x="1" y="0"/>
            <a:ext cx="9144003" cy="5143502"/>
          </a:xfrm>
          <a:prstGeom prst="rect">
            <a:avLst/>
          </a:prstGeom>
          <a:noFill/>
          <a:ln>
            <a:noFill/>
          </a:ln>
        </p:spPr>
      </p:pic>
      <p:sp>
        <p:nvSpPr>
          <p:cNvPr id="986" name="Google Shape;986;p45"/>
          <p:cNvSpPr/>
          <p:nvPr/>
        </p:nvSpPr>
        <p:spPr>
          <a:xfrm>
            <a:off x="0" y="1997000"/>
            <a:ext cx="9144000" cy="3146400"/>
          </a:xfrm>
          <a:prstGeom prst="rect">
            <a:avLst/>
          </a:prstGeom>
          <a:gradFill>
            <a:gsLst>
              <a:gs pos="0">
                <a:srgbClr val="123546"/>
              </a:gs>
              <a:gs pos="100000">
                <a:srgbClr val="123546">
                  <a:alpha val="0"/>
                </a:srgbClr>
              </a:gs>
            </a:gsLst>
            <a:lin ang="1619866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87" name="Google Shape;987;p45"/>
          <p:cNvGrpSpPr/>
          <p:nvPr/>
        </p:nvGrpSpPr>
        <p:grpSpPr>
          <a:xfrm>
            <a:off x="-7" y="5049979"/>
            <a:ext cx="9144055" cy="93320"/>
            <a:chOff x="1" y="3602363"/>
            <a:chExt cx="9144055" cy="96326"/>
          </a:xfrm>
        </p:grpSpPr>
        <p:sp>
          <p:nvSpPr>
            <p:cNvPr id="988" name="Google Shape;988;p45"/>
            <p:cNvSpPr/>
            <p:nvPr/>
          </p:nvSpPr>
          <p:spPr>
            <a:xfrm>
              <a:off x="7448756" y="3602363"/>
              <a:ext cx="1695300" cy="96300"/>
            </a:xfrm>
            <a:prstGeom prst="round2SameRect">
              <a:avLst>
                <a:gd fmla="val 50000" name="adj1"/>
                <a:gd fmla="val 0" name="adj2"/>
              </a:avLst>
            </a:prstGeom>
            <a:solidFill>
              <a:srgbClr val="13344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9" name="Google Shape;989;p45"/>
            <p:cNvSpPr/>
            <p:nvPr/>
          </p:nvSpPr>
          <p:spPr>
            <a:xfrm>
              <a:off x="358045" y="3602363"/>
              <a:ext cx="8143500" cy="96300"/>
            </a:xfrm>
            <a:prstGeom prst="round2SameRect">
              <a:avLst>
                <a:gd fmla="val 50000" name="adj1"/>
                <a:gd fmla="val 0" name="adj2"/>
              </a:avLst>
            </a:prstGeom>
            <a:solidFill>
              <a:srgbClr val="8DE2D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0" name="Google Shape;990;p45"/>
            <p:cNvSpPr/>
            <p:nvPr/>
          </p:nvSpPr>
          <p:spPr>
            <a:xfrm>
              <a:off x="1" y="3602389"/>
              <a:ext cx="7749900" cy="96300"/>
            </a:xfrm>
            <a:prstGeom prst="round2SameRect">
              <a:avLst>
                <a:gd fmla="val 50000" name="adj1"/>
                <a:gd fmla="val 0" name="adj2"/>
              </a:avLst>
            </a:prstGeom>
            <a:solidFill>
              <a:srgbClr val="FFCC0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91" name="Google Shape;991;p45"/>
          <p:cNvGrpSpPr/>
          <p:nvPr/>
        </p:nvGrpSpPr>
        <p:grpSpPr>
          <a:xfrm>
            <a:off x="1401234" y="382061"/>
            <a:ext cx="606198" cy="152912"/>
            <a:chOff x="4866049" y="2172425"/>
            <a:chExt cx="3444309" cy="868816"/>
          </a:xfrm>
        </p:grpSpPr>
        <p:sp>
          <p:nvSpPr>
            <p:cNvPr id="992" name="Google Shape;992;p45"/>
            <p:cNvSpPr/>
            <p:nvPr/>
          </p:nvSpPr>
          <p:spPr>
            <a:xfrm>
              <a:off x="4866049" y="2172425"/>
              <a:ext cx="767027" cy="868660"/>
            </a:xfrm>
            <a:custGeom>
              <a:rect b="b" l="l" r="r" t="t"/>
              <a:pathLst>
                <a:path extrusionOk="0" h="1194034" w="1054333">
                  <a:moveTo>
                    <a:pt x="1001281" y="658439"/>
                  </a:moveTo>
                  <a:cubicBezTo>
                    <a:pt x="986024" y="615146"/>
                    <a:pt x="961412" y="579320"/>
                    <a:pt x="927012" y="550530"/>
                  </a:cubicBezTo>
                  <a:cubicBezTo>
                    <a:pt x="892900" y="521524"/>
                    <a:pt x="851591" y="497473"/>
                    <a:pt x="803589" y="478518"/>
                  </a:cubicBezTo>
                  <a:cubicBezTo>
                    <a:pt x="755587" y="459277"/>
                    <a:pt x="702116" y="444487"/>
                    <a:pt x="643391" y="433431"/>
                  </a:cubicBezTo>
                  <a:cubicBezTo>
                    <a:pt x="630437" y="431349"/>
                    <a:pt x="614604" y="428405"/>
                    <a:pt x="596037" y="424456"/>
                  </a:cubicBezTo>
                  <a:cubicBezTo>
                    <a:pt x="577398" y="420795"/>
                    <a:pt x="558758" y="415482"/>
                    <a:pt x="540479" y="408877"/>
                  </a:cubicBezTo>
                  <a:cubicBezTo>
                    <a:pt x="522775" y="402487"/>
                    <a:pt x="508238" y="394877"/>
                    <a:pt x="496795" y="386046"/>
                  </a:cubicBezTo>
                  <a:cubicBezTo>
                    <a:pt x="485856" y="377574"/>
                    <a:pt x="479379" y="363717"/>
                    <a:pt x="481034" y="350004"/>
                  </a:cubicBezTo>
                  <a:cubicBezTo>
                    <a:pt x="482690" y="336291"/>
                    <a:pt x="489094" y="324732"/>
                    <a:pt x="499818" y="316547"/>
                  </a:cubicBezTo>
                  <a:cubicBezTo>
                    <a:pt x="510541" y="308363"/>
                    <a:pt x="525006" y="302332"/>
                    <a:pt x="542926" y="298598"/>
                  </a:cubicBezTo>
                  <a:cubicBezTo>
                    <a:pt x="560845" y="294650"/>
                    <a:pt x="582219" y="292783"/>
                    <a:pt x="607624" y="292783"/>
                  </a:cubicBezTo>
                  <a:cubicBezTo>
                    <a:pt x="634827" y="292783"/>
                    <a:pt x="661959" y="296229"/>
                    <a:pt x="689162" y="303337"/>
                  </a:cubicBezTo>
                  <a:cubicBezTo>
                    <a:pt x="716077" y="310445"/>
                    <a:pt x="741770" y="321286"/>
                    <a:pt x="766454" y="336076"/>
                  </a:cubicBezTo>
                  <a:cubicBezTo>
                    <a:pt x="783150" y="346199"/>
                    <a:pt x="799127" y="358117"/>
                    <a:pt x="814384" y="371974"/>
                  </a:cubicBezTo>
                  <a:cubicBezTo>
                    <a:pt x="826834" y="383317"/>
                    <a:pt x="845833" y="383317"/>
                    <a:pt x="858643" y="372404"/>
                  </a:cubicBezTo>
                  <a:lnTo>
                    <a:pt x="1042734" y="214023"/>
                  </a:lnTo>
                  <a:cubicBezTo>
                    <a:pt x="1056192" y="202464"/>
                    <a:pt x="1058063" y="182648"/>
                    <a:pt x="1047700" y="168289"/>
                  </a:cubicBezTo>
                  <a:cubicBezTo>
                    <a:pt x="1027261" y="139858"/>
                    <a:pt x="1003152" y="114299"/>
                    <a:pt x="975733" y="91540"/>
                  </a:cubicBezTo>
                  <a:cubicBezTo>
                    <a:pt x="939750" y="62247"/>
                    <a:pt x="893835" y="39559"/>
                    <a:pt x="837773" y="23764"/>
                  </a:cubicBezTo>
                  <a:cubicBezTo>
                    <a:pt x="781711" y="7969"/>
                    <a:pt x="710464" y="0"/>
                    <a:pt x="623960" y="0"/>
                  </a:cubicBezTo>
                  <a:cubicBezTo>
                    <a:pt x="565019" y="0"/>
                    <a:pt x="506870" y="8687"/>
                    <a:pt x="449801" y="26134"/>
                  </a:cubicBezTo>
                  <a:cubicBezTo>
                    <a:pt x="392443" y="43795"/>
                    <a:pt x="340267" y="68852"/>
                    <a:pt x="293345" y="101591"/>
                  </a:cubicBezTo>
                  <a:cubicBezTo>
                    <a:pt x="246135" y="134330"/>
                    <a:pt x="207129" y="173387"/>
                    <a:pt x="176039" y="219264"/>
                  </a:cubicBezTo>
                  <a:cubicBezTo>
                    <a:pt x="144950" y="265142"/>
                    <a:pt x="126023" y="315829"/>
                    <a:pt x="119474" y="371471"/>
                  </a:cubicBezTo>
                  <a:cubicBezTo>
                    <a:pt x="113644" y="420508"/>
                    <a:pt x="116379" y="464590"/>
                    <a:pt x="127606" y="503934"/>
                  </a:cubicBezTo>
                  <a:cubicBezTo>
                    <a:pt x="138833" y="543278"/>
                    <a:pt x="159055" y="578099"/>
                    <a:pt x="188202" y="608684"/>
                  </a:cubicBezTo>
                  <a:cubicBezTo>
                    <a:pt x="217420" y="639054"/>
                    <a:pt x="255275" y="665403"/>
                    <a:pt x="301909" y="687013"/>
                  </a:cubicBezTo>
                  <a:cubicBezTo>
                    <a:pt x="348544" y="708911"/>
                    <a:pt x="403742" y="727362"/>
                    <a:pt x="467504" y="742655"/>
                  </a:cubicBezTo>
                  <a:cubicBezTo>
                    <a:pt x="480387" y="745814"/>
                    <a:pt x="494780" y="749260"/>
                    <a:pt x="511548" y="752419"/>
                  </a:cubicBezTo>
                  <a:cubicBezTo>
                    <a:pt x="528101" y="755865"/>
                    <a:pt x="545085" y="759814"/>
                    <a:pt x="562429" y="764840"/>
                  </a:cubicBezTo>
                  <a:cubicBezTo>
                    <a:pt x="579845" y="769578"/>
                    <a:pt x="595821" y="775681"/>
                    <a:pt x="610286" y="782789"/>
                  </a:cubicBezTo>
                  <a:cubicBezTo>
                    <a:pt x="624752" y="789897"/>
                    <a:pt x="635978" y="798368"/>
                    <a:pt x="644327" y="808133"/>
                  </a:cubicBezTo>
                  <a:cubicBezTo>
                    <a:pt x="652459" y="817897"/>
                    <a:pt x="655481" y="830030"/>
                    <a:pt x="653826" y="844031"/>
                  </a:cubicBezTo>
                  <a:cubicBezTo>
                    <a:pt x="652027" y="859323"/>
                    <a:pt x="646342" y="871457"/>
                    <a:pt x="636626" y="880144"/>
                  </a:cubicBezTo>
                  <a:cubicBezTo>
                    <a:pt x="626911" y="888831"/>
                    <a:pt x="613453" y="895149"/>
                    <a:pt x="596613" y="898882"/>
                  </a:cubicBezTo>
                  <a:cubicBezTo>
                    <a:pt x="579773" y="902831"/>
                    <a:pt x="560989" y="904698"/>
                    <a:pt x="540119" y="904698"/>
                  </a:cubicBezTo>
                  <a:cubicBezTo>
                    <a:pt x="487727" y="904698"/>
                    <a:pt x="433033" y="893354"/>
                    <a:pt x="376107" y="871169"/>
                  </a:cubicBezTo>
                  <a:cubicBezTo>
                    <a:pt x="327961" y="852287"/>
                    <a:pt x="283702" y="816533"/>
                    <a:pt x="243328" y="764050"/>
                  </a:cubicBezTo>
                  <a:cubicBezTo>
                    <a:pt x="231022" y="748040"/>
                    <a:pt x="207417" y="746388"/>
                    <a:pt x="193096" y="760532"/>
                  </a:cubicBezTo>
                  <a:lnTo>
                    <a:pt x="10156" y="941098"/>
                  </a:lnTo>
                  <a:cubicBezTo>
                    <a:pt x="-1862" y="953016"/>
                    <a:pt x="-3589" y="972258"/>
                    <a:pt x="6990" y="985468"/>
                  </a:cubicBezTo>
                  <a:cubicBezTo>
                    <a:pt x="36712" y="1022586"/>
                    <a:pt x="70392" y="1055469"/>
                    <a:pt x="108175" y="1084546"/>
                  </a:cubicBezTo>
                  <a:cubicBezTo>
                    <a:pt x="153802" y="1119367"/>
                    <a:pt x="208497" y="1146291"/>
                    <a:pt x="272331" y="1165532"/>
                  </a:cubicBezTo>
                  <a:cubicBezTo>
                    <a:pt x="336237" y="1184558"/>
                    <a:pt x="411514" y="1194035"/>
                    <a:pt x="497731" y="1194035"/>
                  </a:cubicBezTo>
                  <a:cubicBezTo>
                    <a:pt x="583947" y="1194035"/>
                    <a:pt x="666348" y="1179532"/>
                    <a:pt x="740618" y="1150742"/>
                  </a:cubicBezTo>
                  <a:cubicBezTo>
                    <a:pt x="815175" y="1121736"/>
                    <a:pt x="876851" y="1078946"/>
                    <a:pt x="925572" y="1022228"/>
                  </a:cubicBezTo>
                  <a:cubicBezTo>
                    <a:pt x="974294" y="965509"/>
                    <a:pt x="1003800" y="895293"/>
                    <a:pt x="1013731" y="811148"/>
                  </a:cubicBezTo>
                  <a:cubicBezTo>
                    <a:pt x="1020712" y="752347"/>
                    <a:pt x="1016394" y="701372"/>
                    <a:pt x="1001353" y="65836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3" name="Google Shape;993;p45"/>
            <p:cNvSpPr/>
            <p:nvPr/>
          </p:nvSpPr>
          <p:spPr>
            <a:xfrm>
              <a:off x="5577875" y="2172425"/>
              <a:ext cx="767073" cy="868712"/>
            </a:xfrm>
            <a:custGeom>
              <a:rect b="b" l="l" r="r" t="t"/>
              <a:pathLst>
                <a:path extrusionOk="0" h="1194106" w="1054396">
                  <a:moveTo>
                    <a:pt x="1001353" y="658439"/>
                  </a:moveTo>
                  <a:cubicBezTo>
                    <a:pt x="986096" y="615146"/>
                    <a:pt x="961484" y="579320"/>
                    <a:pt x="927084" y="550530"/>
                  </a:cubicBezTo>
                  <a:cubicBezTo>
                    <a:pt x="892972" y="521524"/>
                    <a:pt x="851663" y="497473"/>
                    <a:pt x="803661" y="478518"/>
                  </a:cubicBezTo>
                  <a:cubicBezTo>
                    <a:pt x="755659" y="459277"/>
                    <a:pt x="702188" y="444487"/>
                    <a:pt x="643463" y="433431"/>
                  </a:cubicBezTo>
                  <a:cubicBezTo>
                    <a:pt x="630725" y="431349"/>
                    <a:pt x="614964" y="428405"/>
                    <a:pt x="596109" y="424456"/>
                  </a:cubicBezTo>
                  <a:cubicBezTo>
                    <a:pt x="577470" y="420795"/>
                    <a:pt x="559118" y="415482"/>
                    <a:pt x="540551" y="408877"/>
                  </a:cubicBezTo>
                  <a:cubicBezTo>
                    <a:pt x="522847" y="402487"/>
                    <a:pt x="508310" y="394877"/>
                    <a:pt x="496867" y="386046"/>
                  </a:cubicBezTo>
                  <a:cubicBezTo>
                    <a:pt x="485424" y="377215"/>
                    <a:pt x="479451" y="363717"/>
                    <a:pt x="481106" y="350004"/>
                  </a:cubicBezTo>
                  <a:cubicBezTo>
                    <a:pt x="482762" y="336291"/>
                    <a:pt x="489095" y="324732"/>
                    <a:pt x="499890" y="316547"/>
                  </a:cubicBezTo>
                  <a:cubicBezTo>
                    <a:pt x="510613" y="308363"/>
                    <a:pt x="525078" y="302332"/>
                    <a:pt x="542998" y="298598"/>
                  </a:cubicBezTo>
                  <a:cubicBezTo>
                    <a:pt x="560917" y="294650"/>
                    <a:pt x="582579" y="292783"/>
                    <a:pt x="607696" y="292783"/>
                  </a:cubicBezTo>
                  <a:cubicBezTo>
                    <a:pt x="634971" y="292783"/>
                    <a:pt x="662031" y="296229"/>
                    <a:pt x="689234" y="303337"/>
                  </a:cubicBezTo>
                  <a:cubicBezTo>
                    <a:pt x="716149" y="310445"/>
                    <a:pt x="742130" y="321286"/>
                    <a:pt x="766526" y="336076"/>
                  </a:cubicBezTo>
                  <a:cubicBezTo>
                    <a:pt x="783222" y="346199"/>
                    <a:pt x="799199" y="358117"/>
                    <a:pt x="814456" y="371974"/>
                  </a:cubicBezTo>
                  <a:cubicBezTo>
                    <a:pt x="826906" y="383317"/>
                    <a:pt x="845905" y="383317"/>
                    <a:pt x="858715" y="372404"/>
                  </a:cubicBezTo>
                  <a:lnTo>
                    <a:pt x="1042806" y="213951"/>
                  </a:lnTo>
                  <a:cubicBezTo>
                    <a:pt x="1056192" y="202392"/>
                    <a:pt x="1058135" y="182648"/>
                    <a:pt x="1047844" y="168289"/>
                  </a:cubicBezTo>
                  <a:cubicBezTo>
                    <a:pt x="1027477" y="139786"/>
                    <a:pt x="1003440" y="114299"/>
                    <a:pt x="975805" y="91540"/>
                  </a:cubicBezTo>
                  <a:cubicBezTo>
                    <a:pt x="939894" y="62247"/>
                    <a:pt x="893907" y="39559"/>
                    <a:pt x="837845" y="23764"/>
                  </a:cubicBezTo>
                  <a:cubicBezTo>
                    <a:pt x="781783" y="7969"/>
                    <a:pt x="710536" y="0"/>
                    <a:pt x="624320" y="0"/>
                  </a:cubicBezTo>
                  <a:cubicBezTo>
                    <a:pt x="565091" y="0"/>
                    <a:pt x="506942" y="8687"/>
                    <a:pt x="449873" y="26134"/>
                  </a:cubicBezTo>
                  <a:cubicBezTo>
                    <a:pt x="392515" y="43795"/>
                    <a:pt x="340339" y="68852"/>
                    <a:pt x="293417" y="101591"/>
                  </a:cubicBezTo>
                  <a:cubicBezTo>
                    <a:pt x="246207" y="134330"/>
                    <a:pt x="207201" y="173387"/>
                    <a:pt x="176111" y="219264"/>
                  </a:cubicBezTo>
                  <a:cubicBezTo>
                    <a:pt x="145022" y="265142"/>
                    <a:pt x="126095" y="315829"/>
                    <a:pt x="119546" y="371471"/>
                  </a:cubicBezTo>
                  <a:cubicBezTo>
                    <a:pt x="113716" y="420508"/>
                    <a:pt x="116451" y="464590"/>
                    <a:pt x="127678" y="503934"/>
                  </a:cubicBezTo>
                  <a:cubicBezTo>
                    <a:pt x="138905" y="543278"/>
                    <a:pt x="159127" y="578099"/>
                    <a:pt x="188274" y="608684"/>
                  </a:cubicBezTo>
                  <a:cubicBezTo>
                    <a:pt x="217492" y="639054"/>
                    <a:pt x="255347" y="665403"/>
                    <a:pt x="301981" y="687013"/>
                  </a:cubicBezTo>
                  <a:cubicBezTo>
                    <a:pt x="348616" y="708911"/>
                    <a:pt x="403814" y="727362"/>
                    <a:pt x="467576" y="742655"/>
                  </a:cubicBezTo>
                  <a:cubicBezTo>
                    <a:pt x="480459" y="745814"/>
                    <a:pt x="495068" y="749260"/>
                    <a:pt x="511620" y="752419"/>
                  </a:cubicBezTo>
                  <a:cubicBezTo>
                    <a:pt x="528173" y="755865"/>
                    <a:pt x="545157" y="759814"/>
                    <a:pt x="562501" y="764840"/>
                  </a:cubicBezTo>
                  <a:cubicBezTo>
                    <a:pt x="579917" y="769578"/>
                    <a:pt x="595893" y="775681"/>
                    <a:pt x="610359" y="782789"/>
                  </a:cubicBezTo>
                  <a:cubicBezTo>
                    <a:pt x="624824" y="789897"/>
                    <a:pt x="636266" y="798368"/>
                    <a:pt x="644399" y="808133"/>
                  </a:cubicBezTo>
                  <a:cubicBezTo>
                    <a:pt x="652531" y="817897"/>
                    <a:pt x="655554" y="830030"/>
                    <a:pt x="653898" y="844031"/>
                  </a:cubicBezTo>
                  <a:cubicBezTo>
                    <a:pt x="652099" y="859323"/>
                    <a:pt x="646414" y="871457"/>
                    <a:pt x="636698" y="880144"/>
                  </a:cubicBezTo>
                  <a:cubicBezTo>
                    <a:pt x="626911" y="888831"/>
                    <a:pt x="613525" y="895149"/>
                    <a:pt x="596685" y="898882"/>
                  </a:cubicBezTo>
                  <a:cubicBezTo>
                    <a:pt x="579845" y="902831"/>
                    <a:pt x="561061" y="904698"/>
                    <a:pt x="540191" y="904698"/>
                  </a:cubicBezTo>
                  <a:cubicBezTo>
                    <a:pt x="487799" y="904698"/>
                    <a:pt x="433105" y="893354"/>
                    <a:pt x="376179" y="871169"/>
                  </a:cubicBezTo>
                  <a:cubicBezTo>
                    <a:pt x="328249" y="852287"/>
                    <a:pt x="283990" y="816461"/>
                    <a:pt x="243400" y="763978"/>
                  </a:cubicBezTo>
                  <a:cubicBezTo>
                    <a:pt x="231094" y="748040"/>
                    <a:pt x="207561" y="746388"/>
                    <a:pt x="193168" y="760532"/>
                  </a:cubicBezTo>
                  <a:lnTo>
                    <a:pt x="10156" y="941170"/>
                  </a:lnTo>
                  <a:cubicBezTo>
                    <a:pt x="-1862" y="953088"/>
                    <a:pt x="-3589" y="972329"/>
                    <a:pt x="6990" y="985540"/>
                  </a:cubicBezTo>
                  <a:cubicBezTo>
                    <a:pt x="36712" y="1022658"/>
                    <a:pt x="70393" y="1055541"/>
                    <a:pt x="108175" y="1084618"/>
                  </a:cubicBezTo>
                  <a:cubicBezTo>
                    <a:pt x="153802" y="1119439"/>
                    <a:pt x="208496" y="1146362"/>
                    <a:pt x="272331" y="1165604"/>
                  </a:cubicBezTo>
                  <a:cubicBezTo>
                    <a:pt x="336237" y="1184630"/>
                    <a:pt x="411515" y="1194107"/>
                    <a:pt x="497731" y="1194107"/>
                  </a:cubicBezTo>
                  <a:cubicBezTo>
                    <a:pt x="583947" y="1194107"/>
                    <a:pt x="666349" y="1179604"/>
                    <a:pt x="740618" y="1150814"/>
                  </a:cubicBezTo>
                  <a:cubicBezTo>
                    <a:pt x="815176" y="1121808"/>
                    <a:pt x="876851" y="1079018"/>
                    <a:pt x="925572" y="1022299"/>
                  </a:cubicBezTo>
                  <a:cubicBezTo>
                    <a:pt x="974294" y="965581"/>
                    <a:pt x="1003800" y="895364"/>
                    <a:pt x="1013732" y="811220"/>
                  </a:cubicBezTo>
                  <a:cubicBezTo>
                    <a:pt x="1020712" y="752419"/>
                    <a:pt x="1016610" y="701444"/>
                    <a:pt x="1001353" y="65843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4" name="Google Shape;994;p45"/>
            <p:cNvSpPr/>
            <p:nvPr/>
          </p:nvSpPr>
          <p:spPr>
            <a:xfrm>
              <a:off x="6346942" y="2172529"/>
              <a:ext cx="810806" cy="868712"/>
            </a:xfrm>
            <a:custGeom>
              <a:rect b="b" l="l" r="r" t="t"/>
              <a:pathLst>
                <a:path extrusionOk="0" h="1194106" w="1114510">
                  <a:moveTo>
                    <a:pt x="817712" y="823497"/>
                  </a:moveTo>
                  <a:cubicBezTo>
                    <a:pt x="791804" y="839292"/>
                    <a:pt x="763593" y="852000"/>
                    <a:pt x="732791" y="862051"/>
                  </a:cubicBezTo>
                  <a:cubicBezTo>
                    <a:pt x="702278" y="871816"/>
                    <a:pt x="670540" y="876554"/>
                    <a:pt x="637723" y="876554"/>
                  </a:cubicBezTo>
                  <a:cubicBezTo>
                    <a:pt x="591737" y="876554"/>
                    <a:pt x="550932" y="870236"/>
                    <a:pt x="515452" y="857026"/>
                  </a:cubicBezTo>
                  <a:cubicBezTo>
                    <a:pt x="479757" y="843815"/>
                    <a:pt x="450178" y="825364"/>
                    <a:pt x="426789" y="801384"/>
                  </a:cubicBezTo>
                  <a:cubicBezTo>
                    <a:pt x="403472" y="777404"/>
                    <a:pt x="386488" y="748614"/>
                    <a:pt x="376197" y="714870"/>
                  </a:cubicBezTo>
                  <a:cubicBezTo>
                    <a:pt x="366193" y="681126"/>
                    <a:pt x="363458" y="643362"/>
                    <a:pt x="368352" y="601935"/>
                  </a:cubicBezTo>
                  <a:cubicBezTo>
                    <a:pt x="373750" y="556058"/>
                    <a:pt x="385696" y="515637"/>
                    <a:pt x="403832" y="480816"/>
                  </a:cubicBezTo>
                  <a:cubicBezTo>
                    <a:pt x="422255" y="445995"/>
                    <a:pt x="445285" y="416415"/>
                    <a:pt x="472704" y="392435"/>
                  </a:cubicBezTo>
                  <a:cubicBezTo>
                    <a:pt x="500123" y="368456"/>
                    <a:pt x="531141" y="350220"/>
                    <a:pt x="565901" y="337583"/>
                  </a:cubicBezTo>
                  <a:cubicBezTo>
                    <a:pt x="600661" y="325163"/>
                    <a:pt x="636572" y="318845"/>
                    <a:pt x="673923" y="318845"/>
                  </a:cubicBezTo>
                  <a:cubicBezTo>
                    <a:pt x="711274" y="318845"/>
                    <a:pt x="741356" y="323583"/>
                    <a:pt x="768271" y="332845"/>
                  </a:cubicBezTo>
                  <a:cubicBezTo>
                    <a:pt x="794971" y="342107"/>
                    <a:pt x="818072" y="354456"/>
                    <a:pt x="837719" y="369533"/>
                  </a:cubicBezTo>
                  <a:cubicBezTo>
                    <a:pt x="847362" y="377215"/>
                    <a:pt x="856358" y="385256"/>
                    <a:pt x="864562" y="393728"/>
                  </a:cubicBezTo>
                  <a:cubicBezTo>
                    <a:pt x="877804" y="407441"/>
                    <a:pt x="900186" y="406651"/>
                    <a:pt x="913500" y="392938"/>
                  </a:cubicBezTo>
                  <a:lnTo>
                    <a:pt x="1105075" y="196074"/>
                  </a:lnTo>
                  <a:cubicBezTo>
                    <a:pt x="1118101" y="182720"/>
                    <a:pt x="1117453" y="161612"/>
                    <a:pt x="1104283" y="148402"/>
                  </a:cubicBezTo>
                  <a:cubicBezTo>
                    <a:pt x="1076432" y="120258"/>
                    <a:pt x="1045487" y="96063"/>
                    <a:pt x="1011806" y="75960"/>
                  </a:cubicBezTo>
                  <a:cubicBezTo>
                    <a:pt x="968266" y="50401"/>
                    <a:pt x="921344" y="31375"/>
                    <a:pt x="870968" y="18739"/>
                  </a:cubicBezTo>
                  <a:cubicBezTo>
                    <a:pt x="820303" y="6318"/>
                    <a:pt x="768487" y="0"/>
                    <a:pt x="715016" y="0"/>
                  </a:cubicBezTo>
                  <a:cubicBezTo>
                    <a:pt x="620883" y="0"/>
                    <a:pt x="532940" y="14790"/>
                    <a:pt x="451402" y="44298"/>
                  </a:cubicBezTo>
                  <a:cubicBezTo>
                    <a:pt x="369648" y="73591"/>
                    <a:pt x="297393" y="114730"/>
                    <a:pt x="234206" y="167787"/>
                  </a:cubicBezTo>
                  <a:cubicBezTo>
                    <a:pt x="171092" y="220557"/>
                    <a:pt x="119779" y="283593"/>
                    <a:pt x="79910" y="356681"/>
                  </a:cubicBezTo>
                  <a:cubicBezTo>
                    <a:pt x="40040" y="429769"/>
                    <a:pt x="15284" y="509965"/>
                    <a:pt x="4993" y="597053"/>
                  </a:cubicBezTo>
                  <a:cubicBezTo>
                    <a:pt x="-5299" y="684357"/>
                    <a:pt x="243" y="764553"/>
                    <a:pt x="22337" y="837641"/>
                  </a:cubicBezTo>
                  <a:cubicBezTo>
                    <a:pt x="44358" y="910729"/>
                    <a:pt x="80342" y="973550"/>
                    <a:pt x="130430" y="1026535"/>
                  </a:cubicBezTo>
                  <a:cubicBezTo>
                    <a:pt x="180519" y="1079305"/>
                    <a:pt x="242338" y="1120444"/>
                    <a:pt x="315745" y="1150024"/>
                  </a:cubicBezTo>
                  <a:cubicBezTo>
                    <a:pt x="389510" y="1179317"/>
                    <a:pt x="472128" y="1194107"/>
                    <a:pt x="563886" y="1194107"/>
                  </a:cubicBezTo>
                  <a:cubicBezTo>
                    <a:pt x="621819" y="1194107"/>
                    <a:pt x="679968" y="1187214"/>
                    <a:pt x="738477" y="1173788"/>
                  </a:cubicBezTo>
                  <a:cubicBezTo>
                    <a:pt x="796986" y="1160075"/>
                    <a:pt x="851249" y="1141337"/>
                    <a:pt x="900906" y="1117357"/>
                  </a:cubicBezTo>
                  <a:cubicBezTo>
                    <a:pt x="940559" y="1098331"/>
                    <a:pt x="974528" y="1077223"/>
                    <a:pt x="1002883" y="1054033"/>
                  </a:cubicBezTo>
                  <a:cubicBezTo>
                    <a:pt x="1015333" y="1043838"/>
                    <a:pt x="1019075" y="1026535"/>
                    <a:pt x="1011734" y="1012248"/>
                  </a:cubicBezTo>
                  <a:lnTo>
                    <a:pt x="906159" y="808563"/>
                  </a:lnTo>
                  <a:cubicBezTo>
                    <a:pt x="896300" y="789538"/>
                    <a:pt x="871759" y="784943"/>
                    <a:pt x="854775" y="798081"/>
                  </a:cubicBezTo>
                  <a:cubicBezTo>
                    <a:pt x="843189" y="807128"/>
                    <a:pt x="830810" y="815671"/>
                    <a:pt x="817640" y="82371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5" name="Google Shape;995;p45"/>
            <p:cNvSpPr/>
            <p:nvPr/>
          </p:nvSpPr>
          <p:spPr>
            <a:xfrm>
              <a:off x="7116758" y="2196150"/>
              <a:ext cx="847001" cy="833038"/>
            </a:xfrm>
            <a:custGeom>
              <a:rect b="b" l="l" r="r" t="t"/>
              <a:pathLst>
                <a:path extrusionOk="0" h="1145070" w="1164263">
                  <a:moveTo>
                    <a:pt x="1143284" y="341963"/>
                  </a:moveTo>
                  <a:cubicBezTo>
                    <a:pt x="1122702" y="272034"/>
                    <a:pt x="1088590" y="211869"/>
                    <a:pt x="1040876" y="161253"/>
                  </a:cubicBezTo>
                  <a:cubicBezTo>
                    <a:pt x="993162" y="110565"/>
                    <a:pt x="935157" y="71006"/>
                    <a:pt x="866357" y="42503"/>
                  </a:cubicBezTo>
                  <a:cubicBezTo>
                    <a:pt x="797485" y="14287"/>
                    <a:pt x="719832" y="0"/>
                    <a:pt x="633616" y="0"/>
                  </a:cubicBezTo>
                  <a:lnTo>
                    <a:pt x="176844" y="0"/>
                  </a:lnTo>
                  <a:cubicBezTo>
                    <a:pt x="149281" y="0"/>
                    <a:pt x="126107" y="20605"/>
                    <a:pt x="122869" y="47888"/>
                  </a:cubicBezTo>
                  <a:lnTo>
                    <a:pt x="382" y="1084475"/>
                  </a:lnTo>
                  <a:cubicBezTo>
                    <a:pt x="-3433" y="1116711"/>
                    <a:pt x="21828" y="1145070"/>
                    <a:pt x="54357" y="1145070"/>
                  </a:cubicBezTo>
                  <a:lnTo>
                    <a:pt x="498319" y="1145070"/>
                  </a:lnTo>
                  <a:cubicBezTo>
                    <a:pt x="584535" y="1145070"/>
                    <a:pt x="665498" y="1131070"/>
                    <a:pt x="741063" y="1102567"/>
                  </a:cubicBezTo>
                  <a:cubicBezTo>
                    <a:pt x="816628" y="1074064"/>
                    <a:pt x="883917" y="1034792"/>
                    <a:pt x="943649" y="983817"/>
                  </a:cubicBezTo>
                  <a:cubicBezTo>
                    <a:pt x="1003309" y="933129"/>
                    <a:pt x="1051743" y="872749"/>
                    <a:pt x="1088878" y="802317"/>
                  </a:cubicBezTo>
                  <a:cubicBezTo>
                    <a:pt x="1126228" y="732173"/>
                    <a:pt x="1149617" y="655351"/>
                    <a:pt x="1159405" y="572499"/>
                  </a:cubicBezTo>
                  <a:cubicBezTo>
                    <a:pt x="1169336" y="488570"/>
                    <a:pt x="1164083" y="411820"/>
                    <a:pt x="1143284" y="341891"/>
                  </a:cubicBezTo>
                  <a:close/>
                  <a:moveTo>
                    <a:pt x="771289" y="681270"/>
                  </a:moveTo>
                  <a:cubicBezTo>
                    <a:pt x="755168" y="714798"/>
                    <a:pt x="734874" y="743301"/>
                    <a:pt x="710117" y="767281"/>
                  </a:cubicBezTo>
                  <a:cubicBezTo>
                    <a:pt x="685577" y="791261"/>
                    <a:pt x="657725" y="809999"/>
                    <a:pt x="626492" y="823712"/>
                  </a:cubicBezTo>
                  <a:cubicBezTo>
                    <a:pt x="595258" y="837425"/>
                    <a:pt x="561650" y="844031"/>
                    <a:pt x="525738" y="844031"/>
                  </a:cubicBezTo>
                  <a:lnTo>
                    <a:pt x="422394" y="844031"/>
                  </a:lnTo>
                  <a:cubicBezTo>
                    <a:pt x="401524" y="844031"/>
                    <a:pt x="385331" y="825866"/>
                    <a:pt x="387778" y="805189"/>
                  </a:cubicBezTo>
                  <a:lnTo>
                    <a:pt x="443696" y="331768"/>
                  </a:lnTo>
                  <a:cubicBezTo>
                    <a:pt x="445784" y="314250"/>
                    <a:pt x="460609" y="301040"/>
                    <a:pt x="478312" y="301040"/>
                  </a:cubicBezTo>
                  <a:lnTo>
                    <a:pt x="589861" y="301040"/>
                  </a:lnTo>
                  <a:cubicBezTo>
                    <a:pt x="625844" y="301040"/>
                    <a:pt x="657797" y="307932"/>
                    <a:pt x="685864" y="321358"/>
                  </a:cubicBezTo>
                  <a:cubicBezTo>
                    <a:pt x="713859" y="335071"/>
                    <a:pt x="737249" y="354097"/>
                    <a:pt x="756176" y="377789"/>
                  </a:cubicBezTo>
                  <a:cubicBezTo>
                    <a:pt x="775319" y="401769"/>
                    <a:pt x="788849" y="430559"/>
                    <a:pt x="797053" y="463800"/>
                  </a:cubicBezTo>
                  <a:cubicBezTo>
                    <a:pt x="805041" y="497042"/>
                    <a:pt x="806840" y="533155"/>
                    <a:pt x="802162" y="572499"/>
                  </a:cubicBezTo>
                  <a:cubicBezTo>
                    <a:pt x="797485" y="611843"/>
                    <a:pt x="787193" y="647956"/>
                    <a:pt x="771361" y="68119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6" name="Google Shape;996;p45"/>
            <p:cNvSpPr/>
            <p:nvPr/>
          </p:nvSpPr>
          <p:spPr>
            <a:xfrm>
              <a:off x="7964203" y="2196202"/>
              <a:ext cx="346155" cy="833038"/>
            </a:xfrm>
            <a:custGeom>
              <a:rect b="b" l="l" r="r" t="t"/>
              <a:pathLst>
                <a:path extrusionOk="0" h="1145070" w="475815">
                  <a:moveTo>
                    <a:pt x="122869" y="47888"/>
                  </a:moveTo>
                  <a:lnTo>
                    <a:pt x="382" y="1084475"/>
                  </a:lnTo>
                  <a:cubicBezTo>
                    <a:pt x="-3432" y="1116711"/>
                    <a:pt x="21828" y="1145070"/>
                    <a:pt x="54357" y="1145070"/>
                  </a:cubicBezTo>
                  <a:lnTo>
                    <a:pt x="298972" y="1145070"/>
                  </a:lnTo>
                  <a:cubicBezTo>
                    <a:pt x="326535" y="1145070"/>
                    <a:pt x="349708" y="1124465"/>
                    <a:pt x="352947" y="1097182"/>
                  </a:cubicBezTo>
                  <a:lnTo>
                    <a:pt x="475434" y="60596"/>
                  </a:lnTo>
                  <a:cubicBezTo>
                    <a:pt x="479248" y="28359"/>
                    <a:pt x="453988" y="0"/>
                    <a:pt x="421459" y="0"/>
                  </a:cubicBezTo>
                  <a:lnTo>
                    <a:pt x="176844" y="0"/>
                  </a:lnTo>
                  <a:cubicBezTo>
                    <a:pt x="149281" y="0"/>
                    <a:pt x="126108" y="20605"/>
                    <a:pt x="122869" y="4788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997" name="Google Shape;997;p45" title="logobuenosaires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6125" y="355525"/>
            <a:ext cx="631900" cy="206100"/>
          </a:xfrm>
          <a:prstGeom prst="rect">
            <a:avLst/>
          </a:prstGeom>
          <a:noFill/>
          <a:ln>
            <a:noFill/>
          </a:ln>
        </p:spPr>
      </p:pic>
      <p:sp>
        <p:nvSpPr>
          <p:cNvPr id="998" name="Google Shape;998;p45"/>
          <p:cNvSpPr txBox="1"/>
          <p:nvPr/>
        </p:nvSpPr>
        <p:spPr>
          <a:xfrm>
            <a:off x="5626250" y="355525"/>
            <a:ext cx="30216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s" sz="1600" u="none" cap="none" strike="noStrike">
                <a:solidFill>
                  <a:srgbClr val="FFFFFF"/>
                </a:solidFill>
                <a:latin typeface="Archivo"/>
                <a:ea typeface="Archivo"/>
                <a:cs typeface="Archivo"/>
                <a:sym typeface="Archivo"/>
              </a:rPr>
              <a:t>{{fecha_mes}} 2026</a:t>
            </a:r>
            <a:endParaRPr b="1" i="0" sz="1600" u="none" cap="none" strike="noStrike">
              <a:solidFill>
                <a:srgbClr val="FFFFFF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999" name="Google Shape;999;p45"/>
          <p:cNvSpPr txBox="1"/>
          <p:nvPr/>
        </p:nvSpPr>
        <p:spPr>
          <a:xfrm>
            <a:off x="496125" y="4151475"/>
            <a:ext cx="8293500" cy="443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s" sz="5200" u="none" cap="none" strike="noStrike">
                <a:solidFill>
                  <a:srgbClr val="FFFFFF"/>
                </a:solidFill>
                <a:latin typeface="Archivo"/>
                <a:ea typeface="Archivo"/>
                <a:cs typeface="Archivo"/>
                <a:sym typeface="Archivo"/>
              </a:rPr>
              <a:t>Análisis y Datos</a:t>
            </a:r>
            <a:endParaRPr b="1" i="0" sz="5200" u="none" cap="none" strike="noStrike">
              <a:solidFill>
                <a:srgbClr val="8FE1D5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000" name="Google Shape;1000;p45"/>
          <p:cNvSpPr/>
          <p:nvPr/>
        </p:nvSpPr>
        <p:spPr>
          <a:xfrm>
            <a:off x="496125" y="2900275"/>
            <a:ext cx="606300" cy="606300"/>
          </a:xfrm>
          <a:prstGeom prst="roundRect">
            <a:avLst>
              <a:gd fmla="val 16667" name="adj"/>
            </a:avLst>
          </a:prstGeom>
          <a:solidFill>
            <a:srgbClr val="8DE2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1" name="Google Shape;1001;p45"/>
          <p:cNvSpPr/>
          <p:nvPr/>
        </p:nvSpPr>
        <p:spPr>
          <a:xfrm>
            <a:off x="620556" y="3024700"/>
            <a:ext cx="357383" cy="357383"/>
          </a:xfrm>
          <a:custGeom>
            <a:rect b="b" l="l" r="r" t="t"/>
            <a:pathLst>
              <a:path extrusionOk="0" h="76201" w="76201">
                <a:moveTo>
                  <a:pt x="26593" y="7596"/>
                </a:moveTo>
                <a:cubicBezTo>
                  <a:pt x="26650" y="7596"/>
                  <a:pt x="26708" y="7596"/>
                  <a:pt x="26766" y="7597"/>
                </a:cubicBezTo>
                <a:cubicBezTo>
                  <a:pt x="37303" y="7680"/>
                  <a:pt x="45697" y="16276"/>
                  <a:pt x="45756" y="26754"/>
                </a:cubicBezTo>
                <a:cubicBezTo>
                  <a:pt x="45803" y="36658"/>
                  <a:pt x="36741" y="45712"/>
                  <a:pt x="26877" y="45712"/>
                </a:cubicBezTo>
                <a:cubicBezTo>
                  <a:pt x="26769" y="45712"/>
                  <a:pt x="26660" y="45711"/>
                  <a:pt x="26551" y="45708"/>
                </a:cubicBezTo>
                <a:cubicBezTo>
                  <a:pt x="16038" y="45494"/>
                  <a:pt x="7513" y="36993"/>
                  <a:pt x="7609" y="26587"/>
                </a:cubicBezTo>
                <a:cubicBezTo>
                  <a:pt x="7703" y="16096"/>
                  <a:pt x="16229" y="7596"/>
                  <a:pt x="26593" y="7596"/>
                </a:cubicBezTo>
                <a:close/>
                <a:moveTo>
                  <a:pt x="25147" y="0"/>
                </a:moveTo>
                <a:cubicBezTo>
                  <a:pt x="23253" y="334"/>
                  <a:pt x="21325" y="536"/>
                  <a:pt x="19467" y="1036"/>
                </a:cubicBezTo>
                <a:cubicBezTo>
                  <a:pt x="14860" y="2251"/>
                  <a:pt x="10919" y="4668"/>
                  <a:pt x="7597" y="8073"/>
                </a:cubicBezTo>
                <a:cubicBezTo>
                  <a:pt x="3942" y="11823"/>
                  <a:pt x="1584" y="16276"/>
                  <a:pt x="536" y="21408"/>
                </a:cubicBezTo>
                <a:cubicBezTo>
                  <a:pt x="286" y="22646"/>
                  <a:pt x="179" y="23896"/>
                  <a:pt x="1" y="25146"/>
                </a:cubicBezTo>
                <a:lnTo>
                  <a:pt x="1" y="28278"/>
                </a:lnTo>
                <a:cubicBezTo>
                  <a:pt x="298" y="30028"/>
                  <a:pt x="489" y="31802"/>
                  <a:pt x="929" y="33517"/>
                </a:cubicBezTo>
                <a:cubicBezTo>
                  <a:pt x="2096" y="38160"/>
                  <a:pt x="4465" y="42172"/>
                  <a:pt x="7847" y="45542"/>
                </a:cubicBezTo>
                <a:cubicBezTo>
                  <a:pt x="12002" y="49661"/>
                  <a:pt x="16991" y="52209"/>
                  <a:pt x="22801" y="53019"/>
                </a:cubicBezTo>
                <a:cubicBezTo>
                  <a:pt x="24161" y="53209"/>
                  <a:pt x="25500" y="53304"/>
                  <a:pt x="26818" y="53304"/>
                </a:cubicBezTo>
                <a:cubicBezTo>
                  <a:pt x="32099" y="53304"/>
                  <a:pt x="37039" y="51775"/>
                  <a:pt x="41613" y="48697"/>
                </a:cubicBezTo>
                <a:cubicBezTo>
                  <a:pt x="41911" y="48506"/>
                  <a:pt x="42196" y="48316"/>
                  <a:pt x="42482" y="48125"/>
                </a:cubicBezTo>
                <a:cubicBezTo>
                  <a:pt x="42512" y="48103"/>
                  <a:pt x="42542" y="48095"/>
                  <a:pt x="42548" y="48095"/>
                </a:cubicBezTo>
                <a:cubicBezTo>
                  <a:pt x="42552" y="48095"/>
                  <a:pt x="42547" y="48097"/>
                  <a:pt x="42530" y="48102"/>
                </a:cubicBezTo>
                <a:cubicBezTo>
                  <a:pt x="43935" y="49518"/>
                  <a:pt x="45316" y="50900"/>
                  <a:pt x="46697" y="52293"/>
                </a:cubicBezTo>
                <a:cubicBezTo>
                  <a:pt x="46494" y="52650"/>
                  <a:pt x="46185" y="53055"/>
                  <a:pt x="46018" y="53507"/>
                </a:cubicBezTo>
                <a:cubicBezTo>
                  <a:pt x="45399" y="55174"/>
                  <a:pt x="45840" y="56615"/>
                  <a:pt x="47078" y="57841"/>
                </a:cubicBezTo>
                <a:cubicBezTo>
                  <a:pt x="50340" y="61103"/>
                  <a:pt x="53602" y="64366"/>
                  <a:pt x="56853" y="67628"/>
                </a:cubicBezTo>
                <a:cubicBezTo>
                  <a:pt x="58960" y="69735"/>
                  <a:pt x="61080" y="71831"/>
                  <a:pt x="63163" y="73950"/>
                </a:cubicBezTo>
                <a:cubicBezTo>
                  <a:pt x="64068" y="74867"/>
                  <a:pt x="64973" y="75760"/>
                  <a:pt x="66223" y="76200"/>
                </a:cubicBezTo>
                <a:lnTo>
                  <a:pt x="67711" y="76200"/>
                </a:lnTo>
                <a:cubicBezTo>
                  <a:pt x="68914" y="75831"/>
                  <a:pt x="69795" y="75034"/>
                  <a:pt x="70640" y="74152"/>
                </a:cubicBezTo>
                <a:cubicBezTo>
                  <a:pt x="71795" y="72962"/>
                  <a:pt x="72962" y="71783"/>
                  <a:pt x="74153" y="70640"/>
                </a:cubicBezTo>
                <a:cubicBezTo>
                  <a:pt x="75034" y="69795"/>
                  <a:pt x="75843" y="68914"/>
                  <a:pt x="76201" y="67711"/>
                </a:cubicBezTo>
                <a:lnTo>
                  <a:pt x="76201" y="66223"/>
                </a:lnTo>
                <a:cubicBezTo>
                  <a:pt x="75772" y="64973"/>
                  <a:pt x="74867" y="64068"/>
                  <a:pt x="73950" y="63163"/>
                </a:cubicBezTo>
                <a:cubicBezTo>
                  <a:pt x="68712" y="57948"/>
                  <a:pt x="63497" y="52721"/>
                  <a:pt x="58270" y="47494"/>
                </a:cubicBezTo>
                <a:cubicBezTo>
                  <a:pt x="57062" y="46287"/>
                  <a:pt x="56095" y="45710"/>
                  <a:pt x="55037" y="45710"/>
                </a:cubicBezTo>
                <a:cubicBezTo>
                  <a:pt x="54229" y="45710"/>
                  <a:pt x="53367" y="46047"/>
                  <a:pt x="52305" y="46697"/>
                </a:cubicBezTo>
                <a:cubicBezTo>
                  <a:pt x="50912" y="45316"/>
                  <a:pt x="49531" y="43934"/>
                  <a:pt x="48209" y="42625"/>
                </a:cubicBezTo>
                <a:cubicBezTo>
                  <a:pt x="49161" y="40875"/>
                  <a:pt x="50245" y="39124"/>
                  <a:pt x="51078" y="37255"/>
                </a:cubicBezTo>
                <a:cubicBezTo>
                  <a:pt x="53364" y="32123"/>
                  <a:pt x="53936" y="26754"/>
                  <a:pt x="52745" y="21265"/>
                </a:cubicBezTo>
                <a:cubicBezTo>
                  <a:pt x="50757" y="12109"/>
                  <a:pt x="45304" y="5739"/>
                  <a:pt x="36767" y="1989"/>
                </a:cubicBezTo>
                <a:cubicBezTo>
                  <a:pt x="34267" y="893"/>
                  <a:pt x="31588" y="310"/>
                  <a:pt x="28849" y="108"/>
                </a:cubicBezTo>
                <a:cubicBezTo>
                  <a:pt x="28659" y="96"/>
                  <a:pt x="28468" y="36"/>
                  <a:pt x="28278" y="0"/>
                </a:cubicBezTo>
                <a:close/>
              </a:path>
            </a:pathLst>
          </a:custGeom>
          <a:solidFill>
            <a:srgbClr val="1334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5" name="Shape 10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6" name="Google Shape;1006;p4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0" y="456600"/>
            <a:ext cx="9144000" cy="4629750"/>
          </a:xfrm>
          <a:prstGeom prst="rect">
            <a:avLst/>
          </a:prstGeom>
          <a:noFill/>
          <a:ln>
            <a:noFill/>
          </a:ln>
        </p:spPr>
      </p:pic>
      <p:sp>
        <p:nvSpPr>
          <p:cNvPr id="1007" name="Google Shape;1007;p46"/>
          <p:cNvSpPr/>
          <p:nvPr/>
        </p:nvSpPr>
        <p:spPr>
          <a:xfrm>
            <a:off x="381000" y="1857375"/>
            <a:ext cx="8429700" cy="2476500"/>
          </a:xfrm>
          <a:prstGeom prst="roundRect">
            <a:avLst>
              <a:gd fmla="val 3846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8" name="Google Shape;1008;p46"/>
          <p:cNvSpPr/>
          <p:nvPr/>
        </p:nvSpPr>
        <p:spPr>
          <a:xfrm>
            <a:off x="4111425" y="0"/>
            <a:ext cx="5032800" cy="473100"/>
          </a:xfrm>
          <a:prstGeom prst="rect">
            <a:avLst/>
          </a:prstGeom>
          <a:solidFill>
            <a:srgbClr val="8DE2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9" name="Google Shape;1009;p46"/>
          <p:cNvSpPr/>
          <p:nvPr/>
        </p:nvSpPr>
        <p:spPr>
          <a:xfrm>
            <a:off x="0" y="5086350"/>
            <a:ext cx="9144000" cy="57000"/>
          </a:xfrm>
          <a:prstGeom prst="rect">
            <a:avLst/>
          </a:prstGeom>
          <a:solidFill>
            <a:srgbClr val="1235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0" name="Google Shape;1010;p46"/>
          <p:cNvSpPr/>
          <p:nvPr/>
        </p:nvSpPr>
        <p:spPr>
          <a:xfrm>
            <a:off x="5334000" y="0"/>
            <a:ext cx="3810000" cy="381000"/>
          </a:xfrm>
          <a:prstGeom prst="rect">
            <a:avLst/>
          </a:prstGeom>
          <a:solidFill>
            <a:srgbClr val="8DE2D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1" name="Google Shape;1011;p46"/>
          <p:cNvSpPr/>
          <p:nvPr/>
        </p:nvSpPr>
        <p:spPr>
          <a:xfrm>
            <a:off x="8483900" y="4618925"/>
            <a:ext cx="302100" cy="302100"/>
          </a:xfrm>
          <a:prstGeom prst="roundRect">
            <a:avLst>
              <a:gd fmla="val 16667" name="adj"/>
            </a:avLst>
          </a:prstGeom>
          <a:solidFill>
            <a:srgbClr val="12354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b="1" i="0" lang="es" sz="800" u="none" cap="none" strike="noStrike">
                <a:solidFill>
                  <a:srgbClr val="FFFFFF"/>
                </a:solidFill>
                <a:latin typeface="Archivo"/>
                <a:ea typeface="Archivo"/>
                <a:cs typeface="Archivo"/>
                <a:sym typeface="Archivo"/>
              </a:rPr>
              <a:t>‹#›</a:t>
            </a:fld>
            <a:endParaRPr b="0" i="0" sz="1400" u="none" cap="none" strike="noStrike">
              <a:solidFill>
                <a:srgbClr val="FFFFFF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012" name="Google Shape;1012;p46"/>
          <p:cNvSpPr txBox="1"/>
          <p:nvPr/>
        </p:nvSpPr>
        <p:spPr>
          <a:xfrm>
            <a:off x="590550" y="152400"/>
            <a:ext cx="7717800" cy="304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50"/>
              <a:buFont typeface="Arial"/>
              <a:buNone/>
            </a:pPr>
            <a:r>
              <a:rPr b="1" i="0" lang="es" sz="1850" u="none" cap="none" strike="noStrike">
                <a:solidFill>
                  <a:srgbClr val="FFFFFF"/>
                </a:solidFill>
                <a:latin typeface="Archivo"/>
                <a:ea typeface="Archivo"/>
                <a:cs typeface="Archivo"/>
                <a:sym typeface="Archivo"/>
              </a:rPr>
              <a:t>Semana JM - </a:t>
            </a:r>
            <a:r>
              <a:rPr b="0" i="1" lang="es" sz="1850" u="none" cap="none" strike="noStrike">
                <a:solidFill>
                  <a:srgbClr val="FFFFFF"/>
                </a:solidFill>
                <a:latin typeface="Archivo"/>
                <a:ea typeface="Archivo"/>
                <a:cs typeface="Archivo"/>
                <a:sym typeface="Archivo"/>
              </a:rPr>
              <a:t>Conversación en X</a:t>
            </a:r>
            <a:endParaRPr b="1" i="0" sz="1850" u="none" cap="none" strike="noStrike">
              <a:solidFill>
                <a:srgbClr val="FFFFFF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013" name="Google Shape;1013;p46"/>
          <p:cNvSpPr/>
          <p:nvPr/>
        </p:nvSpPr>
        <p:spPr>
          <a:xfrm>
            <a:off x="238125" y="200025"/>
            <a:ext cx="145163" cy="145163"/>
          </a:xfrm>
          <a:custGeom>
            <a:rect b="b" l="l" r="r" t="t"/>
            <a:pathLst>
              <a:path extrusionOk="0" h="76201" w="76201">
                <a:moveTo>
                  <a:pt x="26593" y="7596"/>
                </a:moveTo>
                <a:cubicBezTo>
                  <a:pt x="26650" y="7596"/>
                  <a:pt x="26708" y="7596"/>
                  <a:pt x="26766" y="7597"/>
                </a:cubicBezTo>
                <a:cubicBezTo>
                  <a:pt x="37303" y="7680"/>
                  <a:pt x="45697" y="16276"/>
                  <a:pt x="45756" y="26754"/>
                </a:cubicBezTo>
                <a:cubicBezTo>
                  <a:pt x="45803" y="36658"/>
                  <a:pt x="36741" y="45712"/>
                  <a:pt x="26877" y="45712"/>
                </a:cubicBezTo>
                <a:cubicBezTo>
                  <a:pt x="26769" y="45712"/>
                  <a:pt x="26660" y="45711"/>
                  <a:pt x="26551" y="45708"/>
                </a:cubicBezTo>
                <a:cubicBezTo>
                  <a:pt x="16038" y="45494"/>
                  <a:pt x="7513" y="36993"/>
                  <a:pt x="7609" y="26587"/>
                </a:cubicBezTo>
                <a:cubicBezTo>
                  <a:pt x="7703" y="16096"/>
                  <a:pt x="16229" y="7596"/>
                  <a:pt x="26593" y="7596"/>
                </a:cubicBezTo>
                <a:close/>
                <a:moveTo>
                  <a:pt x="25147" y="0"/>
                </a:moveTo>
                <a:cubicBezTo>
                  <a:pt x="23253" y="334"/>
                  <a:pt x="21325" y="536"/>
                  <a:pt x="19467" y="1036"/>
                </a:cubicBezTo>
                <a:cubicBezTo>
                  <a:pt x="14860" y="2251"/>
                  <a:pt x="10919" y="4668"/>
                  <a:pt x="7597" y="8073"/>
                </a:cubicBezTo>
                <a:cubicBezTo>
                  <a:pt x="3942" y="11823"/>
                  <a:pt x="1584" y="16276"/>
                  <a:pt x="536" y="21408"/>
                </a:cubicBezTo>
                <a:cubicBezTo>
                  <a:pt x="286" y="22646"/>
                  <a:pt x="179" y="23896"/>
                  <a:pt x="1" y="25146"/>
                </a:cubicBezTo>
                <a:lnTo>
                  <a:pt x="1" y="28278"/>
                </a:lnTo>
                <a:cubicBezTo>
                  <a:pt x="298" y="30028"/>
                  <a:pt x="489" y="31802"/>
                  <a:pt x="929" y="33517"/>
                </a:cubicBezTo>
                <a:cubicBezTo>
                  <a:pt x="2096" y="38160"/>
                  <a:pt x="4465" y="42172"/>
                  <a:pt x="7847" y="45542"/>
                </a:cubicBezTo>
                <a:cubicBezTo>
                  <a:pt x="12002" y="49661"/>
                  <a:pt x="16991" y="52209"/>
                  <a:pt x="22801" y="53019"/>
                </a:cubicBezTo>
                <a:cubicBezTo>
                  <a:pt x="24161" y="53209"/>
                  <a:pt x="25500" y="53304"/>
                  <a:pt x="26818" y="53304"/>
                </a:cubicBezTo>
                <a:cubicBezTo>
                  <a:pt x="32099" y="53304"/>
                  <a:pt x="37039" y="51775"/>
                  <a:pt x="41613" y="48697"/>
                </a:cubicBezTo>
                <a:cubicBezTo>
                  <a:pt x="41911" y="48506"/>
                  <a:pt x="42196" y="48316"/>
                  <a:pt x="42482" y="48125"/>
                </a:cubicBezTo>
                <a:cubicBezTo>
                  <a:pt x="42512" y="48103"/>
                  <a:pt x="42542" y="48095"/>
                  <a:pt x="42548" y="48095"/>
                </a:cubicBezTo>
                <a:cubicBezTo>
                  <a:pt x="42552" y="48095"/>
                  <a:pt x="42547" y="48097"/>
                  <a:pt x="42530" y="48102"/>
                </a:cubicBezTo>
                <a:cubicBezTo>
                  <a:pt x="43935" y="49518"/>
                  <a:pt x="45316" y="50900"/>
                  <a:pt x="46697" y="52293"/>
                </a:cubicBezTo>
                <a:cubicBezTo>
                  <a:pt x="46494" y="52650"/>
                  <a:pt x="46185" y="53055"/>
                  <a:pt x="46018" y="53507"/>
                </a:cubicBezTo>
                <a:cubicBezTo>
                  <a:pt x="45399" y="55174"/>
                  <a:pt x="45840" y="56615"/>
                  <a:pt x="47078" y="57841"/>
                </a:cubicBezTo>
                <a:cubicBezTo>
                  <a:pt x="50340" y="61103"/>
                  <a:pt x="53602" y="64366"/>
                  <a:pt x="56853" y="67628"/>
                </a:cubicBezTo>
                <a:cubicBezTo>
                  <a:pt x="58960" y="69735"/>
                  <a:pt x="61080" y="71831"/>
                  <a:pt x="63163" y="73950"/>
                </a:cubicBezTo>
                <a:cubicBezTo>
                  <a:pt x="64068" y="74867"/>
                  <a:pt x="64973" y="75760"/>
                  <a:pt x="66223" y="76200"/>
                </a:cubicBezTo>
                <a:lnTo>
                  <a:pt x="67711" y="76200"/>
                </a:lnTo>
                <a:cubicBezTo>
                  <a:pt x="68914" y="75831"/>
                  <a:pt x="69795" y="75034"/>
                  <a:pt x="70640" y="74152"/>
                </a:cubicBezTo>
                <a:cubicBezTo>
                  <a:pt x="71795" y="72962"/>
                  <a:pt x="72962" y="71783"/>
                  <a:pt x="74153" y="70640"/>
                </a:cubicBezTo>
                <a:cubicBezTo>
                  <a:pt x="75034" y="69795"/>
                  <a:pt x="75843" y="68914"/>
                  <a:pt x="76201" y="67711"/>
                </a:cubicBezTo>
                <a:lnTo>
                  <a:pt x="76201" y="66223"/>
                </a:lnTo>
                <a:cubicBezTo>
                  <a:pt x="75772" y="64973"/>
                  <a:pt x="74867" y="64068"/>
                  <a:pt x="73950" y="63163"/>
                </a:cubicBezTo>
                <a:cubicBezTo>
                  <a:pt x="68712" y="57948"/>
                  <a:pt x="63497" y="52721"/>
                  <a:pt x="58270" y="47494"/>
                </a:cubicBezTo>
                <a:cubicBezTo>
                  <a:pt x="57062" y="46287"/>
                  <a:pt x="56095" y="45710"/>
                  <a:pt x="55037" y="45710"/>
                </a:cubicBezTo>
                <a:cubicBezTo>
                  <a:pt x="54229" y="45710"/>
                  <a:pt x="53367" y="46047"/>
                  <a:pt x="52305" y="46697"/>
                </a:cubicBezTo>
                <a:cubicBezTo>
                  <a:pt x="50912" y="45316"/>
                  <a:pt x="49531" y="43934"/>
                  <a:pt x="48209" y="42625"/>
                </a:cubicBezTo>
                <a:cubicBezTo>
                  <a:pt x="49161" y="40875"/>
                  <a:pt x="50245" y="39124"/>
                  <a:pt x="51078" y="37255"/>
                </a:cubicBezTo>
                <a:cubicBezTo>
                  <a:pt x="53364" y="32123"/>
                  <a:pt x="53936" y="26754"/>
                  <a:pt x="52745" y="21265"/>
                </a:cubicBezTo>
                <a:cubicBezTo>
                  <a:pt x="50757" y="12109"/>
                  <a:pt x="45304" y="5739"/>
                  <a:pt x="36767" y="1989"/>
                </a:cubicBezTo>
                <a:cubicBezTo>
                  <a:pt x="34267" y="893"/>
                  <a:pt x="31588" y="310"/>
                  <a:pt x="28849" y="108"/>
                </a:cubicBezTo>
                <a:cubicBezTo>
                  <a:pt x="28659" y="96"/>
                  <a:pt x="28468" y="36"/>
                  <a:pt x="28278" y="0"/>
                </a:cubicBezTo>
                <a:close/>
              </a:path>
            </a:pathLst>
          </a:custGeom>
          <a:solidFill>
            <a:srgbClr val="8DE2D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4" name="Google Shape;1014;p46"/>
          <p:cNvSpPr/>
          <p:nvPr/>
        </p:nvSpPr>
        <p:spPr>
          <a:xfrm flipH="1" rot="10800000">
            <a:off x="0" y="0"/>
            <a:ext cx="6860400" cy="594300"/>
          </a:xfrm>
          <a:prstGeom prst="round1Rect">
            <a:avLst>
              <a:gd fmla="val 32479" name="adj"/>
            </a:avLst>
          </a:prstGeom>
          <a:solidFill>
            <a:srgbClr val="1235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5" name="Google Shape;1015;p46"/>
          <p:cNvSpPr txBox="1"/>
          <p:nvPr/>
        </p:nvSpPr>
        <p:spPr>
          <a:xfrm>
            <a:off x="7084752" y="114300"/>
            <a:ext cx="1892100" cy="138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s" sz="900" u="none" cap="none" strike="noStrike">
                <a:solidFill>
                  <a:srgbClr val="123546"/>
                </a:solidFill>
                <a:latin typeface="Archivo"/>
                <a:ea typeface="Archivo"/>
                <a:cs typeface="Archivo"/>
                <a:sym typeface="Archivo"/>
              </a:rPr>
              <a:t>Seguimiento </a:t>
            </a:r>
            <a:r>
              <a:rPr b="0" i="0" lang="es" sz="900" u="none" cap="none" strike="noStrike">
                <a:solidFill>
                  <a:srgbClr val="123546"/>
                </a:solidFill>
                <a:latin typeface="Archivo"/>
                <a:ea typeface="Archivo"/>
                <a:cs typeface="Archivo"/>
                <a:sym typeface="Archivo"/>
              </a:rPr>
              <a:t>Mayo 2026</a:t>
            </a:r>
            <a:endParaRPr b="1" i="0" sz="900" u="none" cap="none" strike="noStrike">
              <a:solidFill>
                <a:srgbClr val="123546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grpSp>
        <p:nvGrpSpPr>
          <p:cNvPr id="1016" name="Google Shape;1016;p46"/>
          <p:cNvGrpSpPr/>
          <p:nvPr/>
        </p:nvGrpSpPr>
        <p:grpSpPr>
          <a:xfrm>
            <a:off x="381000" y="809625"/>
            <a:ext cx="8429475" cy="857400"/>
            <a:chOff x="381000" y="809625"/>
            <a:chExt cx="8429475" cy="857400"/>
          </a:xfrm>
        </p:grpSpPr>
        <p:sp>
          <p:nvSpPr>
            <p:cNvPr id="1017" name="Google Shape;1017;p46"/>
            <p:cNvSpPr/>
            <p:nvPr/>
          </p:nvSpPr>
          <p:spPr>
            <a:xfrm>
              <a:off x="381000" y="809625"/>
              <a:ext cx="2000100" cy="857400"/>
            </a:xfrm>
            <a:prstGeom prst="roundRect">
              <a:avLst>
                <a:gd fmla="val 11111" name="adj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8" name="Google Shape;1018;p46"/>
            <p:cNvSpPr/>
            <p:nvPr/>
          </p:nvSpPr>
          <p:spPr>
            <a:xfrm>
              <a:off x="2524125" y="809625"/>
              <a:ext cx="2000100" cy="857400"/>
            </a:xfrm>
            <a:prstGeom prst="roundRect">
              <a:avLst>
                <a:gd fmla="val 11111" name="adj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9" name="Google Shape;1019;p46"/>
            <p:cNvSpPr/>
            <p:nvPr/>
          </p:nvSpPr>
          <p:spPr>
            <a:xfrm>
              <a:off x="4667250" y="809625"/>
              <a:ext cx="2000100" cy="857400"/>
            </a:xfrm>
            <a:prstGeom prst="roundRect">
              <a:avLst>
                <a:gd fmla="val 11111" name="adj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0" name="Google Shape;1020;p46"/>
            <p:cNvSpPr/>
            <p:nvPr/>
          </p:nvSpPr>
          <p:spPr>
            <a:xfrm>
              <a:off x="6810375" y="809625"/>
              <a:ext cx="2000100" cy="857400"/>
            </a:xfrm>
            <a:prstGeom prst="roundRect">
              <a:avLst>
                <a:gd fmla="val 11111" name="adj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21" name="Google Shape;1021;p46"/>
          <p:cNvSpPr txBox="1"/>
          <p:nvPr/>
        </p:nvSpPr>
        <p:spPr>
          <a:xfrm>
            <a:off x="3987550" y="1124658"/>
            <a:ext cx="1285200" cy="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2" name="Google Shape;1022;p46"/>
          <p:cNvSpPr txBox="1"/>
          <p:nvPr/>
        </p:nvSpPr>
        <p:spPr>
          <a:xfrm>
            <a:off x="381000" y="4429125"/>
            <a:ext cx="4305900" cy="146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1" i="0" lang="es" sz="950" u="none" cap="none" strike="noStrike">
                <a:solidFill>
                  <a:srgbClr val="123546"/>
                </a:solidFill>
                <a:latin typeface="Archivo"/>
                <a:ea typeface="Archivo"/>
                <a:cs typeface="Archivo"/>
                <a:sym typeface="Archivo"/>
              </a:rPr>
              <a:t>Pico de conversación:</a:t>
            </a:r>
            <a:r>
              <a:rPr b="0" i="0" lang="es" sz="950" u="none" cap="none" strike="noStrike">
                <a:solidFill>
                  <a:srgbClr val="123546"/>
                </a:solidFill>
                <a:latin typeface="Archivo"/>
                <a:ea typeface="Archivo"/>
                <a:cs typeface="Archivo"/>
                <a:sym typeface="Archivo"/>
              </a:rPr>
              <a:t> tema que generó mayor cantidad de menciones a JM.</a:t>
            </a:r>
            <a:endParaRPr b="0" i="0" sz="950" u="none" cap="none" strike="noStrike">
              <a:solidFill>
                <a:srgbClr val="123546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023" name="Google Shape;1023;p46"/>
          <p:cNvSpPr txBox="1"/>
          <p:nvPr/>
        </p:nvSpPr>
        <p:spPr>
          <a:xfrm>
            <a:off x="5357679" y="4429125"/>
            <a:ext cx="3412500" cy="153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" sz="1000" u="none" cap="none" strike="noStrike">
                <a:solidFill>
                  <a:srgbClr val="123546"/>
                </a:solidFill>
                <a:latin typeface="Archivo"/>
                <a:ea typeface="Archivo"/>
                <a:cs typeface="Archivo"/>
                <a:sym typeface="Archivo"/>
              </a:rPr>
              <a:t>Día con mayor actividad: </a:t>
            </a:r>
            <a:r>
              <a:rPr b="1" i="0" lang="es" sz="1000" u="none" cap="none" strike="noStrike">
                <a:solidFill>
                  <a:srgbClr val="123546"/>
                </a:solidFill>
                <a:highlight>
                  <a:srgbClr val="8DE2D6"/>
                </a:highlight>
                <a:latin typeface="Archivo"/>
                <a:ea typeface="Archivo"/>
                <a:cs typeface="Archivo"/>
                <a:sym typeface="Archivo"/>
              </a:rPr>
              <a:t>{{conv_dia_activo}}</a:t>
            </a:r>
            <a:endParaRPr b="0" i="0" sz="1000" u="none" cap="none" strike="noStrike">
              <a:solidFill>
                <a:srgbClr val="123546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grpSp>
        <p:nvGrpSpPr>
          <p:cNvPr id="1024" name="Google Shape;1024;p46"/>
          <p:cNvGrpSpPr/>
          <p:nvPr/>
        </p:nvGrpSpPr>
        <p:grpSpPr>
          <a:xfrm>
            <a:off x="433816" y="809637"/>
            <a:ext cx="1934229" cy="815013"/>
            <a:chOff x="1513650" y="748775"/>
            <a:chExt cx="1285800" cy="815013"/>
          </a:xfrm>
        </p:grpSpPr>
        <p:sp>
          <p:nvSpPr>
            <p:cNvPr id="1025" name="Google Shape;1025;p46"/>
            <p:cNvSpPr txBox="1"/>
            <p:nvPr/>
          </p:nvSpPr>
          <p:spPr>
            <a:xfrm>
              <a:off x="1513650" y="748775"/>
              <a:ext cx="1285800" cy="558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6350" lIns="76350" spcFirstLastPara="1" rIns="76350" wrap="square" tIns="763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50"/>
                <a:buFont typeface="Arial"/>
                <a:buNone/>
              </a:pPr>
              <a:r>
                <a:rPr b="0" i="0" lang="es" sz="2250" u="none" cap="none" strike="noStrike">
                  <a:solidFill>
                    <a:srgbClr val="123546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{{conv_menciones}}K</a:t>
              </a:r>
              <a:endParaRPr b="0" i="0" sz="2250" u="none" cap="none" strike="noStrike">
                <a:solidFill>
                  <a:srgbClr val="123546"/>
                </a:solidFill>
                <a:latin typeface="Archivo Black"/>
                <a:ea typeface="Archivo Black"/>
                <a:cs typeface="Archivo Black"/>
                <a:sym typeface="Archivo Black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50"/>
                <a:buFont typeface="Arial"/>
                <a:buNone/>
              </a:pPr>
              <a:r>
                <a:rPr b="0" i="0" lang="es" sz="1450" u="none" cap="none" strike="noStrike">
                  <a:solidFill>
                    <a:srgbClr val="123546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menciones</a:t>
              </a:r>
              <a:endParaRPr b="0" i="0" sz="2250" u="none" cap="none" strike="noStrike">
                <a:solidFill>
                  <a:srgbClr val="123546"/>
                </a:solidFill>
                <a:latin typeface="Archivo Black"/>
                <a:ea typeface="Archivo Black"/>
                <a:cs typeface="Archivo Black"/>
                <a:sym typeface="Archivo Black"/>
              </a:endParaRPr>
            </a:p>
          </p:txBody>
        </p:sp>
        <p:sp>
          <p:nvSpPr>
            <p:cNvPr id="1026" name="Google Shape;1026;p46"/>
            <p:cNvSpPr/>
            <p:nvPr/>
          </p:nvSpPr>
          <p:spPr>
            <a:xfrm>
              <a:off x="1594240" y="1306988"/>
              <a:ext cx="1127100" cy="256800"/>
            </a:xfrm>
            <a:prstGeom prst="roundRect">
              <a:avLst>
                <a:gd fmla="val 21289" name="adj"/>
              </a:avLst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r>
                <a:rPr b="0" i="0" lang="es" sz="2200" u="none" cap="none" strike="noStrike">
                  <a:solidFill>
                    <a:srgbClr val="153244"/>
                  </a:solidFill>
                  <a:latin typeface="Archivo Light"/>
                  <a:ea typeface="Archivo Light"/>
                  <a:cs typeface="Archivo Light"/>
                  <a:sym typeface="Archivo Light"/>
                </a:rPr>
                <a:t>{{conv_menciones_var}}</a:t>
              </a:r>
              <a:endParaRPr b="0" i="0" sz="2200" u="none" cap="none" strike="noStrike">
                <a:solidFill>
                  <a:srgbClr val="153244"/>
                </a:solidFill>
                <a:latin typeface="Archivo Light"/>
                <a:ea typeface="Archivo Light"/>
                <a:cs typeface="Archivo Light"/>
                <a:sym typeface="Archivo Light"/>
              </a:endParaRPr>
            </a:p>
          </p:txBody>
        </p:sp>
      </p:grpSp>
      <p:grpSp>
        <p:nvGrpSpPr>
          <p:cNvPr id="1027" name="Google Shape;1027;p46"/>
          <p:cNvGrpSpPr/>
          <p:nvPr/>
        </p:nvGrpSpPr>
        <p:grpSpPr>
          <a:xfrm>
            <a:off x="2559066" y="820393"/>
            <a:ext cx="1934229" cy="815013"/>
            <a:chOff x="1513650" y="748775"/>
            <a:chExt cx="1285800" cy="815013"/>
          </a:xfrm>
        </p:grpSpPr>
        <p:sp>
          <p:nvSpPr>
            <p:cNvPr id="1028" name="Google Shape;1028;p46"/>
            <p:cNvSpPr txBox="1"/>
            <p:nvPr/>
          </p:nvSpPr>
          <p:spPr>
            <a:xfrm>
              <a:off x="1513650" y="748775"/>
              <a:ext cx="1285800" cy="558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6350" lIns="76350" spcFirstLastPara="1" rIns="76350" wrap="square" tIns="763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50"/>
                <a:buFont typeface="Arial"/>
                <a:buNone/>
              </a:pPr>
              <a:r>
                <a:rPr b="0" i="0" lang="es" sz="2250" u="none" cap="none" strike="noStrike">
                  <a:solidFill>
                    <a:srgbClr val="123546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{{conv_vistas}}M</a:t>
              </a:r>
              <a:endParaRPr b="0" i="0" sz="2250" u="none" cap="none" strike="noStrike">
                <a:solidFill>
                  <a:srgbClr val="123546"/>
                </a:solidFill>
                <a:latin typeface="Archivo Black"/>
                <a:ea typeface="Archivo Black"/>
                <a:cs typeface="Archivo Black"/>
                <a:sym typeface="Archivo Black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50"/>
                <a:buFont typeface="Arial"/>
                <a:buNone/>
              </a:pPr>
              <a:r>
                <a:rPr b="0" i="0" lang="es" sz="1450" u="none" cap="none" strike="noStrike">
                  <a:solidFill>
                    <a:srgbClr val="123546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vistas</a:t>
              </a:r>
              <a:endParaRPr b="0" i="0" sz="2250" u="none" cap="none" strike="noStrike">
                <a:solidFill>
                  <a:srgbClr val="123546"/>
                </a:solidFill>
                <a:latin typeface="Archivo Black"/>
                <a:ea typeface="Archivo Black"/>
                <a:cs typeface="Archivo Black"/>
                <a:sym typeface="Archivo Black"/>
              </a:endParaRPr>
            </a:p>
          </p:txBody>
        </p:sp>
        <p:sp>
          <p:nvSpPr>
            <p:cNvPr id="1029" name="Google Shape;1029;p46"/>
            <p:cNvSpPr/>
            <p:nvPr/>
          </p:nvSpPr>
          <p:spPr>
            <a:xfrm>
              <a:off x="1594240" y="1306988"/>
              <a:ext cx="1127100" cy="256800"/>
            </a:xfrm>
            <a:prstGeom prst="roundRect">
              <a:avLst>
                <a:gd fmla="val 21289" name="adj"/>
              </a:avLst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r>
                <a:rPr b="0" i="0" lang="es" sz="2200" u="none" cap="none" strike="noStrike">
                  <a:solidFill>
                    <a:srgbClr val="153244"/>
                  </a:solidFill>
                  <a:latin typeface="Archivo Light"/>
                  <a:ea typeface="Archivo Light"/>
                  <a:cs typeface="Archivo Light"/>
                  <a:sym typeface="Archivo Light"/>
                </a:rPr>
                <a:t>{{conv_vistas_var}}M</a:t>
              </a:r>
              <a:endParaRPr b="0" i="0" sz="2200" u="none" cap="none" strike="noStrike">
                <a:solidFill>
                  <a:srgbClr val="153244"/>
                </a:solidFill>
                <a:latin typeface="Archivo Light"/>
                <a:ea typeface="Archivo Light"/>
                <a:cs typeface="Archivo Light"/>
                <a:sym typeface="Archivo Light"/>
              </a:endParaRPr>
            </a:p>
          </p:txBody>
        </p:sp>
      </p:grpSp>
      <p:grpSp>
        <p:nvGrpSpPr>
          <p:cNvPr id="1030" name="Google Shape;1030;p46"/>
          <p:cNvGrpSpPr/>
          <p:nvPr/>
        </p:nvGrpSpPr>
        <p:grpSpPr>
          <a:xfrm>
            <a:off x="4684316" y="830781"/>
            <a:ext cx="1934229" cy="815013"/>
            <a:chOff x="1513650" y="748775"/>
            <a:chExt cx="1285800" cy="815013"/>
          </a:xfrm>
        </p:grpSpPr>
        <p:sp>
          <p:nvSpPr>
            <p:cNvPr id="1031" name="Google Shape;1031;p46"/>
            <p:cNvSpPr txBox="1"/>
            <p:nvPr/>
          </p:nvSpPr>
          <p:spPr>
            <a:xfrm>
              <a:off x="1513650" y="748775"/>
              <a:ext cx="1285800" cy="558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6350" lIns="76350" spcFirstLastPara="1" rIns="76350" wrap="square" tIns="763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50"/>
                <a:buFont typeface="Arial"/>
                <a:buNone/>
              </a:pPr>
              <a:r>
                <a:rPr b="0" i="0" lang="es" sz="2250" u="none" cap="none" strike="noStrike">
                  <a:solidFill>
                    <a:srgbClr val="123546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{{conv_usuarios}}K</a:t>
              </a:r>
              <a:endParaRPr b="0" i="0" sz="2250" u="none" cap="none" strike="noStrike">
                <a:solidFill>
                  <a:srgbClr val="123546"/>
                </a:solidFill>
                <a:latin typeface="Archivo Black"/>
                <a:ea typeface="Archivo Black"/>
                <a:cs typeface="Archivo Black"/>
                <a:sym typeface="Archivo Black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50"/>
                <a:buFont typeface="Arial"/>
                <a:buNone/>
              </a:pPr>
              <a:r>
                <a:rPr b="0" i="0" lang="es" sz="1450" u="none" cap="none" strike="noStrike">
                  <a:solidFill>
                    <a:srgbClr val="123546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usuarios</a:t>
              </a:r>
              <a:endParaRPr b="0" i="0" sz="2250" u="none" cap="none" strike="noStrike">
                <a:solidFill>
                  <a:srgbClr val="123546"/>
                </a:solidFill>
                <a:latin typeface="Archivo Black"/>
                <a:ea typeface="Archivo Black"/>
                <a:cs typeface="Archivo Black"/>
                <a:sym typeface="Archivo Black"/>
              </a:endParaRPr>
            </a:p>
          </p:txBody>
        </p:sp>
        <p:sp>
          <p:nvSpPr>
            <p:cNvPr id="1032" name="Google Shape;1032;p46"/>
            <p:cNvSpPr/>
            <p:nvPr/>
          </p:nvSpPr>
          <p:spPr>
            <a:xfrm>
              <a:off x="1594240" y="1306988"/>
              <a:ext cx="1127100" cy="256800"/>
            </a:xfrm>
            <a:prstGeom prst="roundRect">
              <a:avLst>
                <a:gd fmla="val 21289" name="adj"/>
              </a:avLst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r>
                <a:rPr b="0" i="0" lang="es" sz="2200" u="none" cap="none" strike="noStrike">
                  <a:solidFill>
                    <a:srgbClr val="153244"/>
                  </a:solidFill>
                  <a:latin typeface="Archivo Light"/>
                  <a:ea typeface="Archivo Light"/>
                  <a:cs typeface="Archivo Light"/>
                  <a:sym typeface="Archivo Light"/>
                </a:rPr>
                <a:t>{{conv_usuarios_var}}</a:t>
              </a:r>
              <a:endParaRPr b="0" i="0" sz="2200" u="none" cap="none" strike="noStrike">
                <a:solidFill>
                  <a:srgbClr val="153244"/>
                </a:solidFill>
                <a:latin typeface="Archivo Light"/>
                <a:ea typeface="Archivo Light"/>
                <a:cs typeface="Archivo Light"/>
                <a:sym typeface="Archivo Light"/>
              </a:endParaRPr>
            </a:p>
          </p:txBody>
        </p:sp>
      </p:grpSp>
      <p:grpSp>
        <p:nvGrpSpPr>
          <p:cNvPr id="1033" name="Google Shape;1033;p46"/>
          <p:cNvGrpSpPr/>
          <p:nvPr/>
        </p:nvGrpSpPr>
        <p:grpSpPr>
          <a:xfrm>
            <a:off x="6809566" y="830781"/>
            <a:ext cx="1934229" cy="815013"/>
            <a:chOff x="1513650" y="748775"/>
            <a:chExt cx="1285800" cy="815013"/>
          </a:xfrm>
        </p:grpSpPr>
        <p:sp>
          <p:nvSpPr>
            <p:cNvPr id="1034" name="Google Shape;1034;p46"/>
            <p:cNvSpPr txBox="1"/>
            <p:nvPr/>
          </p:nvSpPr>
          <p:spPr>
            <a:xfrm>
              <a:off x="1513650" y="748775"/>
              <a:ext cx="1285800" cy="558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6350" lIns="76350" spcFirstLastPara="1" rIns="76350" wrap="square" tIns="763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50"/>
                <a:buFont typeface="Arial"/>
                <a:buNone/>
              </a:pPr>
              <a:r>
                <a:rPr b="0" i="0" lang="es" sz="2250" u="none" cap="none" strike="noStrike">
                  <a:solidFill>
                    <a:srgbClr val="123546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{{conv_sm_pos}}%</a:t>
              </a:r>
              <a:endParaRPr b="0" i="0" sz="2250" u="none" cap="none" strike="noStrike">
                <a:solidFill>
                  <a:srgbClr val="123546"/>
                </a:solidFill>
                <a:latin typeface="Archivo Black"/>
                <a:ea typeface="Archivo Black"/>
                <a:cs typeface="Archivo Black"/>
                <a:sym typeface="Archivo Black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50"/>
                <a:buFont typeface="Arial"/>
                <a:buNone/>
              </a:pPr>
              <a:r>
                <a:rPr b="0" i="0" lang="es" sz="1450" u="none" cap="none" strike="noStrike">
                  <a:solidFill>
                    <a:srgbClr val="123546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SM positivo</a:t>
              </a:r>
              <a:endParaRPr b="0" i="0" sz="2250" u="none" cap="none" strike="noStrike">
                <a:solidFill>
                  <a:srgbClr val="123546"/>
                </a:solidFill>
                <a:latin typeface="Archivo Black"/>
                <a:ea typeface="Archivo Black"/>
                <a:cs typeface="Archivo Black"/>
                <a:sym typeface="Archivo Black"/>
              </a:endParaRPr>
            </a:p>
          </p:txBody>
        </p:sp>
        <p:sp>
          <p:nvSpPr>
            <p:cNvPr id="1035" name="Google Shape;1035;p46"/>
            <p:cNvSpPr/>
            <p:nvPr/>
          </p:nvSpPr>
          <p:spPr>
            <a:xfrm>
              <a:off x="1594240" y="1306988"/>
              <a:ext cx="1127100" cy="256800"/>
            </a:xfrm>
            <a:prstGeom prst="roundRect">
              <a:avLst>
                <a:gd fmla="val 21289" name="adj"/>
              </a:avLst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r>
                <a:rPr b="0" i="0" lang="es" sz="2200" u="none" cap="none" strike="noStrike">
                  <a:solidFill>
                    <a:srgbClr val="153244"/>
                  </a:solidFill>
                  <a:latin typeface="Archivo Light"/>
                  <a:ea typeface="Archivo Light"/>
                  <a:cs typeface="Archivo Light"/>
                  <a:sym typeface="Archivo Light"/>
                </a:rPr>
                <a:t>{{conv_sm_pos_var}}</a:t>
              </a:r>
              <a:endParaRPr b="0" i="0" sz="2200" u="none" cap="none" strike="noStrike">
                <a:solidFill>
                  <a:srgbClr val="153244"/>
                </a:solidFill>
                <a:latin typeface="Archivo Light"/>
                <a:ea typeface="Archivo Light"/>
                <a:cs typeface="Archivo Light"/>
                <a:sym typeface="Archivo Light"/>
              </a:endParaRPr>
            </a:p>
          </p:txBody>
        </p:sp>
      </p:grpSp>
      <p:sp>
        <p:nvSpPr>
          <p:cNvPr id="1036" name="Google Shape;1036;p46"/>
          <p:cNvSpPr txBox="1"/>
          <p:nvPr/>
        </p:nvSpPr>
        <p:spPr>
          <a:xfrm>
            <a:off x="594200" y="147150"/>
            <a:ext cx="77178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s" sz="2100" u="none" cap="none" strike="noStrike">
                <a:solidFill>
                  <a:srgbClr val="FFFFFF"/>
                </a:solidFill>
                <a:latin typeface="Archivo"/>
                <a:ea typeface="Archivo"/>
                <a:cs typeface="Archivo"/>
                <a:sym typeface="Archivo"/>
              </a:rPr>
              <a:t>Semana JM - </a:t>
            </a:r>
            <a:r>
              <a:rPr b="0" i="1" lang="es" sz="2100" u="none" cap="none" strike="noStrike">
                <a:solidFill>
                  <a:srgbClr val="FFFFFF"/>
                </a:solidFill>
                <a:latin typeface="Archivo"/>
                <a:ea typeface="Archivo"/>
                <a:cs typeface="Archivo"/>
                <a:sym typeface="Archivo"/>
              </a:rPr>
              <a:t>Conversación en X </a:t>
            </a:r>
            <a:endParaRPr b="0" i="1" sz="2100" u="none" cap="none" strike="noStrike">
              <a:solidFill>
                <a:srgbClr val="FFFFFF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037" name="Google Shape;1037;p46"/>
          <p:cNvSpPr/>
          <p:nvPr/>
        </p:nvSpPr>
        <p:spPr>
          <a:xfrm>
            <a:off x="261050" y="190500"/>
            <a:ext cx="217744" cy="217744"/>
          </a:xfrm>
          <a:custGeom>
            <a:rect b="b" l="l" r="r" t="t"/>
            <a:pathLst>
              <a:path extrusionOk="0" h="76201" w="76201">
                <a:moveTo>
                  <a:pt x="26593" y="7596"/>
                </a:moveTo>
                <a:cubicBezTo>
                  <a:pt x="26650" y="7596"/>
                  <a:pt x="26708" y="7596"/>
                  <a:pt x="26766" y="7597"/>
                </a:cubicBezTo>
                <a:cubicBezTo>
                  <a:pt x="37303" y="7680"/>
                  <a:pt x="45697" y="16276"/>
                  <a:pt x="45756" y="26754"/>
                </a:cubicBezTo>
                <a:cubicBezTo>
                  <a:pt x="45803" y="36658"/>
                  <a:pt x="36741" y="45712"/>
                  <a:pt x="26877" y="45712"/>
                </a:cubicBezTo>
                <a:cubicBezTo>
                  <a:pt x="26769" y="45712"/>
                  <a:pt x="26660" y="45711"/>
                  <a:pt x="26551" y="45708"/>
                </a:cubicBezTo>
                <a:cubicBezTo>
                  <a:pt x="16038" y="45494"/>
                  <a:pt x="7513" y="36993"/>
                  <a:pt x="7609" y="26587"/>
                </a:cubicBezTo>
                <a:cubicBezTo>
                  <a:pt x="7703" y="16096"/>
                  <a:pt x="16229" y="7596"/>
                  <a:pt x="26593" y="7596"/>
                </a:cubicBezTo>
                <a:close/>
                <a:moveTo>
                  <a:pt x="25147" y="0"/>
                </a:moveTo>
                <a:cubicBezTo>
                  <a:pt x="23253" y="334"/>
                  <a:pt x="21325" y="536"/>
                  <a:pt x="19467" y="1036"/>
                </a:cubicBezTo>
                <a:cubicBezTo>
                  <a:pt x="14860" y="2251"/>
                  <a:pt x="10919" y="4668"/>
                  <a:pt x="7597" y="8073"/>
                </a:cubicBezTo>
                <a:cubicBezTo>
                  <a:pt x="3942" y="11823"/>
                  <a:pt x="1584" y="16276"/>
                  <a:pt x="536" y="21408"/>
                </a:cubicBezTo>
                <a:cubicBezTo>
                  <a:pt x="286" y="22646"/>
                  <a:pt x="179" y="23896"/>
                  <a:pt x="1" y="25146"/>
                </a:cubicBezTo>
                <a:lnTo>
                  <a:pt x="1" y="28278"/>
                </a:lnTo>
                <a:cubicBezTo>
                  <a:pt x="298" y="30028"/>
                  <a:pt x="489" y="31802"/>
                  <a:pt x="929" y="33517"/>
                </a:cubicBezTo>
                <a:cubicBezTo>
                  <a:pt x="2096" y="38160"/>
                  <a:pt x="4465" y="42172"/>
                  <a:pt x="7847" y="45542"/>
                </a:cubicBezTo>
                <a:cubicBezTo>
                  <a:pt x="12002" y="49661"/>
                  <a:pt x="16991" y="52209"/>
                  <a:pt x="22801" y="53019"/>
                </a:cubicBezTo>
                <a:cubicBezTo>
                  <a:pt x="24161" y="53209"/>
                  <a:pt x="25500" y="53304"/>
                  <a:pt x="26818" y="53304"/>
                </a:cubicBezTo>
                <a:cubicBezTo>
                  <a:pt x="32099" y="53304"/>
                  <a:pt x="37039" y="51775"/>
                  <a:pt x="41613" y="48697"/>
                </a:cubicBezTo>
                <a:cubicBezTo>
                  <a:pt x="41911" y="48506"/>
                  <a:pt x="42196" y="48316"/>
                  <a:pt x="42482" y="48125"/>
                </a:cubicBezTo>
                <a:cubicBezTo>
                  <a:pt x="42512" y="48103"/>
                  <a:pt x="42542" y="48095"/>
                  <a:pt x="42548" y="48095"/>
                </a:cubicBezTo>
                <a:cubicBezTo>
                  <a:pt x="42552" y="48095"/>
                  <a:pt x="42547" y="48097"/>
                  <a:pt x="42530" y="48102"/>
                </a:cubicBezTo>
                <a:cubicBezTo>
                  <a:pt x="43935" y="49518"/>
                  <a:pt x="45316" y="50900"/>
                  <a:pt x="46697" y="52293"/>
                </a:cubicBezTo>
                <a:cubicBezTo>
                  <a:pt x="46494" y="52650"/>
                  <a:pt x="46185" y="53055"/>
                  <a:pt x="46018" y="53507"/>
                </a:cubicBezTo>
                <a:cubicBezTo>
                  <a:pt x="45399" y="55174"/>
                  <a:pt x="45840" y="56615"/>
                  <a:pt x="47078" y="57841"/>
                </a:cubicBezTo>
                <a:cubicBezTo>
                  <a:pt x="50340" y="61103"/>
                  <a:pt x="53602" y="64366"/>
                  <a:pt x="56853" y="67628"/>
                </a:cubicBezTo>
                <a:cubicBezTo>
                  <a:pt x="58960" y="69735"/>
                  <a:pt x="61080" y="71831"/>
                  <a:pt x="63163" y="73950"/>
                </a:cubicBezTo>
                <a:cubicBezTo>
                  <a:pt x="64068" y="74867"/>
                  <a:pt x="64973" y="75760"/>
                  <a:pt x="66223" y="76200"/>
                </a:cubicBezTo>
                <a:lnTo>
                  <a:pt x="67711" y="76200"/>
                </a:lnTo>
                <a:cubicBezTo>
                  <a:pt x="68914" y="75831"/>
                  <a:pt x="69795" y="75034"/>
                  <a:pt x="70640" y="74152"/>
                </a:cubicBezTo>
                <a:cubicBezTo>
                  <a:pt x="71795" y="72962"/>
                  <a:pt x="72962" y="71783"/>
                  <a:pt x="74153" y="70640"/>
                </a:cubicBezTo>
                <a:cubicBezTo>
                  <a:pt x="75034" y="69795"/>
                  <a:pt x="75843" y="68914"/>
                  <a:pt x="76201" y="67711"/>
                </a:cubicBezTo>
                <a:lnTo>
                  <a:pt x="76201" y="66223"/>
                </a:lnTo>
                <a:cubicBezTo>
                  <a:pt x="75772" y="64973"/>
                  <a:pt x="74867" y="64068"/>
                  <a:pt x="73950" y="63163"/>
                </a:cubicBezTo>
                <a:cubicBezTo>
                  <a:pt x="68712" y="57948"/>
                  <a:pt x="63497" y="52721"/>
                  <a:pt x="58270" y="47494"/>
                </a:cubicBezTo>
                <a:cubicBezTo>
                  <a:pt x="57062" y="46287"/>
                  <a:pt x="56095" y="45710"/>
                  <a:pt x="55037" y="45710"/>
                </a:cubicBezTo>
                <a:cubicBezTo>
                  <a:pt x="54229" y="45710"/>
                  <a:pt x="53367" y="46047"/>
                  <a:pt x="52305" y="46697"/>
                </a:cubicBezTo>
                <a:cubicBezTo>
                  <a:pt x="50912" y="45316"/>
                  <a:pt x="49531" y="43934"/>
                  <a:pt x="48209" y="42625"/>
                </a:cubicBezTo>
                <a:cubicBezTo>
                  <a:pt x="49161" y="40875"/>
                  <a:pt x="50245" y="39124"/>
                  <a:pt x="51078" y="37255"/>
                </a:cubicBezTo>
                <a:cubicBezTo>
                  <a:pt x="53364" y="32123"/>
                  <a:pt x="53936" y="26754"/>
                  <a:pt x="52745" y="21265"/>
                </a:cubicBezTo>
                <a:cubicBezTo>
                  <a:pt x="50757" y="12109"/>
                  <a:pt x="45304" y="5739"/>
                  <a:pt x="36767" y="1989"/>
                </a:cubicBezTo>
                <a:cubicBezTo>
                  <a:pt x="34267" y="893"/>
                  <a:pt x="31588" y="310"/>
                  <a:pt x="28849" y="108"/>
                </a:cubicBezTo>
                <a:cubicBezTo>
                  <a:pt x="28659" y="96"/>
                  <a:pt x="28468" y="36"/>
                  <a:pt x="28278" y="0"/>
                </a:cubicBezTo>
                <a:close/>
              </a:path>
            </a:pathLst>
          </a:custGeom>
          <a:solidFill>
            <a:srgbClr val="8DE2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38" name="Google Shape;1038;p46"/>
          <p:cNvCxnSpPr/>
          <p:nvPr/>
        </p:nvCxnSpPr>
        <p:spPr>
          <a:xfrm>
            <a:off x="702925" y="2185525"/>
            <a:ext cx="0" cy="889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</p:cxnSp>
      <p:grpSp>
        <p:nvGrpSpPr>
          <p:cNvPr id="1039" name="Google Shape;1039;p46"/>
          <p:cNvGrpSpPr/>
          <p:nvPr/>
        </p:nvGrpSpPr>
        <p:grpSpPr>
          <a:xfrm>
            <a:off x="433750" y="1930275"/>
            <a:ext cx="7048650" cy="285900"/>
            <a:chOff x="571500" y="2000250"/>
            <a:chExt cx="7048650" cy="285900"/>
          </a:xfrm>
        </p:grpSpPr>
        <p:sp>
          <p:nvSpPr>
            <p:cNvPr id="1040" name="Google Shape;1040;p46"/>
            <p:cNvSpPr/>
            <p:nvPr/>
          </p:nvSpPr>
          <p:spPr>
            <a:xfrm>
              <a:off x="571500" y="2000250"/>
              <a:ext cx="1524000" cy="285900"/>
            </a:xfrm>
            <a:prstGeom prst="roundRect">
              <a:avLst>
                <a:gd fmla="val 50000" name="adj"/>
              </a:avLst>
            </a:prstGeom>
            <a:solidFill>
              <a:srgbClr val="1B3F4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1" name="Google Shape;1041;p46"/>
            <p:cNvSpPr txBox="1"/>
            <p:nvPr/>
          </p:nvSpPr>
          <p:spPr>
            <a:xfrm>
              <a:off x="571500" y="2000250"/>
              <a:ext cx="1524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47625" spcFirstLastPara="1" rIns="47625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50"/>
                <a:buFont typeface="Arial"/>
                <a:buNone/>
              </a:pPr>
              <a:r>
                <a:rPr b="0" i="0" lang="es" sz="1150" u="none" cap="none" strike="noStrike">
                  <a:solidFill>
                    <a:srgbClr val="FFFFFF"/>
                  </a:solidFill>
                  <a:latin typeface="Archivo"/>
                  <a:ea typeface="Archivo"/>
                  <a:cs typeface="Archivo"/>
                  <a:sym typeface="Archivo"/>
                </a:rPr>
                <a:t>Tormenta Negra</a:t>
              </a:r>
              <a:endParaRPr b="0" i="0" sz="1150" u="none" cap="none" strike="noStrike">
                <a:solidFill>
                  <a:srgbClr val="FFFFFF"/>
                </a:solidFill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1042" name="Google Shape;1042;p46"/>
            <p:cNvSpPr/>
            <p:nvPr/>
          </p:nvSpPr>
          <p:spPr>
            <a:xfrm>
              <a:off x="3619500" y="2000250"/>
              <a:ext cx="2095500" cy="285900"/>
            </a:xfrm>
            <a:prstGeom prst="roundRect">
              <a:avLst>
                <a:gd fmla="val 50000" name="adj"/>
              </a:avLst>
            </a:prstGeom>
            <a:solidFill>
              <a:srgbClr val="1B3F4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3" name="Google Shape;1043;p46"/>
            <p:cNvSpPr txBox="1"/>
            <p:nvPr/>
          </p:nvSpPr>
          <p:spPr>
            <a:xfrm>
              <a:off x="3619500" y="2000250"/>
              <a:ext cx="20955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47625" spcFirstLastPara="1" rIns="47625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50"/>
                <a:buFont typeface="Arial"/>
                <a:buNone/>
              </a:pPr>
              <a:r>
                <a:rPr b="0" i="0" lang="es" sz="1150" u="none" cap="none" strike="noStrike">
                  <a:solidFill>
                    <a:srgbClr val="FFFFFF"/>
                  </a:solidFill>
                  <a:latin typeface="Archivo"/>
                  <a:ea typeface="Archivo"/>
                  <a:cs typeface="Archivo"/>
                  <a:sym typeface="Archivo"/>
                </a:rPr>
                <a:t>Coparticipación</a:t>
              </a:r>
              <a:endParaRPr b="0" i="0" sz="1150" u="none" cap="none" strike="noStrike">
                <a:solidFill>
                  <a:srgbClr val="FFFFFF"/>
                </a:solidFill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1044" name="Google Shape;1044;p46"/>
            <p:cNvSpPr/>
            <p:nvPr/>
          </p:nvSpPr>
          <p:spPr>
            <a:xfrm>
              <a:off x="6191250" y="2000250"/>
              <a:ext cx="1428900" cy="285900"/>
            </a:xfrm>
            <a:prstGeom prst="roundRect">
              <a:avLst>
                <a:gd fmla="val 50000" name="adj"/>
              </a:avLst>
            </a:prstGeom>
            <a:solidFill>
              <a:srgbClr val="1B3F4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5" name="Google Shape;1045;p46"/>
            <p:cNvSpPr txBox="1"/>
            <p:nvPr/>
          </p:nvSpPr>
          <p:spPr>
            <a:xfrm>
              <a:off x="6191250" y="2000250"/>
              <a:ext cx="14289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47625" spcFirstLastPara="1" rIns="47625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50"/>
                <a:buFont typeface="Arial"/>
                <a:buNone/>
              </a:pPr>
              <a:r>
                <a:rPr b="0" i="0" lang="es" sz="1050" u="none" cap="none" strike="noStrike">
                  <a:solidFill>
                    <a:srgbClr val="FFFFFF"/>
                  </a:solidFill>
                  <a:latin typeface="Archivo"/>
                  <a:ea typeface="Archivo"/>
                  <a:cs typeface="Archivo"/>
                  <a:sym typeface="Archivo"/>
                </a:rPr>
                <a:t>Htal Clínicas</a:t>
              </a:r>
              <a:endParaRPr b="0" i="0" sz="1050" u="none" cap="none" strike="noStrike">
                <a:solidFill>
                  <a:srgbClr val="FFFFFF"/>
                </a:solidFill>
                <a:latin typeface="Archivo"/>
                <a:ea typeface="Archivo"/>
                <a:cs typeface="Archivo"/>
                <a:sym typeface="Archivo"/>
              </a:endParaRPr>
            </a:p>
          </p:txBody>
        </p:sp>
      </p:grpSp>
      <p:grpSp>
        <p:nvGrpSpPr>
          <p:cNvPr id="1046" name="Google Shape;1046;p46"/>
          <p:cNvGrpSpPr/>
          <p:nvPr/>
        </p:nvGrpSpPr>
        <p:grpSpPr>
          <a:xfrm>
            <a:off x="433750" y="1939338"/>
            <a:ext cx="7048650" cy="285900"/>
            <a:chOff x="571500" y="2000250"/>
            <a:chExt cx="7048650" cy="285900"/>
          </a:xfrm>
        </p:grpSpPr>
        <p:sp>
          <p:nvSpPr>
            <p:cNvPr id="1047" name="Google Shape;1047;p46"/>
            <p:cNvSpPr/>
            <p:nvPr/>
          </p:nvSpPr>
          <p:spPr>
            <a:xfrm>
              <a:off x="571500" y="2000250"/>
              <a:ext cx="1524000" cy="285900"/>
            </a:xfrm>
            <a:prstGeom prst="roundRect">
              <a:avLst>
                <a:gd fmla="val 50000" name="adj"/>
              </a:avLst>
            </a:prstGeom>
            <a:solidFill>
              <a:srgbClr val="1B3F4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8" name="Google Shape;1048;p46"/>
            <p:cNvSpPr txBox="1"/>
            <p:nvPr/>
          </p:nvSpPr>
          <p:spPr>
            <a:xfrm>
              <a:off x="571500" y="2000250"/>
              <a:ext cx="1524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47625" spcFirstLastPara="1" rIns="47625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50"/>
                <a:buFont typeface="Arial"/>
                <a:buNone/>
              </a:pPr>
              <a:r>
                <a:rPr b="0" i="0" lang="es" sz="1150" u="none" cap="none" strike="noStrike">
                  <a:solidFill>
                    <a:srgbClr val="FFFFFF"/>
                  </a:solidFill>
                  <a:latin typeface="Archivo"/>
                  <a:ea typeface="Archivo"/>
                  <a:cs typeface="Archivo"/>
                  <a:sym typeface="Archivo"/>
                </a:rPr>
                <a:t>{{conv_tema1}}</a:t>
              </a:r>
              <a:endParaRPr b="0" i="0" sz="1150" u="none" cap="none" strike="noStrike">
                <a:solidFill>
                  <a:srgbClr val="FFFFFF"/>
                </a:solidFill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1049" name="Google Shape;1049;p46"/>
            <p:cNvSpPr/>
            <p:nvPr/>
          </p:nvSpPr>
          <p:spPr>
            <a:xfrm>
              <a:off x="3619500" y="2000250"/>
              <a:ext cx="2095500" cy="285900"/>
            </a:xfrm>
            <a:prstGeom prst="roundRect">
              <a:avLst>
                <a:gd fmla="val 50000" name="adj"/>
              </a:avLst>
            </a:prstGeom>
            <a:solidFill>
              <a:srgbClr val="1B3F4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0" name="Google Shape;1050;p46"/>
            <p:cNvSpPr txBox="1"/>
            <p:nvPr/>
          </p:nvSpPr>
          <p:spPr>
            <a:xfrm>
              <a:off x="3619500" y="2000250"/>
              <a:ext cx="20955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47625" spcFirstLastPara="1" rIns="47625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50"/>
                <a:buFont typeface="Arial"/>
                <a:buNone/>
              </a:pPr>
              <a:r>
                <a:rPr b="0" i="0" lang="es" sz="1150" u="none" cap="none" strike="noStrike">
                  <a:solidFill>
                    <a:srgbClr val="FFFFFF"/>
                  </a:solidFill>
                  <a:latin typeface="Archivo"/>
                  <a:ea typeface="Archivo"/>
                  <a:cs typeface="Archivo"/>
                  <a:sym typeface="Archivo"/>
                </a:rPr>
                <a:t>{{conv_tema2}}</a:t>
              </a:r>
              <a:endParaRPr b="0" i="0" sz="1150" u="none" cap="none" strike="noStrike">
                <a:solidFill>
                  <a:srgbClr val="FFFFFF"/>
                </a:solidFill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1051" name="Google Shape;1051;p46"/>
            <p:cNvSpPr/>
            <p:nvPr/>
          </p:nvSpPr>
          <p:spPr>
            <a:xfrm>
              <a:off x="6191250" y="2000250"/>
              <a:ext cx="1428900" cy="285900"/>
            </a:xfrm>
            <a:prstGeom prst="roundRect">
              <a:avLst>
                <a:gd fmla="val 50000" name="adj"/>
              </a:avLst>
            </a:prstGeom>
            <a:solidFill>
              <a:srgbClr val="1B3F4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2" name="Google Shape;1052;p46"/>
            <p:cNvSpPr txBox="1"/>
            <p:nvPr/>
          </p:nvSpPr>
          <p:spPr>
            <a:xfrm>
              <a:off x="6191250" y="2000250"/>
              <a:ext cx="14289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47625" spcFirstLastPara="1" rIns="47625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50"/>
                <a:buFont typeface="Arial"/>
                <a:buNone/>
              </a:pPr>
              <a:r>
                <a:rPr b="0" i="0" lang="es" sz="1050" u="none" cap="none" strike="noStrike">
                  <a:solidFill>
                    <a:srgbClr val="FFFFFF"/>
                  </a:solidFill>
                  <a:latin typeface="Archivo"/>
                  <a:ea typeface="Archivo"/>
                  <a:cs typeface="Archivo"/>
                  <a:sym typeface="Archivo"/>
                </a:rPr>
                <a:t>{{conv_tema3}}</a:t>
              </a:r>
              <a:endParaRPr b="0" i="0" sz="1050" u="none" cap="none" strike="noStrike">
                <a:solidFill>
                  <a:srgbClr val="FFFFFF"/>
                </a:solidFill>
                <a:latin typeface="Archivo"/>
                <a:ea typeface="Archivo"/>
                <a:cs typeface="Archivo"/>
                <a:sym typeface="Archivo"/>
              </a:endParaRPr>
            </a:p>
          </p:txBody>
        </p:sp>
      </p:grpSp>
      <p:cxnSp>
        <p:nvCxnSpPr>
          <p:cNvPr id="1053" name="Google Shape;1053;p46"/>
          <p:cNvCxnSpPr/>
          <p:nvPr/>
        </p:nvCxnSpPr>
        <p:spPr>
          <a:xfrm>
            <a:off x="4630150" y="2122600"/>
            <a:ext cx="0" cy="1123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054" name="Google Shape;1054;p46"/>
          <p:cNvCxnSpPr/>
          <p:nvPr/>
        </p:nvCxnSpPr>
        <p:spPr>
          <a:xfrm>
            <a:off x="6256175" y="2240350"/>
            <a:ext cx="5400" cy="1310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055" name="Google Shape;1055;p46"/>
          <p:cNvCxnSpPr/>
          <p:nvPr/>
        </p:nvCxnSpPr>
        <p:spPr>
          <a:xfrm>
            <a:off x="702925" y="2194588"/>
            <a:ext cx="0" cy="889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056" name="Google Shape;1056;p46"/>
          <p:cNvSpPr/>
          <p:nvPr/>
        </p:nvSpPr>
        <p:spPr>
          <a:xfrm>
            <a:off x="7636400" y="1940150"/>
            <a:ext cx="1133700" cy="285900"/>
          </a:xfrm>
          <a:prstGeom prst="roundRect">
            <a:avLst>
              <a:gd fmla="val 50000" name="adj"/>
            </a:avLst>
          </a:prstGeom>
          <a:solidFill>
            <a:srgbClr val="1B3F4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7" name="Google Shape;1057;p46"/>
          <p:cNvSpPr txBox="1"/>
          <p:nvPr/>
        </p:nvSpPr>
        <p:spPr>
          <a:xfrm>
            <a:off x="7636400" y="1940150"/>
            <a:ext cx="11337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47625" spcFirstLastPara="1" rIns="476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s" sz="1150" u="none" cap="none" strike="noStrike">
                <a:solidFill>
                  <a:srgbClr val="FFFFFF"/>
                </a:solidFill>
                <a:latin typeface="Archivo"/>
                <a:ea typeface="Archivo"/>
                <a:cs typeface="Archivo"/>
                <a:sym typeface="Archivo"/>
              </a:rPr>
              <a:t>{{conv_tema4}}</a:t>
            </a:r>
            <a:endParaRPr b="0" i="0" sz="1150" u="none" cap="none" strike="noStrike">
              <a:solidFill>
                <a:srgbClr val="FFFFFF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cxnSp>
        <p:nvCxnSpPr>
          <p:cNvPr id="1058" name="Google Shape;1058;p46"/>
          <p:cNvCxnSpPr/>
          <p:nvPr/>
        </p:nvCxnSpPr>
        <p:spPr>
          <a:xfrm>
            <a:off x="8355900" y="2223750"/>
            <a:ext cx="2400" cy="1511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2" name="Shape 10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63" name="Google Shape;1063;p4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90875" y="1538427"/>
            <a:ext cx="4260101" cy="269781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64" name="Google Shape;1064;p4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98764" y="1546316"/>
            <a:ext cx="4244322" cy="528568"/>
          </a:xfrm>
          <a:prstGeom prst="rect">
            <a:avLst/>
          </a:prstGeom>
          <a:noFill/>
          <a:ln>
            <a:noFill/>
          </a:ln>
        </p:spPr>
      </p:pic>
      <p:sp>
        <p:nvSpPr>
          <p:cNvPr id="1065" name="Google Shape;1065;p47"/>
          <p:cNvSpPr txBox="1"/>
          <p:nvPr/>
        </p:nvSpPr>
        <p:spPr>
          <a:xfrm>
            <a:off x="716885" y="2272113"/>
            <a:ext cx="3629100" cy="18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80"/>
              <a:buFont typeface="Arial"/>
              <a:buNone/>
            </a:pPr>
            <a:r>
              <a:rPr b="1" i="0" lang="es" sz="1180" u="none" cap="none" strike="noStrike">
                <a:solidFill>
                  <a:srgbClr val="475569"/>
                </a:solidFill>
                <a:latin typeface="Archivo"/>
                <a:ea typeface="Archivo"/>
                <a:cs typeface="Archivo"/>
                <a:sym typeface="Archivo"/>
              </a:rPr>
              <a:t>xx</a:t>
            </a:r>
            <a:endParaRPr b="0" i="0" sz="1160" u="none" cap="none" strike="noStrike">
              <a:solidFill>
                <a:srgbClr val="000000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066" name="Google Shape;1066;p47"/>
          <p:cNvSpPr txBox="1"/>
          <p:nvPr/>
        </p:nvSpPr>
        <p:spPr>
          <a:xfrm>
            <a:off x="716885" y="2623917"/>
            <a:ext cx="3629100" cy="18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80"/>
              <a:buFont typeface="Arial"/>
              <a:buNone/>
            </a:pPr>
            <a:r>
              <a:rPr b="0" i="0" lang="es" sz="1180" u="none" cap="none" strike="noStrike">
                <a:solidFill>
                  <a:srgbClr val="475569"/>
                </a:solidFill>
                <a:latin typeface="Archivo"/>
                <a:ea typeface="Archivo"/>
                <a:cs typeface="Archivo"/>
                <a:sym typeface="Archivo"/>
              </a:rPr>
              <a:t>xx</a:t>
            </a:r>
            <a:endParaRPr b="0" i="0" sz="1160" u="none" cap="none" strike="noStrike">
              <a:solidFill>
                <a:srgbClr val="000000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067" name="Google Shape;1067;p47"/>
          <p:cNvSpPr txBox="1"/>
          <p:nvPr/>
        </p:nvSpPr>
        <p:spPr>
          <a:xfrm>
            <a:off x="716885" y="2975722"/>
            <a:ext cx="3629100" cy="18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80"/>
              <a:buFont typeface="Arial"/>
              <a:buNone/>
            </a:pPr>
            <a:r>
              <a:rPr b="0" i="0" lang="es" sz="1180" u="none" cap="none" strike="noStrike">
                <a:solidFill>
                  <a:srgbClr val="475569"/>
                </a:solidFill>
                <a:latin typeface="Archivo"/>
                <a:ea typeface="Archivo"/>
                <a:cs typeface="Archivo"/>
                <a:sym typeface="Archivo"/>
              </a:rPr>
              <a:t>xx</a:t>
            </a:r>
            <a:endParaRPr b="1" i="0" sz="1160" u="none" cap="none" strike="noStrike">
              <a:solidFill>
                <a:srgbClr val="000000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pic>
        <p:nvPicPr>
          <p:cNvPr descr="image.png" id="1068" name="Google Shape;1068;p4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95991" y="2303669"/>
            <a:ext cx="126225" cy="12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69" name="Google Shape;1069;p4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95991" y="2655473"/>
            <a:ext cx="126225" cy="12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70" name="Google Shape;1070;p4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95991" y="3007278"/>
            <a:ext cx="126225" cy="12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71" name="Google Shape;1071;p4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654075" y="1536181"/>
            <a:ext cx="4260113" cy="2697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72" name="Google Shape;1072;p4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61964" y="1544070"/>
            <a:ext cx="4244335" cy="528570"/>
          </a:xfrm>
          <a:prstGeom prst="rect">
            <a:avLst/>
          </a:prstGeom>
          <a:noFill/>
          <a:ln>
            <a:noFill/>
          </a:ln>
        </p:spPr>
      </p:pic>
      <p:sp>
        <p:nvSpPr>
          <p:cNvPr id="1073" name="Google Shape;1073;p47"/>
          <p:cNvSpPr txBox="1"/>
          <p:nvPr/>
        </p:nvSpPr>
        <p:spPr>
          <a:xfrm>
            <a:off x="5080087" y="2269867"/>
            <a:ext cx="3629100" cy="18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80"/>
              <a:buFont typeface="Arial"/>
              <a:buNone/>
            </a:pPr>
            <a:r>
              <a:rPr b="0" i="0" lang="es" sz="1180" u="none" cap="none" strike="noStrike">
                <a:solidFill>
                  <a:srgbClr val="475569"/>
                </a:solidFill>
                <a:latin typeface="Archivo"/>
                <a:ea typeface="Archivo"/>
                <a:cs typeface="Archivo"/>
                <a:sym typeface="Archivo"/>
              </a:rPr>
              <a:t>xx</a:t>
            </a:r>
            <a:endParaRPr b="1" i="0" sz="1160" u="none" cap="none" strike="noStrike">
              <a:solidFill>
                <a:srgbClr val="000000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074" name="Google Shape;1074;p47"/>
          <p:cNvSpPr txBox="1"/>
          <p:nvPr/>
        </p:nvSpPr>
        <p:spPr>
          <a:xfrm>
            <a:off x="5080087" y="2621671"/>
            <a:ext cx="3629100" cy="18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80"/>
              <a:buFont typeface="Arial"/>
              <a:buNone/>
            </a:pPr>
            <a:r>
              <a:rPr b="0" i="0" lang="es" sz="1180" u="none" cap="none" strike="noStrike">
                <a:solidFill>
                  <a:srgbClr val="475569"/>
                </a:solidFill>
                <a:latin typeface="Archivo"/>
                <a:ea typeface="Archivo"/>
                <a:cs typeface="Archivo"/>
                <a:sym typeface="Archivo"/>
              </a:rPr>
              <a:t>xx</a:t>
            </a:r>
            <a:endParaRPr b="1" i="0" sz="1160" u="none" cap="none" strike="noStrike">
              <a:solidFill>
                <a:srgbClr val="000000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075" name="Google Shape;1075;p47"/>
          <p:cNvSpPr txBox="1"/>
          <p:nvPr/>
        </p:nvSpPr>
        <p:spPr>
          <a:xfrm>
            <a:off x="5080087" y="2934948"/>
            <a:ext cx="3629100" cy="18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80"/>
              <a:buFont typeface="Arial"/>
              <a:buNone/>
            </a:pPr>
            <a:r>
              <a:rPr b="0" i="0" lang="es" sz="1180" u="none" cap="none" strike="noStrike">
                <a:solidFill>
                  <a:srgbClr val="475569"/>
                </a:solidFill>
                <a:latin typeface="Archivo"/>
                <a:ea typeface="Archivo"/>
                <a:cs typeface="Archivo"/>
                <a:sym typeface="Archivo"/>
              </a:rPr>
              <a:t>xx</a:t>
            </a:r>
            <a:endParaRPr b="0" i="0" sz="1160" u="none" cap="none" strike="noStrike">
              <a:solidFill>
                <a:srgbClr val="000000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076" name="Google Shape;1076;p47"/>
          <p:cNvSpPr txBox="1"/>
          <p:nvPr/>
        </p:nvSpPr>
        <p:spPr>
          <a:xfrm>
            <a:off x="5080087" y="3460128"/>
            <a:ext cx="3629100" cy="18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80"/>
              <a:buFont typeface="Arial"/>
              <a:buNone/>
            </a:pPr>
            <a:r>
              <a:rPr b="0" i="0" lang="es" sz="1180" u="none" cap="none" strike="noStrike">
                <a:solidFill>
                  <a:srgbClr val="475569"/>
                </a:solidFill>
                <a:latin typeface="Archivo"/>
                <a:ea typeface="Archivo"/>
                <a:cs typeface="Archivo"/>
                <a:sym typeface="Archivo"/>
              </a:rPr>
              <a:t>xx</a:t>
            </a:r>
            <a:endParaRPr b="1" i="0" sz="1160" u="none" cap="none" strike="noStrike">
              <a:solidFill>
                <a:srgbClr val="000000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077" name="Google Shape;1077;p47"/>
          <p:cNvSpPr txBox="1"/>
          <p:nvPr/>
        </p:nvSpPr>
        <p:spPr>
          <a:xfrm>
            <a:off x="5080087" y="3783037"/>
            <a:ext cx="3629100" cy="18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80"/>
              <a:buFont typeface="Arial"/>
              <a:buNone/>
            </a:pPr>
            <a:r>
              <a:rPr b="0" i="0" lang="es" sz="1180" u="none" cap="none" strike="noStrike">
                <a:solidFill>
                  <a:srgbClr val="475569"/>
                </a:solidFill>
                <a:latin typeface="Archivo"/>
                <a:ea typeface="Archivo"/>
                <a:cs typeface="Archivo"/>
                <a:sym typeface="Archivo"/>
              </a:rPr>
              <a:t>xx</a:t>
            </a:r>
            <a:endParaRPr b="1" i="0" sz="1160" u="none" cap="none" strike="noStrike">
              <a:solidFill>
                <a:srgbClr val="000000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pic>
        <p:nvPicPr>
          <p:cNvPr descr="image.png" id="1078" name="Google Shape;1078;p4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859192" y="2279443"/>
            <a:ext cx="126226" cy="12622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79" name="Google Shape;1079;p4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859192" y="2631247"/>
            <a:ext cx="126226" cy="12622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80" name="Google Shape;1080;p4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859192" y="2944524"/>
            <a:ext cx="126226" cy="12622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81" name="Google Shape;1081;p4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859192" y="3469704"/>
            <a:ext cx="126226" cy="12622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82" name="Google Shape;1082;p4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859192" y="3792613"/>
            <a:ext cx="126226" cy="126226"/>
          </a:xfrm>
          <a:prstGeom prst="rect">
            <a:avLst/>
          </a:prstGeom>
          <a:noFill/>
          <a:ln>
            <a:noFill/>
          </a:ln>
        </p:spPr>
      </p:pic>
      <p:sp>
        <p:nvSpPr>
          <p:cNvPr id="1083" name="Google Shape;1083;p47"/>
          <p:cNvSpPr/>
          <p:nvPr/>
        </p:nvSpPr>
        <p:spPr>
          <a:xfrm>
            <a:off x="1490000" y="877450"/>
            <a:ext cx="6265500" cy="447600"/>
          </a:xfrm>
          <a:prstGeom prst="roundRect">
            <a:avLst>
              <a:gd fmla="val 24966" name="adj"/>
            </a:avLst>
          </a:prstGeom>
          <a:solidFill>
            <a:srgbClr val="12354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1" lang="es" sz="1300" u="none" cap="none" strike="noStrike">
                <a:solidFill>
                  <a:srgbClr val="FFFFFF"/>
                </a:solidFill>
                <a:latin typeface="Archivo"/>
                <a:ea typeface="Archivo"/>
                <a:cs typeface="Archivo"/>
                <a:sym typeface="Archivo"/>
              </a:rPr>
              <a:t>Principales temas que aportaron positividad y negatividad</a:t>
            </a:r>
            <a:r>
              <a:rPr b="1" i="1" lang="es" sz="1400" u="none" cap="none" strike="noStrike">
                <a:solidFill>
                  <a:srgbClr val="FFFFFF"/>
                </a:solidFill>
                <a:latin typeface="Archivo"/>
                <a:ea typeface="Archivo"/>
                <a:cs typeface="Archivo"/>
                <a:sym typeface="Archivo"/>
              </a:rPr>
              <a:t> </a:t>
            </a:r>
            <a:endParaRPr b="1" i="1" sz="1400" u="none" cap="none" strike="noStrike">
              <a:solidFill>
                <a:srgbClr val="FFFFFF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084" name="Google Shape;1084;p47"/>
          <p:cNvSpPr txBox="1"/>
          <p:nvPr/>
        </p:nvSpPr>
        <p:spPr>
          <a:xfrm>
            <a:off x="594200" y="147150"/>
            <a:ext cx="77178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s" sz="2100" u="none" cap="none" strike="noStrike">
                <a:solidFill>
                  <a:srgbClr val="FFFFFF"/>
                </a:solidFill>
                <a:latin typeface="Archivo"/>
                <a:ea typeface="Archivo"/>
                <a:cs typeface="Archivo"/>
                <a:sym typeface="Archivo"/>
              </a:rPr>
              <a:t>Semana JM - </a:t>
            </a:r>
            <a:r>
              <a:rPr b="0" i="1" lang="es" sz="2100" u="none" cap="none" strike="noStrike">
                <a:solidFill>
                  <a:srgbClr val="FFFFFF"/>
                </a:solidFill>
                <a:latin typeface="Archivo"/>
                <a:ea typeface="Archivo"/>
                <a:cs typeface="Archivo"/>
                <a:sym typeface="Archivo"/>
              </a:rPr>
              <a:t>Conversación en X </a:t>
            </a:r>
            <a:endParaRPr b="0" i="1" sz="2100" u="none" cap="none" strike="noStrike">
              <a:solidFill>
                <a:srgbClr val="FFFFFF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085" name="Google Shape;1085;p47"/>
          <p:cNvSpPr/>
          <p:nvPr/>
        </p:nvSpPr>
        <p:spPr>
          <a:xfrm>
            <a:off x="261050" y="190500"/>
            <a:ext cx="217744" cy="217744"/>
          </a:xfrm>
          <a:custGeom>
            <a:rect b="b" l="l" r="r" t="t"/>
            <a:pathLst>
              <a:path extrusionOk="0" h="76201" w="76201">
                <a:moveTo>
                  <a:pt x="26593" y="7596"/>
                </a:moveTo>
                <a:cubicBezTo>
                  <a:pt x="26650" y="7596"/>
                  <a:pt x="26708" y="7596"/>
                  <a:pt x="26766" y="7597"/>
                </a:cubicBezTo>
                <a:cubicBezTo>
                  <a:pt x="37303" y="7680"/>
                  <a:pt x="45697" y="16276"/>
                  <a:pt x="45756" y="26754"/>
                </a:cubicBezTo>
                <a:cubicBezTo>
                  <a:pt x="45803" y="36658"/>
                  <a:pt x="36741" y="45712"/>
                  <a:pt x="26877" y="45712"/>
                </a:cubicBezTo>
                <a:cubicBezTo>
                  <a:pt x="26769" y="45712"/>
                  <a:pt x="26660" y="45711"/>
                  <a:pt x="26551" y="45708"/>
                </a:cubicBezTo>
                <a:cubicBezTo>
                  <a:pt x="16038" y="45494"/>
                  <a:pt x="7513" y="36993"/>
                  <a:pt x="7609" y="26587"/>
                </a:cubicBezTo>
                <a:cubicBezTo>
                  <a:pt x="7703" y="16096"/>
                  <a:pt x="16229" y="7596"/>
                  <a:pt x="26593" y="7596"/>
                </a:cubicBezTo>
                <a:close/>
                <a:moveTo>
                  <a:pt x="25147" y="0"/>
                </a:moveTo>
                <a:cubicBezTo>
                  <a:pt x="23253" y="334"/>
                  <a:pt x="21325" y="536"/>
                  <a:pt x="19467" y="1036"/>
                </a:cubicBezTo>
                <a:cubicBezTo>
                  <a:pt x="14860" y="2251"/>
                  <a:pt x="10919" y="4668"/>
                  <a:pt x="7597" y="8073"/>
                </a:cubicBezTo>
                <a:cubicBezTo>
                  <a:pt x="3942" y="11823"/>
                  <a:pt x="1584" y="16276"/>
                  <a:pt x="536" y="21408"/>
                </a:cubicBezTo>
                <a:cubicBezTo>
                  <a:pt x="286" y="22646"/>
                  <a:pt x="179" y="23896"/>
                  <a:pt x="1" y="25146"/>
                </a:cubicBezTo>
                <a:lnTo>
                  <a:pt x="1" y="28278"/>
                </a:lnTo>
                <a:cubicBezTo>
                  <a:pt x="298" y="30028"/>
                  <a:pt x="489" y="31802"/>
                  <a:pt x="929" y="33517"/>
                </a:cubicBezTo>
                <a:cubicBezTo>
                  <a:pt x="2096" y="38160"/>
                  <a:pt x="4465" y="42172"/>
                  <a:pt x="7847" y="45542"/>
                </a:cubicBezTo>
                <a:cubicBezTo>
                  <a:pt x="12002" y="49661"/>
                  <a:pt x="16991" y="52209"/>
                  <a:pt x="22801" y="53019"/>
                </a:cubicBezTo>
                <a:cubicBezTo>
                  <a:pt x="24161" y="53209"/>
                  <a:pt x="25500" y="53304"/>
                  <a:pt x="26818" y="53304"/>
                </a:cubicBezTo>
                <a:cubicBezTo>
                  <a:pt x="32099" y="53304"/>
                  <a:pt x="37039" y="51775"/>
                  <a:pt x="41613" y="48697"/>
                </a:cubicBezTo>
                <a:cubicBezTo>
                  <a:pt x="41911" y="48506"/>
                  <a:pt x="42196" y="48316"/>
                  <a:pt x="42482" y="48125"/>
                </a:cubicBezTo>
                <a:cubicBezTo>
                  <a:pt x="42512" y="48103"/>
                  <a:pt x="42542" y="48095"/>
                  <a:pt x="42548" y="48095"/>
                </a:cubicBezTo>
                <a:cubicBezTo>
                  <a:pt x="42552" y="48095"/>
                  <a:pt x="42547" y="48097"/>
                  <a:pt x="42530" y="48102"/>
                </a:cubicBezTo>
                <a:cubicBezTo>
                  <a:pt x="43935" y="49518"/>
                  <a:pt x="45316" y="50900"/>
                  <a:pt x="46697" y="52293"/>
                </a:cubicBezTo>
                <a:cubicBezTo>
                  <a:pt x="46494" y="52650"/>
                  <a:pt x="46185" y="53055"/>
                  <a:pt x="46018" y="53507"/>
                </a:cubicBezTo>
                <a:cubicBezTo>
                  <a:pt x="45399" y="55174"/>
                  <a:pt x="45840" y="56615"/>
                  <a:pt x="47078" y="57841"/>
                </a:cubicBezTo>
                <a:cubicBezTo>
                  <a:pt x="50340" y="61103"/>
                  <a:pt x="53602" y="64366"/>
                  <a:pt x="56853" y="67628"/>
                </a:cubicBezTo>
                <a:cubicBezTo>
                  <a:pt x="58960" y="69735"/>
                  <a:pt x="61080" y="71831"/>
                  <a:pt x="63163" y="73950"/>
                </a:cubicBezTo>
                <a:cubicBezTo>
                  <a:pt x="64068" y="74867"/>
                  <a:pt x="64973" y="75760"/>
                  <a:pt x="66223" y="76200"/>
                </a:cubicBezTo>
                <a:lnTo>
                  <a:pt x="67711" y="76200"/>
                </a:lnTo>
                <a:cubicBezTo>
                  <a:pt x="68914" y="75831"/>
                  <a:pt x="69795" y="75034"/>
                  <a:pt x="70640" y="74152"/>
                </a:cubicBezTo>
                <a:cubicBezTo>
                  <a:pt x="71795" y="72962"/>
                  <a:pt x="72962" y="71783"/>
                  <a:pt x="74153" y="70640"/>
                </a:cubicBezTo>
                <a:cubicBezTo>
                  <a:pt x="75034" y="69795"/>
                  <a:pt x="75843" y="68914"/>
                  <a:pt x="76201" y="67711"/>
                </a:cubicBezTo>
                <a:lnTo>
                  <a:pt x="76201" y="66223"/>
                </a:lnTo>
                <a:cubicBezTo>
                  <a:pt x="75772" y="64973"/>
                  <a:pt x="74867" y="64068"/>
                  <a:pt x="73950" y="63163"/>
                </a:cubicBezTo>
                <a:cubicBezTo>
                  <a:pt x="68712" y="57948"/>
                  <a:pt x="63497" y="52721"/>
                  <a:pt x="58270" y="47494"/>
                </a:cubicBezTo>
                <a:cubicBezTo>
                  <a:pt x="57062" y="46287"/>
                  <a:pt x="56095" y="45710"/>
                  <a:pt x="55037" y="45710"/>
                </a:cubicBezTo>
                <a:cubicBezTo>
                  <a:pt x="54229" y="45710"/>
                  <a:pt x="53367" y="46047"/>
                  <a:pt x="52305" y="46697"/>
                </a:cubicBezTo>
                <a:cubicBezTo>
                  <a:pt x="50912" y="45316"/>
                  <a:pt x="49531" y="43934"/>
                  <a:pt x="48209" y="42625"/>
                </a:cubicBezTo>
                <a:cubicBezTo>
                  <a:pt x="49161" y="40875"/>
                  <a:pt x="50245" y="39124"/>
                  <a:pt x="51078" y="37255"/>
                </a:cubicBezTo>
                <a:cubicBezTo>
                  <a:pt x="53364" y="32123"/>
                  <a:pt x="53936" y="26754"/>
                  <a:pt x="52745" y="21265"/>
                </a:cubicBezTo>
                <a:cubicBezTo>
                  <a:pt x="50757" y="12109"/>
                  <a:pt x="45304" y="5739"/>
                  <a:pt x="36767" y="1989"/>
                </a:cubicBezTo>
                <a:cubicBezTo>
                  <a:pt x="34267" y="893"/>
                  <a:pt x="31588" y="310"/>
                  <a:pt x="28849" y="108"/>
                </a:cubicBezTo>
                <a:cubicBezTo>
                  <a:pt x="28659" y="96"/>
                  <a:pt x="28468" y="36"/>
                  <a:pt x="28278" y="0"/>
                </a:cubicBezTo>
                <a:close/>
              </a:path>
            </a:pathLst>
          </a:custGeom>
          <a:solidFill>
            <a:srgbClr val="8DE2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6" name="Google Shape;1086;p47"/>
          <p:cNvSpPr txBox="1"/>
          <p:nvPr/>
        </p:nvSpPr>
        <p:spPr>
          <a:xfrm>
            <a:off x="699685" y="3526697"/>
            <a:ext cx="3629100" cy="18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80"/>
              <a:buFont typeface="Arial"/>
              <a:buNone/>
            </a:pPr>
            <a:r>
              <a:rPr b="0" i="0" lang="es" sz="1180" u="none" cap="none" strike="noStrike">
                <a:solidFill>
                  <a:srgbClr val="475569"/>
                </a:solidFill>
                <a:latin typeface="Archivo"/>
                <a:ea typeface="Archivo"/>
                <a:cs typeface="Archivo"/>
                <a:sym typeface="Archivo"/>
              </a:rPr>
              <a:t>xx</a:t>
            </a:r>
            <a:endParaRPr b="1" i="0" sz="1160" u="none" cap="none" strike="noStrike">
              <a:solidFill>
                <a:srgbClr val="000000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pic>
        <p:nvPicPr>
          <p:cNvPr descr="image.png" id="1087" name="Google Shape;1087;p4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78791" y="3558253"/>
            <a:ext cx="126225" cy="126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1" name="Shape 10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2" name="Google Shape;1092;p48"/>
          <p:cNvSpPr txBox="1"/>
          <p:nvPr/>
        </p:nvSpPr>
        <p:spPr>
          <a:xfrm>
            <a:off x="594200" y="147150"/>
            <a:ext cx="77178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s" sz="2100" u="none" cap="none" strike="noStrike">
                <a:solidFill>
                  <a:srgbClr val="FFFFFF"/>
                </a:solidFill>
                <a:latin typeface="Archivo"/>
                <a:ea typeface="Archivo"/>
                <a:cs typeface="Archivo"/>
                <a:sym typeface="Archivo"/>
              </a:rPr>
              <a:t>Repercusiones en X - </a:t>
            </a:r>
            <a:r>
              <a:rPr b="0" i="1" lang="es" sz="2100" u="none" cap="none" strike="noStrike">
                <a:solidFill>
                  <a:srgbClr val="FFFFFF"/>
                </a:solidFill>
                <a:latin typeface="Archivo"/>
                <a:ea typeface="Archivo"/>
                <a:cs typeface="Archivo"/>
                <a:sym typeface="Archivo"/>
              </a:rPr>
              <a:t>JM + GCBA </a:t>
            </a:r>
            <a:endParaRPr b="0" i="1" sz="2100" u="none" cap="none" strike="noStrike">
              <a:solidFill>
                <a:srgbClr val="FFFFFF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093" name="Google Shape;1093;p48"/>
          <p:cNvSpPr/>
          <p:nvPr/>
        </p:nvSpPr>
        <p:spPr>
          <a:xfrm>
            <a:off x="261050" y="190500"/>
            <a:ext cx="217744" cy="217744"/>
          </a:xfrm>
          <a:custGeom>
            <a:rect b="b" l="l" r="r" t="t"/>
            <a:pathLst>
              <a:path extrusionOk="0" h="76201" w="76201">
                <a:moveTo>
                  <a:pt x="26593" y="7596"/>
                </a:moveTo>
                <a:cubicBezTo>
                  <a:pt x="26650" y="7596"/>
                  <a:pt x="26708" y="7596"/>
                  <a:pt x="26766" y="7597"/>
                </a:cubicBezTo>
                <a:cubicBezTo>
                  <a:pt x="37303" y="7680"/>
                  <a:pt x="45697" y="16276"/>
                  <a:pt x="45756" y="26754"/>
                </a:cubicBezTo>
                <a:cubicBezTo>
                  <a:pt x="45803" y="36658"/>
                  <a:pt x="36741" y="45712"/>
                  <a:pt x="26877" y="45712"/>
                </a:cubicBezTo>
                <a:cubicBezTo>
                  <a:pt x="26769" y="45712"/>
                  <a:pt x="26660" y="45711"/>
                  <a:pt x="26551" y="45708"/>
                </a:cubicBezTo>
                <a:cubicBezTo>
                  <a:pt x="16038" y="45494"/>
                  <a:pt x="7513" y="36993"/>
                  <a:pt x="7609" y="26587"/>
                </a:cubicBezTo>
                <a:cubicBezTo>
                  <a:pt x="7703" y="16096"/>
                  <a:pt x="16229" y="7596"/>
                  <a:pt x="26593" y="7596"/>
                </a:cubicBezTo>
                <a:close/>
                <a:moveTo>
                  <a:pt x="25147" y="0"/>
                </a:moveTo>
                <a:cubicBezTo>
                  <a:pt x="23253" y="334"/>
                  <a:pt x="21325" y="536"/>
                  <a:pt x="19467" y="1036"/>
                </a:cubicBezTo>
                <a:cubicBezTo>
                  <a:pt x="14860" y="2251"/>
                  <a:pt x="10919" y="4668"/>
                  <a:pt x="7597" y="8073"/>
                </a:cubicBezTo>
                <a:cubicBezTo>
                  <a:pt x="3942" y="11823"/>
                  <a:pt x="1584" y="16276"/>
                  <a:pt x="536" y="21408"/>
                </a:cubicBezTo>
                <a:cubicBezTo>
                  <a:pt x="286" y="22646"/>
                  <a:pt x="179" y="23896"/>
                  <a:pt x="1" y="25146"/>
                </a:cubicBezTo>
                <a:lnTo>
                  <a:pt x="1" y="28278"/>
                </a:lnTo>
                <a:cubicBezTo>
                  <a:pt x="298" y="30028"/>
                  <a:pt x="489" y="31802"/>
                  <a:pt x="929" y="33517"/>
                </a:cubicBezTo>
                <a:cubicBezTo>
                  <a:pt x="2096" y="38160"/>
                  <a:pt x="4465" y="42172"/>
                  <a:pt x="7847" y="45542"/>
                </a:cubicBezTo>
                <a:cubicBezTo>
                  <a:pt x="12002" y="49661"/>
                  <a:pt x="16991" y="52209"/>
                  <a:pt x="22801" y="53019"/>
                </a:cubicBezTo>
                <a:cubicBezTo>
                  <a:pt x="24161" y="53209"/>
                  <a:pt x="25500" y="53304"/>
                  <a:pt x="26818" y="53304"/>
                </a:cubicBezTo>
                <a:cubicBezTo>
                  <a:pt x="32099" y="53304"/>
                  <a:pt x="37039" y="51775"/>
                  <a:pt x="41613" y="48697"/>
                </a:cubicBezTo>
                <a:cubicBezTo>
                  <a:pt x="41911" y="48506"/>
                  <a:pt x="42196" y="48316"/>
                  <a:pt x="42482" y="48125"/>
                </a:cubicBezTo>
                <a:cubicBezTo>
                  <a:pt x="42512" y="48103"/>
                  <a:pt x="42542" y="48095"/>
                  <a:pt x="42548" y="48095"/>
                </a:cubicBezTo>
                <a:cubicBezTo>
                  <a:pt x="42552" y="48095"/>
                  <a:pt x="42547" y="48097"/>
                  <a:pt x="42530" y="48102"/>
                </a:cubicBezTo>
                <a:cubicBezTo>
                  <a:pt x="43935" y="49518"/>
                  <a:pt x="45316" y="50900"/>
                  <a:pt x="46697" y="52293"/>
                </a:cubicBezTo>
                <a:cubicBezTo>
                  <a:pt x="46494" y="52650"/>
                  <a:pt x="46185" y="53055"/>
                  <a:pt x="46018" y="53507"/>
                </a:cubicBezTo>
                <a:cubicBezTo>
                  <a:pt x="45399" y="55174"/>
                  <a:pt x="45840" y="56615"/>
                  <a:pt x="47078" y="57841"/>
                </a:cubicBezTo>
                <a:cubicBezTo>
                  <a:pt x="50340" y="61103"/>
                  <a:pt x="53602" y="64366"/>
                  <a:pt x="56853" y="67628"/>
                </a:cubicBezTo>
                <a:cubicBezTo>
                  <a:pt x="58960" y="69735"/>
                  <a:pt x="61080" y="71831"/>
                  <a:pt x="63163" y="73950"/>
                </a:cubicBezTo>
                <a:cubicBezTo>
                  <a:pt x="64068" y="74867"/>
                  <a:pt x="64973" y="75760"/>
                  <a:pt x="66223" y="76200"/>
                </a:cubicBezTo>
                <a:lnTo>
                  <a:pt x="67711" y="76200"/>
                </a:lnTo>
                <a:cubicBezTo>
                  <a:pt x="68914" y="75831"/>
                  <a:pt x="69795" y="75034"/>
                  <a:pt x="70640" y="74152"/>
                </a:cubicBezTo>
                <a:cubicBezTo>
                  <a:pt x="71795" y="72962"/>
                  <a:pt x="72962" y="71783"/>
                  <a:pt x="74153" y="70640"/>
                </a:cubicBezTo>
                <a:cubicBezTo>
                  <a:pt x="75034" y="69795"/>
                  <a:pt x="75843" y="68914"/>
                  <a:pt x="76201" y="67711"/>
                </a:cubicBezTo>
                <a:lnTo>
                  <a:pt x="76201" y="66223"/>
                </a:lnTo>
                <a:cubicBezTo>
                  <a:pt x="75772" y="64973"/>
                  <a:pt x="74867" y="64068"/>
                  <a:pt x="73950" y="63163"/>
                </a:cubicBezTo>
                <a:cubicBezTo>
                  <a:pt x="68712" y="57948"/>
                  <a:pt x="63497" y="52721"/>
                  <a:pt x="58270" y="47494"/>
                </a:cubicBezTo>
                <a:cubicBezTo>
                  <a:pt x="57062" y="46287"/>
                  <a:pt x="56095" y="45710"/>
                  <a:pt x="55037" y="45710"/>
                </a:cubicBezTo>
                <a:cubicBezTo>
                  <a:pt x="54229" y="45710"/>
                  <a:pt x="53367" y="46047"/>
                  <a:pt x="52305" y="46697"/>
                </a:cubicBezTo>
                <a:cubicBezTo>
                  <a:pt x="50912" y="45316"/>
                  <a:pt x="49531" y="43934"/>
                  <a:pt x="48209" y="42625"/>
                </a:cubicBezTo>
                <a:cubicBezTo>
                  <a:pt x="49161" y="40875"/>
                  <a:pt x="50245" y="39124"/>
                  <a:pt x="51078" y="37255"/>
                </a:cubicBezTo>
                <a:cubicBezTo>
                  <a:pt x="53364" y="32123"/>
                  <a:pt x="53936" y="26754"/>
                  <a:pt x="52745" y="21265"/>
                </a:cubicBezTo>
                <a:cubicBezTo>
                  <a:pt x="50757" y="12109"/>
                  <a:pt x="45304" y="5739"/>
                  <a:pt x="36767" y="1989"/>
                </a:cubicBezTo>
                <a:cubicBezTo>
                  <a:pt x="34267" y="893"/>
                  <a:pt x="31588" y="310"/>
                  <a:pt x="28849" y="108"/>
                </a:cubicBezTo>
                <a:cubicBezTo>
                  <a:pt x="28659" y="96"/>
                  <a:pt x="28468" y="36"/>
                  <a:pt x="28278" y="0"/>
                </a:cubicBezTo>
                <a:close/>
              </a:path>
            </a:pathLst>
          </a:custGeom>
          <a:solidFill>
            <a:srgbClr val="8DE2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4" name="Google Shape;1094;p48"/>
          <p:cNvSpPr/>
          <p:nvPr/>
        </p:nvSpPr>
        <p:spPr>
          <a:xfrm>
            <a:off x="413595" y="753804"/>
            <a:ext cx="2485500" cy="338700"/>
          </a:xfrm>
          <a:prstGeom prst="round1Rect">
            <a:avLst>
              <a:gd fmla="val 31633" name="adj"/>
            </a:avLst>
          </a:prstGeom>
          <a:solidFill>
            <a:srgbClr val="8FE1D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" sz="1200" u="none" cap="none" strike="noStrike">
                <a:solidFill>
                  <a:srgbClr val="133446"/>
                </a:solidFill>
                <a:latin typeface="Archivo"/>
                <a:ea typeface="Archivo"/>
                <a:cs typeface="Archivo"/>
                <a:sym typeface="Archivo"/>
              </a:rPr>
              <a:t>Temas de mayor repercusión </a:t>
            </a:r>
            <a:endParaRPr b="1" i="0" sz="1000" u="none" cap="none" strike="noStrike">
              <a:solidFill>
                <a:srgbClr val="153245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095" name="Google Shape;1095;p48"/>
          <p:cNvSpPr txBox="1"/>
          <p:nvPr/>
        </p:nvSpPr>
        <p:spPr>
          <a:xfrm>
            <a:off x="2889650" y="656414"/>
            <a:ext cx="5830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" sz="1200" u="none" cap="none" strike="noStrike">
                <a:solidFill>
                  <a:srgbClr val="123546"/>
                </a:solidFill>
                <a:latin typeface="Archivo"/>
                <a:ea typeface="Archivo"/>
                <a:cs typeface="Archivo"/>
                <a:sym typeface="Archivo"/>
              </a:rPr>
              <a:t>Temas con más menciones </a:t>
            </a:r>
            <a:r>
              <a:rPr b="0" i="0" lang="es" sz="1200" u="none" cap="none" strike="noStrike">
                <a:solidFill>
                  <a:srgbClr val="123546"/>
                </a:solidFill>
                <a:latin typeface="Archivo"/>
                <a:ea typeface="Archivo"/>
                <a:cs typeface="Archivo"/>
                <a:sym typeface="Archivo"/>
              </a:rPr>
              <a:t>ordenados de más a menos dentro de la</a:t>
            </a:r>
            <a:r>
              <a:rPr b="0" i="1" lang="es" sz="1200" u="none" cap="none" strike="noStrike">
                <a:solidFill>
                  <a:srgbClr val="123546"/>
                </a:solidFill>
                <a:latin typeface="Archivo"/>
                <a:ea typeface="Archivo"/>
                <a:cs typeface="Archivo"/>
                <a:sym typeface="Archivo"/>
              </a:rPr>
              <a:t> </a:t>
            </a:r>
            <a:r>
              <a:rPr b="1" i="1" lang="es" sz="1200" u="none" cap="none" strike="noStrike">
                <a:solidFill>
                  <a:srgbClr val="123546"/>
                </a:solidFill>
                <a:latin typeface="Archivo"/>
                <a:ea typeface="Archivo"/>
                <a:cs typeface="Archivo"/>
                <a:sym typeface="Archivo"/>
              </a:rPr>
              <a:t>conversación general</a:t>
            </a:r>
            <a:r>
              <a:rPr b="0" i="1" lang="es" sz="1200" u="none" cap="none" strike="noStrike">
                <a:solidFill>
                  <a:srgbClr val="163244"/>
                </a:solidFill>
                <a:highlight>
                  <a:srgbClr val="88DED4"/>
                </a:highlight>
                <a:latin typeface="Archivo"/>
                <a:ea typeface="Archivo"/>
                <a:cs typeface="Archivo"/>
                <a:sym typeface="Archivo"/>
              </a:rPr>
              <a:t> </a:t>
            </a:r>
            <a:r>
              <a:rPr b="1" i="1" lang="es" sz="1200" u="none" cap="none" strike="noStrike">
                <a:solidFill>
                  <a:srgbClr val="163244"/>
                </a:solidFill>
                <a:highlight>
                  <a:srgbClr val="88DED4"/>
                </a:highlight>
                <a:latin typeface="Archivo"/>
                <a:ea typeface="Archivo"/>
                <a:cs typeface="Archivo"/>
                <a:sym typeface="Archivo"/>
              </a:rPr>
              <a:t>ligada a GCBA y JM en la ciudad</a:t>
            </a:r>
            <a:endParaRPr b="1" i="1" sz="700" u="none" cap="none" strike="noStrike">
              <a:solidFill>
                <a:srgbClr val="163244"/>
              </a:solidFill>
              <a:highlight>
                <a:srgbClr val="88DED4"/>
              </a:highlight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096" name="Google Shape;1096;p48"/>
          <p:cNvSpPr/>
          <p:nvPr/>
        </p:nvSpPr>
        <p:spPr>
          <a:xfrm>
            <a:off x="413595" y="753804"/>
            <a:ext cx="2485500" cy="338700"/>
          </a:xfrm>
          <a:prstGeom prst="round1Rect">
            <a:avLst>
              <a:gd fmla="val 31633" name="adj"/>
            </a:avLst>
          </a:prstGeom>
          <a:solidFill>
            <a:srgbClr val="8FE1D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" sz="1200" u="none" cap="none" strike="noStrike">
                <a:solidFill>
                  <a:srgbClr val="133446"/>
                </a:solidFill>
                <a:latin typeface="Archivo"/>
                <a:ea typeface="Archivo"/>
                <a:cs typeface="Archivo"/>
                <a:sym typeface="Archivo"/>
              </a:rPr>
              <a:t>Temas de mayor repercusión </a:t>
            </a:r>
            <a:endParaRPr b="1" i="0" sz="1000" u="none" cap="none" strike="noStrike">
              <a:solidFill>
                <a:srgbClr val="153245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097" name="Google Shape;1097;p48"/>
          <p:cNvSpPr txBox="1"/>
          <p:nvPr/>
        </p:nvSpPr>
        <p:spPr>
          <a:xfrm>
            <a:off x="2889650" y="656414"/>
            <a:ext cx="5830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" sz="1200" u="none" cap="none" strike="noStrike">
                <a:solidFill>
                  <a:srgbClr val="123546"/>
                </a:solidFill>
                <a:latin typeface="Archivo"/>
                <a:ea typeface="Archivo"/>
                <a:cs typeface="Archivo"/>
                <a:sym typeface="Archivo"/>
              </a:rPr>
              <a:t>Temas con más menciones </a:t>
            </a:r>
            <a:r>
              <a:rPr b="0" i="0" lang="es" sz="1200" u="none" cap="none" strike="noStrike">
                <a:solidFill>
                  <a:srgbClr val="123546"/>
                </a:solidFill>
                <a:latin typeface="Archivo"/>
                <a:ea typeface="Archivo"/>
                <a:cs typeface="Archivo"/>
                <a:sym typeface="Archivo"/>
              </a:rPr>
              <a:t>ordenados de más a menos dentro de la</a:t>
            </a:r>
            <a:r>
              <a:rPr b="0" i="1" lang="es" sz="1200" u="none" cap="none" strike="noStrike">
                <a:solidFill>
                  <a:srgbClr val="123546"/>
                </a:solidFill>
                <a:latin typeface="Archivo"/>
                <a:ea typeface="Archivo"/>
                <a:cs typeface="Archivo"/>
                <a:sym typeface="Archivo"/>
              </a:rPr>
              <a:t> </a:t>
            </a:r>
            <a:r>
              <a:rPr b="1" i="1" lang="es" sz="1200" u="none" cap="none" strike="noStrike">
                <a:solidFill>
                  <a:srgbClr val="123546"/>
                </a:solidFill>
                <a:latin typeface="Archivo"/>
                <a:ea typeface="Archivo"/>
                <a:cs typeface="Archivo"/>
                <a:sym typeface="Archivo"/>
              </a:rPr>
              <a:t>conversación general</a:t>
            </a:r>
            <a:r>
              <a:rPr b="0" i="1" lang="es" sz="1200" u="none" cap="none" strike="noStrike">
                <a:solidFill>
                  <a:srgbClr val="163244"/>
                </a:solidFill>
                <a:latin typeface="Archivo"/>
                <a:ea typeface="Archivo"/>
                <a:cs typeface="Archivo"/>
                <a:sym typeface="Archivo"/>
              </a:rPr>
              <a:t> </a:t>
            </a:r>
            <a:r>
              <a:rPr b="1" i="1" lang="es" sz="1200" u="none" cap="none" strike="noStrike">
                <a:solidFill>
                  <a:srgbClr val="163244"/>
                </a:solidFill>
                <a:highlight>
                  <a:srgbClr val="88DED4"/>
                </a:highlight>
                <a:latin typeface="Archivo"/>
                <a:ea typeface="Archivo"/>
                <a:cs typeface="Archivo"/>
                <a:sym typeface="Archivo"/>
              </a:rPr>
              <a:t>ligada a GCBA y JM en la ciudad</a:t>
            </a:r>
            <a:endParaRPr b="1" i="1" sz="700" u="none" cap="none" strike="noStrike">
              <a:solidFill>
                <a:srgbClr val="163244"/>
              </a:solidFill>
              <a:highlight>
                <a:srgbClr val="88DED4"/>
              </a:highlight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098" name="Google Shape;1098;p48"/>
          <p:cNvSpPr/>
          <p:nvPr/>
        </p:nvSpPr>
        <p:spPr>
          <a:xfrm>
            <a:off x="98525" y="1287850"/>
            <a:ext cx="8962200" cy="3303900"/>
          </a:xfrm>
          <a:prstGeom prst="round1Rect">
            <a:avLst>
              <a:gd fmla="val 8580" name="adj"/>
            </a:avLst>
          </a:prstGeom>
          <a:solidFill>
            <a:srgbClr val="F0F5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9" name="Google Shape;1099;p48"/>
          <p:cNvSpPr txBox="1"/>
          <p:nvPr/>
        </p:nvSpPr>
        <p:spPr>
          <a:xfrm>
            <a:off x="3494953" y="1460897"/>
            <a:ext cx="1882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s" sz="900" u="none" cap="none" strike="noStrike">
                <a:solidFill>
                  <a:srgbClr val="000000"/>
                </a:solidFill>
                <a:highlight>
                  <a:srgbClr val="8FE1D5"/>
                </a:highlight>
                <a:latin typeface="Archivo"/>
                <a:ea typeface="Archivo"/>
                <a:cs typeface="Archivo"/>
                <a:sym typeface="Archivo"/>
              </a:rPr>
              <a:t>{{rep_p1_tema1}}</a:t>
            </a:r>
            <a:endParaRPr b="1" i="0" sz="900" u="none" cap="none" strike="noStrike">
              <a:solidFill>
                <a:srgbClr val="000000"/>
              </a:solidFill>
              <a:highlight>
                <a:srgbClr val="8FE1D5"/>
              </a:highlight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100" name="Google Shape;1100;p48"/>
          <p:cNvSpPr txBox="1"/>
          <p:nvPr/>
        </p:nvSpPr>
        <p:spPr>
          <a:xfrm>
            <a:off x="818547" y="1472543"/>
            <a:ext cx="2160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s" sz="900" u="none" cap="none" strike="noStrike">
                <a:solidFill>
                  <a:schemeClr val="dk1"/>
                </a:solidFill>
                <a:highlight>
                  <a:srgbClr val="8FE1D5"/>
                </a:highlight>
                <a:latin typeface="Archivo"/>
                <a:ea typeface="Archivo"/>
                <a:cs typeface="Archivo"/>
                <a:sym typeface="Archivo"/>
              </a:rPr>
              <a:t>{{rep_p1_tema2}}</a:t>
            </a:r>
            <a:endParaRPr b="1" i="0" sz="900" u="none" cap="none" strike="noStrike">
              <a:solidFill>
                <a:srgbClr val="000000"/>
              </a:solidFill>
              <a:highlight>
                <a:srgbClr val="8FE1D5"/>
              </a:highlight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101" name="Google Shape;1101;p48"/>
          <p:cNvSpPr txBox="1"/>
          <p:nvPr/>
        </p:nvSpPr>
        <p:spPr>
          <a:xfrm>
            <a:off x="5995500" y="1449347"/>
            <a:ext cx="22653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s" sz="900" u="none" cap="none" strike="noStrike">
                <a:solidFill>
                  <a:schemeClr val="dk1"/>
                </a:solidFill>
                <a:highlight>
                  <a:srgbClr val="8FE1D5"/>
                </a:highlight>
                <a:latin typeface="Archivo"/>
                <a:ea typeface="Archivo"/>
                <a:cs typeface="Archivo"/>
                <a:sym typeface="Archivo"/>
              </a:rPr>
              <a:t>{{rep_p1_tema3}}</a:t>
            </a:r>
            <a:endParaRPr b="1" i="0" sz="900" u="none" cap="none" strike="noStrike">
              <a:solidFill>
                <a:schemeClr val="dk1"/>
              </a:solidFill>
              <a:highlight>
                <a:srgbClr val="8FE1D5"/>
              </a:highlight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102" name="Google Shape;1102;p48"/>
          <p:cNvSpPr txBox="1"/>
          <p:nvPr/>
        </p:nvSpPr>
        <p:spPr>
          <a:xfrm>
            <a:off x="3948765" y="1345725"/>
            <a:ext cx="1133100" cy="21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s" sz="1000" u="none" cap="none" strike="noStrike">
                <a:solidFill>
                  <a:srgbClr val="163243"/>
                </a:solidFill>
                <a:latin typeface="Archivo"/>
                <a:ea typeface="Archivo"/>
                <a:cs typeface="Archivo"/>
                <a:sym typeface="Archivo"/>
              </a:rPr>
              <a:t>{{rep_p1_periodo}}</a:t>
            </a:r>
            <a:endParaRPr b="1" i="0" sz="1000" u="none" cap="none" strike="noStrike">
              <a:solidFill>
                <a:srgbClr val="163243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103" name="Google Shape;1103;p48"/>
          <p:cNvSpPr/>
          <p:nvPr/>
        </p:nvSpPr>
        <p:spPr>
          <a:xfrm>
            <a:off x="1088627" y="4103178"/>
            <a:ext cx="1654200" cy="292500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FBAB0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s" sz="900" u="none" cap="none" strike="noStrike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rPr>
              <a:t>Sentiment positivo: {{rep_p1_sent}}%</a:t>
            </a:r>
            <a:endParaRPr b="1" i="0" sz="900" u="none" cap="none" strike="noStrike">
              <a:solidFill>
                <a:srgbClr val="FFFFFF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104" name="Google Shape;1104;p48"/>
          <p:cNvSpPr txBox="1"/>
          <p:nvPr/>
        </p:nvSpPr>
        <p:spPr>
          <a:xfrm>
            <a:off x="10042283" y="1210513"/>
            <a:ext cx="1133100" cy="21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s" sz="1000" u="none" cap="none" strike="noStrike">
                <a:solidFill>
                  <a:srgbClr val="163243"/>
                </a:solidFill>
                <a:latin typeface="Archivo"/>
                <a:ea typeface="Archivo"/>
                <a:cs typeface="Archivo"/>
                <a:sym typeface="Archivo"/>
              </a:rPr>
              <a:t>{{rep_p2_periodo}}</a:t>
            </a:r>
            <a:endParaRPr b="1" i="0" sz="1000" u="none" cap="none" strike="noStrike">
              <a:solidFill>
                <a:srgbClr val="163243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105" name="Google Shape;1105;p48"/>
          <p:cNvSpPr txBox="1"/>
          <p:nvPr/>
        </p:nvSpPr>
        <p:spPr>
          <a:xfrm>
            <a:off x="6627251" y="1328100"/>
            <a:ext cx="1088400" cy="21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s" sz="1000" u="none" cap="none" strike="noStrike">
                <a:solidFill>
                  <a:srgbClr val="163243"/>
                </a:solidFill>
                <a:latin typeface="Archivo"/>
                <a:ea typeface="Archivo"/>
                <a:cs typeface="Archivo"/>
                <a:sym typeface="Archivo"/>
              </a:rPr>
              <a:t>{{rep_p3_periodo}}</a:t>
            </a:r>
            <a:endParaRPr b="1" i="0" sz="1000" u="none" cap="none" strike="noStrike">
              <a:solidFill>
                <a:srgbClr val="163243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106" name="Google Shape;1106;p48"/>
          <p:cNvSpPr txBox="1"/>
          <p:nvPr/>
        </p:nvSpPr>
        <p:spPr>
          <a:xfrm>
            <a:off x="1327815" y="1345425"/>
            <a:ext cx="1088400" cy="21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s" sz="1000" u="none" cap="none" strike="noStrike">
                <a:solidFill>
                  <a:srgbClr val="163243"/>
                </a:solidFill>
                <a:latin typeface="Archivo"/>
                <a:ea typeface="Archivo"/>
                <a:cs typeface="Archivo"/>
                <a:sym typeface="Archivo"/>
              </a:rPr>
              <a:t>{{rep_p2_temas}}</a:t>
            </a:r>
            <a:endParaRPr b="1" i="0" sz="1000" u="none" cap="none" strike="noStrike">
              <a:solidFill>
                <a:srgbClr val="163243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107" name="Google Shape;1107;p48"/>
          <p:cNvSpPr txBox="1"/>
          <p:nvPr/>
        </p:nvSpPr>
        <p:spPr>
          <a:xfrm>
            <a:off x="9639056" y="1406813"/>
            <a:ext cx="20556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s" sz="900" u="none" cap="none" strike="noStrike">
                <a:solidFill>
                  <a:srgbClr val="000000"/>
                </a:solidFill>
                <a:highlight>
                  <a:srgbClr val="8FE1D5"/>
                </a:highlight>
                <a:latin typeface="Archivo"/>
                <a:ea typeface="Archivo"/>
                <a:cs typeface="Archivo"/>
                <a:sym typeface="Archivo"/>
              </a:rPr>
              <a:t>{{rep_p3_temas}}</a:t>
            </a:r>
            <a:endParaRPr b="1" i="0" sz="900" u="none" cap="none" strike="noStrike">
              <a:solidFill>
                <a:srgbClr val="000000"/>
              </a:solidFill>
              <a:highlight>
                <a:srgbClr val="8FE1D5"/>
              </a:highlight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108" name="Google Shape;1108;p48"/>
          <p:cNvSpPr/>
          <p:nvPr/>
        </p:nvSpPr>
        <p:spPr>
          <a:xfrm>
            <a:off x="3633705" y="4088666"/>
            <a:ext cx="1654200" cy="292500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FBAB0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s" sz="900" u="none" cap="none" strike="noStrike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rPr>
              <a:t>Sentiment positivo: {{rep_p2_sent}}%</a:t>
            </a:r>
            <a:endParaRPr b="1" i="0" sz="900" u="none" cap="none" strike="noStrike">
              <a:solidFill>
                <a:srgbClr val="FFFFFF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109" name="Google Shape;1109;p48"/>
          <p:cNvSpPr/>
          <p:nvPr/>
        </p:nvSpPr>
        <p:spPr>
          <a:xfrm>
            <a:off x="6354345" y="4103178"/>
            <a:ext cx="1654200" cy="292500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FBAB0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s" sz="900" u="none" cap="none" strike="noStrike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rPr>
              <a:t>Sentiment positivo: {{rep_p3_sent}}%</a:t>
            </a:r>
            <a:endParaRPr b="1" i="0" sz="900" u="none" cap="none" strike="noStrike">
              <a:solidFill>
                <a:srgbClr val="FFFFFF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3" name="Shape 1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4" name="Google Shape;1114;p49"/>
          <p:cNvSpPr txBox="1"/>
          <p:nvPr/>
        </p:nvSpPr>
        <p:spPr>
          <a:xfrm>
            <a:off x="594200" y="147150"/>
            <a:ext cx="77178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s" sz="2100" u="none" cap="none" strike="noStrike">
                <a:solidFill>
                  <a:srgbClr val="FFFFFF"/>
                </a:solidFill>
                <a:latin typeface="Archivo"/>
                <a:ea typeface="Archivo"/>
                <a:cs typeface="Archivo"/>
                <a:sym typeface="Archivo"/>
              </a:rPr>
              <a:t>Semana JM -</a:t>
            </a:r>
            <a:r>
              <a:rPr b="0" i="1" lang="es" sz="2100" u="none" cap="none" strike="noStrike">
                <a:solidFill>
                  <a:srgbClr val="FFFFFF"/>
                </a:solidFill>
                <a:latin typeface="Archivo"/>
                <a:ea typeface="Archivo"/>
                <a:cs typeface="Archivo"/>
                <a:sym typeface="Archivo"/>
              </a:rPr>
              <a:t> Interacción positiva en RRSS</a:t>
            </a:r>
            <a:endParaRPr b="0" i="1" sz="2100" u="none" cap="none" strike="noStrike">
              <a:solidFill>
                <a:srgbClr val="FFFFFF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grpSp>
        <p:nvGrpSpPr>
          <p:cNvPr id="1115" name="Google Shape;1115;p49"/>
          <p:cNvGrpSpPr/>
          <p:nvPr/>
        </p:nvGrpSpPr>
        <p:grpSpPr>
          <a:xfrm>
            <a:off x="192215" y="142639"/>
            <a:ext cx="313068" cy="313218"/>
            <a:chOff x="2343300" y="1390100"/>
            <a:chExt cx="2934100" cy="2935500"/>
          </a:xfrm>
        </p:grpSpPr>
        <p:sp>
          <p:nvSpPr>
            <p:cNvPr id="1116" name="Google Shape;1116;p49"/>
            <p:cNvSpPr/>
            <p:nvPr/>
          </p:nvSpPr>
          <p:spPr>
            <a:xfrm>
              <a:off x="3973100" y="2530900"/>
              <a:ext cx="1304300" cy="1794700"/>
            </a:xfrm>
            <a:custGeom>
              <a:rect b="b" l="l" r="r" t="t"/>
              <a:pathLst>
                <a:path extrusionOk="0" h="71788" w="52172">
                  <a:moveTo>
                    <a:pt x="20400" y="0"/>
                  </a:moveTo>
                  <a:lnTo>
                    <a:pt x="19254" y="140"/>
                  </a:lnTo>
                  <a:lnTo>
                    <a:pt x="18192" y="419"/>
                  </a:lnTo>
                  <a:lnTo>
                    <a:pt x="17158" y="867"/>
                  </a:lnTo>
                  <a:lnTo>
                    <a:pt x="16236" y="1453"/>
                  </a:lnTo>
                  <a:lnTo>
                    <a:pt x="15342" y="2208"/>
                  </a:lnTo>
                  <a:lnTo>
                    <a:pt x="14560" y="3102"/>
                  </a:lnTo>
                  <a:lnTo>
                    <a:pt x="14168" y="3605"/>
                  </a:lnTo>
                  <a:lnTo>
                    <a:pt x="7350" y="13246"/>
                  </a:lnTo>
                  <a:lnTo>
                    <a:pt x="504" y="22914"/>
                  </a:lnTo>
                  <a:lnTo>
                    <a:pt x="252" y="23277"/>
                  </a:lnTo>
                  <a:lnTo>
                    <a:pt x="29" y="24060"/>
                  </a:lnTo>
                  <a:lnTo>
                    <a:pt x="29" y="24479"/>
                  </a:lnTo>
                  <a:lnTo>
                    <a:pt x="29" y="47588"/>
                  </a:lnTo>
                  <a:lnTo>
                    <a:pt x="1" y="70698"/>
                  </a:lnTo>
                  <a:lnTo>
                    <a:pt x="29" y="70977"/>
                  </a:lnTo>
                  <a:lnTo>
                    <a:pt x="113" y="71397"/>
                  </a:lnTo>
                  <a:lnTo>
                    <a:pt x="336" y="71648"/>
                  </a:lnTo>
                  <a:lnTo>
                    <a:pt x="755" y="71760"/>
                  </a:lnTo>
                  <a:lnTo>
                    <a:pt x="1063" y="71788"/>
                  </a:lnTo>
                  <a:lnTo>
                    <a:pt x="17494" y="71760"/>
                  </a:lnTo>
                  <a:lnTo>
                    <a:pt x="33925" y="71760"/>
                  </a:lnTo>
                  <a:lnTo>
                    <a:pt x="34847" y="71732"/>
                  </a:lnTo>
                  <a:lnTo>
                    <a:pt x="36635" y="71424"/>
                  </a:lnTo>
                  <a:lnTo>
                    <a:pt x="38340" y="70866"/>
                  </a:lnTo>
                  <a:lnTo>
                    <a:pt x="39877" y="70027"/>
                  </a:lnTo>
                  <a:lnTo>
                    <a:pt x="41274" y="68965"/>
                  </a:lnTo>
                  <a:lnTo>
                    <a:pt x="42475" y="67680"/>
                  </a:lnTo>
                  <a:lnTo>
                    <a:pt x="43481" y="66199"/>
                  </a:lnTo>
                  <a:lnTo>
                    <a:pt x="44264" y="64522"/>
                  </a:lnTo>
                  <a:lnTo>
                    <a:pt x="44543" y="63628"/>
                  </a:lnTo>
                  <a:lnTo>
                    <a:pt x="48176" y="50634"/>
                  </a:lnTo>
                  <a:lnTo>
                    <a:pt x="51753" y="37585"/>
                  </a:lnTo>
                  <a:lnTo>
                    <a:pt x="52032" y="36383"/>
                  </a:lnTo>
                  <a:lnTo>
                    <a:pt x="52172" y="34595"/>
                  </a:lnTo>
                  <a:lnTo>
                    <a:pt x="52088" y="33421"/>
                  </a:lnTo>
                  <a:lnTo>
                    <a:pt x="51892" y="32303"/>
                  </a:lnTo>
                  <a:lnTo>
                    <a:pt x="51557" y="31186"/>
                  </a:lnTo>
                  <a:lnTo>
                    <a:pt x="50858" y="29537"/>
                  </a:lnTo>
                  <a:lnTo>
                    <a:pt x="50188" y="28503"/>
                  </a:lnTo>
                  <a:lnTo>
                    <a:pt x="49741" y="27888"/>
                  </a:lnTo>
                  <a:lnTo>
                    <a:pt x="48819" y="26826"/>
                  </a:lnTo>
                  <a:lnTo>
                    <a:pt x="47813" y="25904"/>
                  </a:lnTo>
                  <a:lnTo>
                    <a:pt x="46723" y="25150"/>
                  </a:lnTo>
                  <a:lnTo>
                    <a:pt x="45549" y="24535"/>
                  </a:lnTo>
                  <a:lnTo>
                    <a:pt x="44292" y="24088"/>
                  </a:lnTo>
                  <a:lnTo>
                    <a:pt x="42978" y="23780"/>
                  </a:lnTo>
                  <a:lnTo>
                    <a:pt x="41581" y="23613"/>
                  </a:lnTo>
                  <a:lnTo>
                    <a:pt x="40855" y="23585"/>
                  </a:lnTo>
                  <a:lnTo>
                    <a:pt x="32947" y="23557"/>
                  </a:lnTo>
                  <a:lnTo>
                    <a:pt x="24927" y="23585"/>
                  </a:lnTo>
                  <a:lnTo>
                    <a:pt x="26799" y="16962"/>
                  </a:lnTo>
                  <a:lnTo>
                    <a:pt x="28643" y="10423"/>
                  </a:lnTo>
                  <a:lnTo>
                    <a:pt x="28783" y="9892"/>
                  </a:lnTo>
                  <a:lnTo>
                    <a:pt x="28951" y="8775"/>
                  </a:lnTo>
                  <a:lnTo>
                    <a:pt x="28979" y="7685"/>
                  </a:lnTo>
                  <a:lnTo>
                    <a:pt x="28839" y="6595"/>
                  </a:lnTo>
                  <a:lnTo>
                    <a:pt x="28699" y="6036"/>
                  </a:lnTo>
                  <a:lnTo>
                    <a:pt x="28503" y="5421"/>
                  </a:lnTo>
                  <a:lnTo>
                    <a:pt x="28028" y="4332"/>
                  </a:lnTo>
                  <a:lnTo>
                    <a:pt x="27442" y="3326"/>
                  </a:lnTo>
                  <a:lnTo>
                    <a:pt x="26771" y="2459"/>
                  </a:lnTo>
                  <a:lnTo>
                    <a:pt x="25961" y="1705"/>
                  </a:lnTo>
                  <a:lnTo>
                    <a:pt x="25038" y="1090"/>
                  </a:lnTo>
                  <a:lnTo>
                    <a:pt x="24005" y="615"/>
                  </a:lnTo>
                  <a:lnTo>
                    <a:pt x="22859" y="252"/>
                  </a:lnTo>
                  <a:lnTo>
                    <a:pt x="22216" y="140"/>
                  </a:lnTo>
                  <a:lnTo>
                    <a:pt x="21601" y="56"/>
                  </a:lnTo>
                  <a:lnTo>
                    <a:pt x="2040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100250" lIns="100250" spcFirstLastPara="1" rIns="100250" wrap="square" tIns="1002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35"/>
                <a:buFont typeface="Arial"/>
                <a:buNone/>
              </a:pPr>
              <a:r>
                <a:t/>
              </a:r>
              <a:endParaRPr b="0" i="0" sz="153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7" name="Google Shape;1117;p49"/>
            <p:cNvSpPr/>
            <p:nvPr/>
          </p:nvSpPr>
          <p:spPr>
            <a:xfrm>
              <a:off x="2343300" y="1390100"/>
              <a:ext cx="1559275" cy="1411175"/>
            </a:xfrm>
            <a:custGeom>
              <a:rect b="b" l="l" r="r" t="t"/>
              <a:pathLst>
                <a:path extrusionOk="0" h="56447" w="62371">
                  <a:moveTo>
                    <a:pt x="25708" y="14307"/>
                  </a:moveTo>
                  <a:lnTo>
                    <a:pt x="26658" y="14335"/>
                  </a:lnTo>
                  <a:lnTo>
                    <a:pt x="27581" y="14531"/>
                  </a:lnTo>
                  <a:lnTo>
                    <a:pt x="28475" y="14838"/>
                  </a:lnTo>
                  <a:lnTo>
                    <a:pt x="29788" y="15565"/>
                  </a:lnTo>
                  <a:lnTo>
                    <a:pt x="30626" y="16236"/>
                  </a:lnTo>
                  <a:lnTo>
                    <a:pt x="30934" y="16487"/>
                  </a:lnTo>
                  <a:lnTo>
                    <a:pt x="31465" y="16487"/>
                  </a:lnTo>
                  <a:lnTo>
                    <a:pt x="31800" y="16236"/>
                  </a:lnTo>
                  <a:lnTo>
                    <a:pt x="32303" y="15844"/>
                  </a:lnTo>
                  <a:lnTo>
                    <a:pt x="33365" y="15202"/>
                  </a:lnTo>
                  <a:lnTo>
                    <a:pt x="34427" y="14727"/>
                  </a:lnTo>
                  <a:lnTo>
                    <a:pt x="35461" y="14447"/>
                  </a:lnTo>
                  <a:lnTo>
                    <a:pt x="36523" y="14335"/>
                  </a:lnTo>
                  <a:lnTo>
                    <a:pt x="37557" y="14391"/>
                  </a:lnTo>
                  <a:lnTo>
                    <a:pt x="38562" y="14643"/>
                  </a:lnTo>
                  <a:lnTo>
                    <a:pt x="39541" y="15090"/>
                  </a:lnTo>
                  <a:lnTo>
                    <a:pt x="39988" y="15369"/>
                  </a:lnTo>
                  <a:lnTo>
                    <a:pt x="40435" y="15705"/>
                  </a:lnTo>
                  <a:lnTo>
                    <a:pt x="41245" y="16487"/>
                  </a:lnTo>
                  <a:lnTo>
                    <a:pt x="41916" y="17409"/>
                  </a:lnTo>
                  <a:lnTo>
                    <a:pt x="42447" y="18471"/>
                  </a:lnTo>
                  <a:lnTo>
                    <a:pt x="42810" y="19589"/>
                  </a:lnTo>
                  <a:lnTo>
                    <a:pt x="43033" y="20762"/>
                  </a:lnTo>
                  <a:lnTo>
                    <a:pt x="43089" y="21964"/>
                  </a:lnTo>
                  <a:lnTo>
                    <a:pt x="42950" y="23166"/>
                  </a:lnTo>
                  <a:lnTo>
                    <a:pt x="42810" y="23780"/>
                  </a:lnTo>
                  <a:lnTo>
                    <a:pt x="42531" y="24702"/>
                  </a:lnTo>
                  <a:lnTo>
                    <a:pt x="41720" y="26407"/>
                  </a:lnTo>
                  <a:lnTo>
                    <a:pt x="40658" y="27944"/>
                  </a:lnTo>
                  <a:lnTo>
                    <a:pt x="39373" y="29313"/>
                  </a:lnTo>
                  <a:lnTo>
                    <a:pt x="38646" y="29956"/>
                  </a:lnTo>
                  <a:lnTo>
                    <a:pt x="37920" y="30599"/>
                  </a:lnTo>
                  <a:lnTo>
                    <a:pt x="36355" y="31716"/>
                  </a:lnTo>
                  <a:lnTo>
                    <a:pt x="34706" y="32694"/>
                  </a:lnTo>
                  <a:lnTo>
                    <a:pt x="32974" y="33533"/>
                  </a:lnTo>
                  <a:lnTo>
                    <a:pt x="32080" y="33868"/>
                  </a:lnTo>
                  <a:lnTo>
                    <a:pt x="31716" y="34008"/>
                  </a:lnTo>
                  <a:lnTo>
                    <a:pt x="31046" y="34119"/>
                  </a:lnTo>
                  <a:lnTo>
                    <a:pt x="30682" y="34008"/>
                  </a:lnTo>
                  <a:lnTo>
                    <a:pt x="29201" y="33421"/>
                  </a:lnTo>
                  <a:lnTo>
                    <a:pt x="26435" y="31968"/>
                  </a:lnTo>
                  <a:lnTo>
                    <a:pt x="24535" y="30627"/>
                  </a:lnTo>
                  <a:lnTo>
                    <a:pt x="23361" y="29621"/>
                  </a:lnTo>
                  <a:lnTo>
                    <a:pt x="22271" y="28503"/>
                  </a:lnTo>
                  <a:lnTo>
                    <a:pt x="21293" y="27273"/>
                  </a:lnTo>
                  <a:lnTo>
                    <a:pt x="20818" y="26603"/>
                  </a:lnTo>
                  <a:lnTo>
                    <a:pt x="20483" y="26044"/>
                  </a:lnTo>
                  <a:lnTo>
                    <a:pt x="19896" y="24870"/>
                  </a:lnTo>
                  <a:lnTo>
                    <a:pt x="19505" y="23641"/>
                  </a:lnTo>
                  <a:lnTo>
                    <a:pt x="19337" y="22355"/>
                  </a:lnTo>
                  <a:lnTo>
                    <a:pt x="19337" y="21657"/>
                  </a:lnTo>
                  <a:lnTo>
                    <a:pt x="19393" y="20595"/>
                  </a:lnTo>
                  <a:lnTo>
                    <a:pt x="19868" y="18611"/>
                  </a:lnTo>
                  <a:lnTo>
                    <a:pt x="20511" y="17269"/>
                  </a:lnTo>
                  <a:lnTo>
                    <a:pt x="21098" y="16487"/>
                  </a:lnTo>
                  <a:lnTo>
                    <a:pt x="21852" y="15788"/>
                  </a:lnTo>
                  <a:lnTo>
                    <a:pt x="22718" y="15202"/>
                  </a:lnTo>
                  <a:lnTo>
                    <a:pt x="23249" y="14950"/>
                  </a:lnTo>
                  <a:lnTo>
                    <a:pt x="23752" y="14727"/>
                  </a:lnTo>
                  <a:lnTo>
                    <a:pt x="24730" y="14419"/>
                  </a:lnTo>
                  <a:lnTo>
                    <a:pt x="25708" y="14307"/>
                  </a:lnTo>
                  <a:close/>
                  <a:moveTo>
                    <a:pt x="20120" y="0"/>
                  </a:moveTo>
                  <a:lnTo>
                    <a:pt x="9054" y="28"/>
                  </a:lnTo>
                  <a:lnTo>
                    <a:pt x="8076" y="56"/>
                  </a:lnTo>
                  <a:lnTo>
                    <a:pt x="6232" y="391"/>
                  </a:lnTo>
                  <a:lnTo>
                    <a:pt x="4611" y="1062"/>
                  </a:lnTo>
                  <a:lnTo>
                    <a:pt x="3158" y="2012"/>
                  </a:lnTo>
                  <a:lnTo>
                    <a:pt x="1984" y="3214"/>
                  </a:lnTo>
                  <a:lnTo>
                    <a:pt x="1034" y="4639"/>
                  </a:lnTo>
                  <a:lnTo>
                    <a:pt x="391" y="6288"/>
                  </a:lnTo>
                  <a:lnTo>
                    <a:pt x="56" y="8132"/>
                  </a:lnTo>
                  <a:lnTo>
                    <a:pt x="28" y="9110"/>
                  </a:lnTo>
                  <a:lnTo>
                    <a:pt x="0" y="24227"/>
                  </a:lnTo>
                  <a:lnTo>
                    <a:pt x="28" y="39345"/>
                  </a:lnTo>
                  <a:lnTo>
                    <a:pt x="56" y="40351"/>
                  </a:lnTo>
                  <a:lnTo>
                    <a:pt x="391" y="42195"/>
                  </a:lnTo>
                  <a:lnTo>
                    <a:pt x="1034" y="43872"/>
                  </a:lnTo>
                  <a:lnTo>
                    <a:pt x="1984" y="45325"/>
                  </a:lnTo>
                  <a:lnTo>
                    <a:pt x="3186" y="46527"/>
                  </a:lnTo>
                  <a:lnTo>
                    <a:pt x="4639" y="47477"/>
                  </a:lnTo>
                  <a:lnTo>
                    <a:pt x="6287" y="48119"/>
                  </a:lnTo>
                  <a:lnTo>
                    <a:pt x="8160" y="48455"/>
                  </a:lnTo>
                  <a:lnTo>
                    <a:pt x="9138" y="48511"/>
                  </a:lnTo>
                  <a:lnTo>
                    <a:pt x="14922" y="48538"/>
                  </a:lnTo>
                  <a:lnTo>
                    <a:pt x="20679" y="48483"/>
                  </a:lnTo>
                  <a:lnTo>
                    <a:pt x="21014" y="48483"/>
                  </a:lnTo>
                  <a:lnTo>
                    <a:pt x="21629" y="48594"/>
                  </a:lnTo>
                  <a:lnTo>
                    <a:pt x="22439" y="48986"/>
                  </a:lnTo>
                  <a:lnTo>
                    <a:pt x="22942" y="49461"/>
                  </a:lnTo>
                  <a:lnTo>
                    <a:pt x="25708" y="52311"/>
                  </a:lnTo>
                  <a:lnTo>
                    <a:pt x="28531" y="55133"/>
                  </a:lnTo>
                  <a:lnTo>
                    <a:pt x="29201" y="55748"/>
                  </a:lnTo>
                  <a:lnTo>
                    <a:pt x="30179" y="56279"/>
                  </a:lnTo>
                  <a:lnTo>
                    <a:pt x="30822" y="56447"/>
                  </a:lnTo>
                  <a:lnTo>
                    <a:pt x="31465" y="56447"/>
                  </a:lnTo>
                  <a:lnTo>
                    <a:pt x="32107" y="56279"/>
                  </a:lnTo>
                  <a:lnTo>
                    <a:pt x="33086" y="55720"/>
                  </a:lnTo>
                  <a:lnTo>
                    <a:pt x="33756" y="55105"/>
                  </a:lnTo>
                  <a:lnTo>
                    <a:pt x="36578" y="52283"/>
                  </a:lnTo>
                  <a:lnTo>
                    <a:pt x="39345" y="49405"/>
                  </a:lnTo>
                  <a:lnTo>
                    <a:pt x="39596" y="49153"/>
                  </a:lnTo>
                  <a:lnTo>
                    <a:pt x="40099" y="48790"/>
                  </a:lnTo>
                  <a:lnTo>
                    <a:pt x="40938" y="48511"/>
                  </a:lnTo>
                  <a:lnTo>
                    <a:pt x="41608" y="48483"/>
                  </a:lnTo>
                  <a:lnTo>
                    <a:pt x="47309" y="48511"/>
                  </a:lnTo>
                  <a:lnTo>
                    <a:pt x="53009" y="48511"/>
                  </a:lnTo>
                  <a:lnTo>
                    <a:pt x="54071" y="48483"/>
                  </a:lnTo>
                  <a:lnTo>
                    <a:pt x="55999" y="48147"/>
                  </a:lnTo>
                  <a:lnTo>
                    <a:pt x="57704" y="47477"/>
                  </a:lnTo>
                  <a:lnTo>
                    <a:pt x="59185" y="46554"/>
                  </a:lnTo>
                  <a:lnTo>
                    <a:pt x="60387" y="45325"/>
                  </a:lnTo>
                  <a:lnTo>
                    <a:pt x="61337" y="43872"/>
                  </a:lnTo>
                  <a:lnTo>
                    <a:pt x="62007" y="42167"/>
                  </a:lnTo>
                  <a:lnTo>
                    <a:pt x="62343" y="40239"/>
                  </a:lnTo>
                  <a:lnTo>
                    <a:pt x="62371" y="39205"/>
                  </a:lnTo>
                  <a:lnTo>
                    <a:pt x="62371" y="24283"/>
                  </a:lnTo>
                  <a:lnTo>
                    <a:pt x="62371" y="9361"/>
                  </a:lnTo>
                  <a:lnTo>
                    <a:pt x="62343" y="8299"/>
                  </a:lnTo>
                  <a:lnTo>
                    <a:pt x="62007" y="6371"/>
                  </a:lnTo>
                  <a:lnTo>
                    <a:pt x="61365" y="4667"/>
                  </a:lnTo>
                  <a:lnTo>
                    <a:pt x="60414" y="3186"/>
                  </a:lnTo>
                  <a:lnTo>
                    <a:pt x="59213" y="1984"/>
                  </a:lnTo>
                  <a:lnTo>
                    <a:pt x="57732" y="1034"/>
                  </a:lnTo>
                  <a:lnTo>
                    <a:pt x="56027" y="391"/>
                  </a:lnTo>
                  <a:lnTo>
                    <a:pt x="54099" y="56"/>
                  </a:lnTo>
                  <a:lnTo>
                    <a:pt x="53037" y="28"/>
                  </a:lnTo>
                  <a:lnTo>
                    <a:pt x="42111" y="0"/>
                  </a:lnTo>
                  <a:lnTo>
                    <a:pt x="31185" y="28"/>
                  </a:lnTo>
                  <a:lnTo>
                    <a:pt x="2012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100250" lIns="100250" spcFirstLastPara="1" rIns="100250" wrap="square" tIns="1002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35"/>
                <a:buFont typeface="Arial"/>
                <a:buNone/>
              </a:pPr>
              <a:r>
                <a:t/>
              </a:r>
              <a:endParaRPr b="0" i="0" sz="153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8" name="Google Shape;1118;p49"/>
            <p:cNvSpPr/>
            <p:nvPr/>
          </p:nvSpPr>
          <p:spPr>
            <a:xfrm>
              <a:off x="3420525" y="3119100"/>
              <a:ext cx="396825" cy="1206500"/>
            </a:xfrm>
            <a:custGeom>
              <a:rect b="b" l="l" r="r" t="t"/>
              <a:pathLst>
                <a:path extrusionOk="0" h="48260" w="15873">
                  <a:moveTo>
                    <a:pt x="14978" y="1"/>
                  </a:moveTo>
                  <a:lnTo>
                    <a:pt x="14643" y="29"/>
                  </a:lnTo>
                  <a:lnTo>
                    <a:pt x="11765" y="85"/>
                  </a:lnTo>
                  <a:lnTo>
                    <a:pt x="8886" y="57"/>
                  </a:lnTo>
                  <a:lnTo>
                    <a:pt x="7825" y="57"/>
                  </a:lnTo>
                  <a:lnTo>
                    <a:pt x="5897" y="364"/>
                  </a:lnTo>
                  <a:lnTo>
                    <a:pt x="4248" y="923"/>
                  </a:lnTo>
                  <a:lnTo>
                    <a:pt x="2851" y="1761"/>
                  </a:lnTo>
                  <a:lnTo>
                    <a:pt x="1733" y="2879"/>
                  </a:lnTo>
                  <a:lnTo>
                    <a:pt x="895" y="4276"/>
                  </a:lnTo>
                  <a:lnTo>
                    <a:pt x="308" y="5925"/>
                  </a:lnTo>
                  <a:lnTo>
                    <a:pt x="28" y="7825"/>
                  </a:lnTo>
                  <a:lnTo>
                    <a:pt x="0" y="8887"/>
                  </a:lnTo>
                  <a:lnTo>
                    <a:pt x="0" y="24200"/>
                  </a:lnTo>
                  <a:lnTo>
                    <a:pt x="0" y="39485"/>
                  </a:lnTo>
                  <a:lnTo>
                    <a:pt x="0" y="40352"/>
                  </a:lnTo>
                  <a:lnTo>
                    <a:pt x="84" y="41190"/>
                  </a:lnTo>
                  <a:lnTo>
                    <a:pt x="168" y="41944"/>
                  </a:lnTo>
                  <a:lnTo>
                    <a:pt x="559" y="43342"/>
                  </a:lnTo>
                  <a:lnTo>
                    <a:pt x="1174" y="44599"/>
                  </a:lnTo>
                  <a:lnTo>
                    <a:pt x="2012" y="45717"/>
                  </a:lnTo>
                  <a:lnTo>
                    <a:pt x="3018" y="46639"/>
                  </a:lnTo>
                  <a:lnTo>
                    <a:pt x="4192" y="47393"/>
                  </a:lnTo>
                  <a:lnTo>
                    <a:pt x="5477" y="47896"/>
                  </a:lnTo>
                  <a:lnTo>
                    <a:pt x="6902" y="48176"/>
                  </a:lnTo>
                  <a:lnTo>
                    <a:pt x="7657" y="48232"/>
                  </a:lnTo>
                  <a:lnTo>
                    <a:pt x="11122" y="48204"/>
                  </a:lnTo>
                  <a:lnTo>
                    <a:pt x="14587" y="48260"/>
                  </a:lnTo>
                  <a:lnTo>
                    <a:pt x="14950" y="48260"/>
                  </a:lnTo>
                  <a:lnTo>
                    <a:pt x="15453" y="48148"/>
                  </a:lnTo>
                  <a:lnTo>
                    <a:pt x="15733" y="47869"/>
                  </a:lnTo>
                  <a:lnTo>
                    <a:pt x="15872" y="47366"/>
                  </a:lnTo>
                  <a:lnTo>
                    <a:pt x="15872" y="47002"/>
                  </a:lnTo>
                  <a:lnTo>
                    <a:pt x="15844" y="35545"/>
                  </a:lnTo>
                  <a:lnTo>
                    <a:pt x="15844" y="24116"/>
                  </a:lnTo>
                  <a:lnTo>
                    <a:pt x="15844" y="12659"/>
                  </a:lnTo>
                  <a:lnTo>
                    <a:pt x="15872" y="1230"/>
                  </a:lnTo>
                  <a:lnTo>
                    <a:pt x="15872" y="867"/>
                  </a:lnTo>
                  <a:lnTo>
                    <a:pt x="15761" y="364"/>
                  </a:lnTo>
                  <a:lnTo>
                    <a:pt x="15453" y="113"/>
                  </a:lnTo>
                  <a:lnTo>
                    <a:pt x="1497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100250" lIns="100250" spcFirstLastPara="1" rIns="100250" wrap="square" tIns="1002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35"/>
                <a:buFont typeface="Arial"/>
                <a:buNone/>
              </a:pPr>
              <a:r>
                <a:t/>
              </a:r>
              <a:endParaRPr b="0" i="0" sz="153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19" name="Google Shape;1119;p49"/>
          <p:cNvGrpSpPr/>
          <p:nvPr/>
        </p:nvGrpSpPr>
        <p:grpSpPr>
          <a:xfrm>
            <a:off x="381000" y="1075850"/>
            <a:ext cx="1714500" cy="3238500"/>
            <a:chOff x="381000" y="952500"/>
            <a:chExt cx="1714500" cy="3238500"/>
          </a:xfrm>
        </p:grpSpPr>
        <p:sp>
          <p:nvSpPr>
            <p:cNvPr id="1120" name="Google Shape;1120;p49"/>
            <p:cNvSpPr/>
            <p:nvPr/>
          </p:nvSpPr>
          <p:spPr>
            <a:xfrm>
              <a:off x="381000" y="952500"/>
              <a:ext cx="1714500" cy="3238500"/>
            </a:xfrm>
            <a:prstGeom prst="roundRect">
              <a:avLst>
                <a:gd fmla="val 8333" name="adj"/>
              </a:avLst>
            </a:prstGeom>
            <a:solidFill>
              <a:srgbClr val="12354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1" name="Google Shape;1121;p49"/>
            <p:cNvSpPr txBox="1"/>
            <p:nvPr/>
          </p:nvSpPr>
          <p:spPr>
            <a:xfrm>
              <a:off x="381000" y="952500"/>
              <a:ext cx="1714500" cy="323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90500" lIns="190500" spcFirstLastPara="1" rIns="190500" wrap="square" tIns="1905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10"/>
                <a:buFont typeface="Arial"/>
                <a:buNone/>
              </a:pPr>
              <a:r>
                <a:rPr b="1" i="0" lang="es" sz="1110" u="none" cap="none" strike="noStrike">
                  <a:solidFill>
                    <a:srgbClr val="8DE2D6"/>
                  </a:solidFill>
                  <a:latin typeface="Archivo"/>
                  <a:ea typeface="Archivo"/>
                  <a:cs typeface="Archivo"/>
                  <a:sym typeface="Archivo"/>
                </a:rPr>
                <a:t>PROMEDIO GENERAL</a:t>
              </a:r>
              <a:endParaRPr b="1" i="0" sz="1110" u="none" cap="none" strike="noStrike">
                <a:solidFill>
                  <a:srgbClr val="8DE2D6"/>
                </a:solidFill>
                <a:latin typeface="Archivo"/>
                <a:ea typeface="Archivo"/>
                <a:cs typeface="Archivo"/>
                <a:sym typeface="Archivo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750"/>
                </a:spcBef>
                <a:spcAft>
                  <a:spcPts val="0"/>
                </a:spcAft>
                <a:buClr>
                  <a:srgbClr val="000000"/>
                </a:buClr>
                <a:buSzPts val="4440"/>
                <a:buFont typeface="Arial"/>
                <a:buNone/>
              </a:pPr>
              <a:r>
                <a:rPr b="0" i="1" lang="es" sz="4440" u="none" cap="none" strike="noStrike">
                  <a:solidFill>
                    <a:srgbClr val="FFFFFF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{{rrss_prom_general}}%</a:t>
              </a:r>
              <a:endParaRPr b="0" i="1" sz="4440" u="none" cap="none" strike="noStrike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1500"/>
                </a:spcBef>
                <a:spcAft>
                  <a:spcPts val="0"/>
                </a:spcAft>
                <a:buClr>
                  <a:srgbClr val="000000"/>
                </a:buClr>
                <a:buSzPts val="925"/>
                <a:buFont typeface="Arial"/>
                <a:buNone/>
              </a:pPr>
              <a:r>
                <a:rPr b="0" i="0" lang="es" sz="925" u="none" cap="none" strike="noStrike">
                  <a:solidFill>
                    <a:srgbClr val="FFFFFF"/>
                  </a:solidFill>
                  <a:latin typeface="Archivo"/>
                  <a:ea typeface="Archivo"/>
                  <a:cs typeface="Archivo"/>
                  <a:sym typeface="Archivo"/>
                </a:rPr>
                <a:t>Desempeño destacado en canales digitales durante el periodo analizado.</a:t>
              </a:r>
              <a:endParaRPr b="0" i="0" sz="925" u="none" cap="none" strike="noStrike">
                <a:solidFill>
                  <a:srgbClr val="FFFFFF"/>
                </a:solidFill>
                <a:latin typeface="Archivo"/>
                <a:ea typeface="Archivo"/>
                <a:cs typeface="Archivo"/>
                <a:sym typeface="Archivo"/>
              </a:endParaRPr>
            </a:p>
          </p:txBody>
        </p:sp>
      </p:grpSp>
      <p:grpSp>
        <p:nvGrpSpPr>
          <p:cNvPr id="1122" name="Google Shape;1122;p49"/>
          <p:cNvGrpSpPr/>
          <p:nvPr/>
        </p:nvGrpSpPr>
        <p:grpSpPr>
          <a:xfrm>
            <a:off x="2286000" y="1075750"/>
            <a:ext cx="6477000" cy="714400"/>
            <a:chOff x="2286000" y="952400"/>
            <a:chExt cx="6477000" cy="714400"/>
          </a:xfrm>
        </p:grpSpPr>
        <p:sp>
          <p:nvSpPr>
            <p:cNvPr id="1123" name="Google Shape;1123;p49"/>
            <p:cNvSpPr/>
            <p:nvPr/>
          </p:nvSpPr>
          <p:spPr>
            <a:xfrm>
              <a:off x="2286000" y="952500"/>
              <a:ext cx="6477000" cy="714300"/>
            </a:xfrm>
            <a:prstGeom prst="roundRect">
              <a:avLst>
                <a:gd fmla="val 13333" name="adj"/>
              </a:avLst>
            </a:prstGeom>
            <a:solidFill>
              <a:srgbClr val="F8F9FA"/>
            </a:solidFill>
            <a:ln cap="flat" cmpd="sng" w="9525">
              <a:solidFill>
                <a:srgbClr val="E9EC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4" name="Google Shape;1124;p49"/>
            <p:cNvSpPr/>
            <p:nvPr/>
          </p:nvSpPr>
          <p:spPr>
            <a:xfrm>
              <a:off x="2286000" y="952500"/>
              <a:ext cx="952500" cy="714300"/>
            </a:xfrm>
            <a:prstGeom prst="roundRect">
              <a:avLst>
                <a:gd fmla="val 13333" name="adj"/>
              </a:avLst>
            </a:prstGeom>
            <a:solidFill>
              <a:srgbClr val="12354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5" name="Google Shape;1125;p49"/>
            <p:cNvSpPr txBox="1"/>
            <p:nvPr/>
          </p:nvSpPr>
          <p:spPr>
            <a:xfrm>
              <a:off x="2286000" y="952400"/>
              <a:ext cx="952500" cy="71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s" sz="2400" u="none" cap="none" strike="noStrike">
                  <a:solidFill>
                    <a:srgbClr val="FFFFFF"/>
                  </a:solidFill>
                  <a:latin typeface="Mate"/>
                  <a:ea typeface="Mate"/>
                  <a:cs typeface="Mate"/>
                  <a:sym typeface="Mate"/>
                </a:rPr>
                <a:t>a_l</a:t>
              </a:r>
              <a:endParaRPr b="0" i="0" sz="2400" u="none" cap="none" strike="noStrike">
                <a:solidFill>
                  <a:srgbClr val="FFFFFF"/>
                </a:solidFill>
                <a:latin typeface="Mate"/>
                <a:ea typeface="Mate"/>
                <a:cs typeface="Mate"/>
                <a:sym typeface="Mate"/>
              </a:endParaRPr>
            </a:p>
          </p:txBody>
        </p:sp>
        <p:sp>
          <p:nvSpPr>
            <p:cNvPr id="1126" name="Google Shape;1126;p49"/>
            <p:cNvSpPr txBox="1"/>
            <p:nvPr/>
          </p:nvSpPr>
          <p:spPr>
            <a:xfrm>
              <a:off x="3333750" y="952500"/>
              <a:ext cx="857400" cy="71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s" sz="2400" u="none" cap="none" strike="noStrike">
                  <a:solidFill>
                    <a:srgbClr val="123546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{{rrss_c1_pct}}%</a:t>
              </a:r>
              <a:endParaRPr b="0" i="0" sz="2400" u="none" cap="none" strike="noStrike">
                <a:solidFill>
                  <a:srgbClr val="123546"/>
                </a:solidFill>
                <a:latin typeface="Archivo Black"/>
                <a:ea typeface="Archivo Black"/>
                <a:cs typeface="Archivo Black"/>
                <a:sym typeface="Archivo Black"/>
              </a:endParaRPr>
            </a:p>
          </p:txBody>
        </p:sp>
        <p:sp>
          <p:nvSpPr>
            <p:cNvPr id="1127" name="Google Shape;1127;p49"/>
            <p:cNvSpPr txBox="1"/>
            <p:nvPr/>
          </p:nvSpPr>
          <p:spPr>
            <a:xfrm>
              <a:off x="4286250" y="952500"/>
              <a:ext cx="4286400" cy="71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19050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1" i="0" lang="es" sz="1100" u="none" cap="none" strike="noStrike">
                  <a:solidFill>
                    <a:srgbClr val="123546"/>
                  </a:solidFill>
                  <a:latin typeface="Archivo"/>
                  <a:ea typeface="Archivo"/>
                  <a:cs typeface="Archivo"/>
                  <a:sym typeface="Archivo"/>
                </a:rPr>
                <a:t>{{rrss_c1_txt}}</a:t>
              </a:r>
              <a:endParaRPr b="1" i="0" sz="1100" u="none" cap="none" strike="noStrike">
                <a:solidFill>
                  <a:srgbClr val="123546"/>
                </a:solidFill>
                <a:latin typeface="Archivo"/>
                <a:ea typeface="Archivo"/>
                <a:cs typeface="Archivo"/>
                <a:sym typeface="Archivo"/>
              </a:endParaRPr>
            </a:p>
          </p:txBody>
        </p:sp>
      </p:grpSp>
      <p:grpSp>
        <p:nvGrpSpPr>
          <p:cNvPr id="1128" name="Google Shape;1128;p49"/>
          <p:cNvGrpSpPr/>
          <p:nvPr/>
        </p:nvGrpSpPr>
        <p:grpSpPr>
          <a:xfrm>
            <a:off x="2286000" y="1914050"/>
            <a:ext cx="6477000" cy="749352"/>
            <a:chOff x="2286000" y="1790700"/>
            <a:chExt cx="6477000" cy="749352"/>
          </a:xfrm>
        </p:grpSpPr>
        <p:sp>
          <p:nvSpPr>
            <p:cNvPr id="1129" name="Google Shape;1129;p49"/>
            <p:cNvSpPr/>
            <p:nvPr/>
          </p:nvSpPr>
          <p:spPr>
            <a:xfrm>
              <a:off x="2286000" y="1790700"/>
              <a:ext cx="6477000" cy="714300"/>
            </a:xfrm>
            <a:prstGeom prst="roundRect">
              <a:avLst>
                <a:gd fmla="val 13333" name="adj"/>
              </a:avLst>
            </a:prstGeom>
            <a:solidFill>
              <a:srgbClr val="F8F9FA"/>
            </a:solidFill>
            <a:ln cap="flat" cmpd="sng" w="9525">
              <a:solidFill>
                <a:srgbClr val="E9EC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0" name="Google Shape;1130;p49"/>
            <p:cNvSpPr/>
            <p:nvPr/>
          </p:nvSpPr>
          <p:spPr>
            <a:xfrm>
              <a:off x="2286000" y="1790700"/>
              <a:ext cx="952500" cy="714300"/>
            </a:xfrm>
            <a:prstGeom prst="roundRect">
              <a:avLst>
                <a:gd fmla="val 13333" name="adj"/>
              </a:avLst>
            </a:prstGeom>
            <a:solidFill>
              <a:srgbClr val="12354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1" name="Google Shape;1131;p49"/>
            <p:cNvSpPr txBox="1"/>
            <p:nvPr/>
          </p:nvSpPr>
          <p:spPr>
            <a:xfrm>
              <a:off x="2286000" y="1825752"/>
              <a:ext cx="952500" cy="71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s" sz="2400" u="none" cap="none" strike="noStrike">
                  <a:solidFill>
                    <a:srgbClr val="FFFFFF"/>
                  </a:solidFill>
                  <a:latin typeface="Mate"/>
                  <a:ea typeface="Mate"/>
                  <a:cs typeface="Mate"/>
                  <a:sym typeface="Mate"/>
                </a:rPr>
                <a:t>music_noe</a:t>
              </a:r>
              <a:endParaRPr b="0" i="0" sz="2400" u="none" cap="none" strike="noStrike">
                <a:solidFill>
                  <a:srgbClr val="FFFFFF"/>
                </a:solidFill>
                <a:latin typeface="Mate"/>
                <a:ea typeface="Mate"/>
                <a:cs typeface="Mate"/>
                <a:sym typeface="Mate"/>
              </a:endParaRPr>
            </a:p>
          </p:txBody>
        </p:sp>
        <p:sp>
          <p:nvSpPr>
            <p:cNvPr id="1132" name="Google Shape;1132;p49"/>
            <p:cNvSpPr txBox="1"/>
            <p:nvPr/>
          </p:nvSpPr>
          <p:spPr>
            <a:xfrm>
              <a:off x="3333750" y="1790700"/>
              <a:ext cx="857400" cy="71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s" sz="2400" u="none" cap="none" strike="noStrike">
                  <a:solidFill>
                    <a:srgbClr val="123546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{{rrss_c2_pct}}%</a:t>
              </a:r>
              <a:endParaRPr b="0" i="0" sz="2400" u="none" cap="none" strike="noStrike">
                <a:solidFill>
                  <a:srgbClr val="123546"/>
                </a:solidFill>
                <a:latin typeface="Archivo Black"/>
                <a:ea typeface="Archivo Black"/>
                <a:cs typeface="Archivo Black"/>
                <a:sym typeface="Archivo Black"/>
              </a:endParaRPr>
            </a:p>
          </p:txBody>
        </p:sp>
        <p:sp>
          <p:nvSpPr>
            <p:cNvPr id="1133" name="Google Shape;1133;p49"/>
            <p:cNvSpPr txBox="1"/>
            <p:nvPr/>
          </p:nvSpPr>
          <p:spPr>
            <a:xfrm>
              <a:off x="4286250" y="1790700"/>
              <a:ext cx="4286400" cy="71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19050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1" i="0" lang="es" sz="1100" u="none" cap="none" strike="noStrike">
                  <a:solidFill>
                    <a:srgbClr val="123546"/>
                  </a:solidFill>
                  <a:latin typeface="Archivo"/>
                  <a:ea typeface="Archivo"/>
                  <a:cs typeface="Archivo"/>
                  <a:sym typeface="Archivo"/>
                </a:rPr>
                <a:t>{{rrss_c2_txt}}</a:t>
              </a:r>
              <a:endParaRPr b="1" i="0" sz="1100" u="none" cap="none" strike="noStrike">
                <a:solidFill>
                  <a:srgbClr val="123546"/>
                </a:solidFill>
                <a:latin typeface="Archivo"/>
                <a:ea typeface="Archivo"/>
                <a:cs typeface="Archivo"/>
                <a:sym typeface="Archivo"/>
              </a:endParaRPr>
            </a:p>
          </p:txBody>
        </p:sp>
      </p:grpSp>
      <p:grpSp>
        <p:nvGrpSpPr>
          <p:cNvPr id="1134" name="Google Shape;1134;p49"/>
          <p:cNvGrpSpPr/>
          <p:nvPr/>
        </p:nvGrpSpPr>
        <p:grpSpPr>
          <a:xfrm>
            <a:off x="2286000" y="2752250"/>
            <a:ext cx="6477000" cy="749352"/>
            <a:chOff x="2286000" y="2628900"/>
            <a:chExt cx="6477000" cy="749352"/>
          </a:xfrm>
        </p:grpSpPr>
        <p:sp>
          <p:nvSpPr>
            <p:cNvPr id="1135" name="Google Shape;1135;p49"/>
            <p:cNvSpPr/>
            <p:nvPr/>
          </p:nvSpPr>
          <p:spPr>
            <a:xfrm>
              <a:off x="2286000" y="2628900"/>
              <a:ext cx="6477000" cy="714300"/>
            </a:xfrm>
            <a:prstGeom prst="roundRect">
              <a:avLst>
                <a:gd fmla="val 13333" name="adj"/>
              </a:avLst>
            </a:prstGeom>
            <a:solidFill>
              <a:srgbClr val="F8F9FA"/>
            </a:solidFill>
            <a:ln cap="flat" cmpd="sng" w="9525">
              <a:solidFill>
                <a:srgbClr val="E9EC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6" name="Google Shape;1136;p49"/>
            <p:cNvSpPr/>
            <p:nvPr/>
          </p:nvSpPr>
          <p:spPr>
            <a:xfrm>
              <a:off x="2286000" y="2628900"/>
              <a:ext cx="952500" cy="714300"/>
            </a:xfrm>
            <a:prstGeom prst="roundRect">
              <a:avLst>
                <a:gd fmla="val 13333" name="adj"/>
              </a:avLst>
            </a:prstGeom>
            <a:solidFill>
              <a:srgbClr val="12354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7" name="Google Shape;1137;p49"/>
            <p:cNvSpPr txBox="1"/>
            <p:nvPr/>
          </p:nvSpPr>
          <p:spPr>
            <a:xfrm>
              <a:off x="2286000" y="2663952"/>
              <a:ext cx="952500" cy="71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s" sz="2400" u="none" cap="none" strike="noStrike">
                  <a:solidFill>
                    <a:srgbClr val="FFFFFF"/>
                  </a:solidFill>
                  <a:latin typeface="Mate"/>
                  <a:ea typeface="Mate"/>
                  <a:cs typeface="Mate"/>
                  <a:sym typeface="Mate"/>
                </a:rPr>
                <a:t>fac</a:t>
              </a:r>
              <a:endParaRPr b="0" i="0" sz="2400" u="none" cap="none" strike="noStrike">
                <a:solidFill>
                  <a:srgbClr val="FFFFFF"/>
                </a:solidFill>
                <a:latin typeface="Mate"/>
                <a:ea typeface="Mate"/>
                <a:cs typeface="Mate"/>
                <a:sym typeface="Mate"/>
              </a:endParaRPr>
            </a:p>
          </p:txBody>
        </p:sp>
        <p:sp>
          <p:nvSpPr>
            <p:cNvPr id="1138" name="Google Shape;1138;p49"/>
            <p:cNvSpPr txBox="1"/>
            <p:nvPr/>
          </p:nvSpPr>
          <p:spPr>
            <a:xfrm>
              <a:off x="3333750" y="2628900"/>
              <a:ext cx="857400" cy="71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s" sz="2400" u="none" cap="none" strike="noStrike">
                  <a:solidFill>
                    <a:srgbClr val="123546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{{rrss_c3_pct}}%</a:t>
              </a:r>
              <a:endParaRPr b="0" i="0" sz="2400" u="none" cap="none" strike="noStrike">
                <a:solidFill>
                  <a:srgbClr val="123546"/>
                </a:solidFill>
                <a:latin typeface="Archivo Black"/>
                <a:ea typeface="Archivo Black"/>
                <a:cs typeface="Archivo Black"/>
                <a:sym typeface="Archivo Black"/>
              </a:endParaRPr>
            </a:p>
          </p:txBody>
        </p:sp>
        <p:sp>
          <p:nvSpPr>
            <p:cNvPr id="1139" name="Google Shape;1139;p49"/>
            <p:cNvSpPr txBox="1"/>
            <p:nvPr/>
          </p:nvSpPr>
          <p:spPr>
            <a:xfrm>
              <a:off x="4286250" y="2628900"/>
              <a:ext cx="4286400" cy="71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19050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1" i="0" lang="es" sz="1100" u="none" cap="none" strike="noStrike">
                  <a:solidFill>
                    <a:srgbClr val="123546"/>
                  </a:solidFill>
                  <a:latin typeface="Archivo"/>
                  <a:ea typeface="Archivo"/>
                  <a:cs typeface="Archivo"/>
                  <a:sym typeface="Archivo"/>
                </a:rPr>
                <a:t>{{rrss_c3_txt}}</a:t>
              </a:r>
              <a:endParaRPr b="1" i="0" sz="1100" u="none" cap="none" strike="noStrike">
                <a:solidFill>
                  <a:srgbClr val="123546"/>
                </a:solidFill>
                <a:latin typeface="Archivo"/>
                <a:ea typeface="Archivo"/>
                <a:cs typeface="Archivo"/>
                <a:sym typeface="Archivo"/>
              </a:endParaRPr>
            </a:p>
          </p:txBody>
        </p:sp>
      </p:grpSp>
      <p:grpSp>
        <p:nvGrpSpPr>
          <p:cNvPr id="1140" name="Google Shape;1140;p49"/>
          <p:cNvGrpSpPr/>
          <p:nvPr/>
        </p:nvGrpSpPr>
        <p:grpSpPr>
          <a:xfrm>
            <a:off x="2286000" y="3590450"/>
            <a:ext cx="6477000" cy="749352"/>
            <a:chOff x="2286000" y="3467100"/>
            <a:chExt cx="6477000" cy="749352"/>
          </a:xfrm>
        </p:grpSpPr>
        <p:sp>
          <p:nvSpPr>
            <p:cNvPr id="1141" name="Google Shape;1141;p49"/>
            <p:cNvSpPr/>
            <p:nvPr/>
          </p:nvSpPr>
          <p:spPr>
            <a:xfrm>
              <a:off x="2286000" y="3467100"/>
              <a:ext cx="6477000" cy="714300"/>
            </a:xfrm>
            <a:prstGeom prst="roundRect">
              <a:avLst>
                <a:gd fmla="val 13333" name="adj"/>
              </a:avLst>
            </a:prstGeom>
            <a:solidFill>
              <a:srgbClr val="F8F9FA"/>
            </a:solidFill>
            <a:ln cap="flat" cmpd="sng" w="9525">
              <a:solidFill>
                <a:srgbClr val="E9EC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2" name="Google Shape;1142;p49"/>
            <p:cNvSpPr/>
            <p:nvPr/>
          </p:nvSpPr>
          <p:spPr>
            <a:xfrm>
              <a:off x="2286000" y="3467100"/>
              <a:ext cx="952500" cy="714300"/>
            </a:xfrm>
            <a:prstGeom prst="roundRect">
              <a:avLst>
                <a:gd fmla="val 13333" name="adj"/>
              </a:avLst>
            </a:prstGeom>
            <a:solidFill>
              <a:srgbClr val="12354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3" name="Google Shape;1143;p49"/>
            <p:cNvSpPr txBox="1"/>
            <p:nvPr/>
          </p:nvSpPr>
          <p:spPr>
            <a:xfrm>
              <a:off x="2286000" y="3502152"/>
              <a:ext cx="952500" cy="71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FFFFFF"/>
                </a:solidFill>
                <a:latin typeface="Mate"/>
                <a:ea typeface="Mate"/>
                <a:cs typeface="Mate"/>
                <a:sym typeface="Mate"/>
              </a:endParaRPr>
            </a:p>
          </p:txBody>
        </p:sp>
        <p:sp>
          <p:nvSpPr>
            <p:cNvPr id="1144" name="Google Shape;1144;p49"/>
            <p:cNvSpPr txBox="1"/>
            <p:nvPr/>
          </p:nvSpPr>
          <p:spPr>
            <a:xfrm>
              <a:off x="3333750" y="3467100"/>
              <a:ext cx="857400" cy="71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s" sz="2400" u="none" cap="none" strike="noStrike">
                  <a:solidFill>
                    <a:srgbClr val="123546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{{rrss_c4_pct}}%</a:t>
              </a:r>
              <a:endParaRPr b="0" i="0" sz="2400" u="none" cap="none" strike="noStrike">
                <a:solidFill>
                  <a:srgbClr val="123546"/>
                </a:solidFill>
                <a:latin typeface="Archivo Black"/>
                <a:ea typeface="Archivo Black"/>
                <a:cs typeface="Archivo Black"/>
                <a:sym typeface="Archivo Black"/>
              </a:endParaRPr>
            </a:p>
          </p:txBody>
        </p:sp>
        <p:sp>
          <p:nvSpPr>
            <p:cNvPr id="1145" name="Google Shape;1145;p49"/>
            <p:cNvSpPr txBox="1"/>
            <p:nvPr/>
          </p:nvSpPr>
          <p:spPr>
            <a:xfrm>
              <a:off x="4286250" y="3467100"/>
              <a:ext cx="4286400" cy="71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19050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1" i="0" lang="es" sz="1100" u="none" cap="none" strike="noStrike">
                  <a:solidFill>
                    <a:srgbClr val="123546"/>
                  </a:solidFill>
                  <a:latin typeface="Archivo"/>
                  <a:ea typeface="Archivo"/>
                  <a:cs typeface="Archivo"/>
                  <a:sym typeface="Archivo"/>
                </a:rPr>
                <a:t>{{rrss_c4_txt}}</a:t>
              </a:r>
              <a:endParaRPr b="1" i="0" sz="1100" u="none" cap="none" strike="noStrike">
                <a:solidFill>
                  <a:srgbClr val="123546"/>
                </a:solidFill>
                <a:latin typeface="Archivo"/>
                <a:ea typeface="Archivo"/>
                <a:cs typeface="Archivo"/>
                <a:sym typeface="Archivo"/>
              </a:endParaRPr>
            </a:p>
          </p:txBody>
        </p:sp>
      </p:grpSp>
      <p:sp>
        <p:nvSpPr>
          <p:cNvPr id="1146" name="Google Shape;1146;p49"/>
          <p:cNvSpPr/>
          <p:nvPr/>
        </p:nvSpPr>
        <p:spPr>
          <a:xfrm>
            <a:off x="2503247" y="2001454"/>
            <a:ext cx="490279" cy="539488"/>
          </a:xfrm>
          <a:custGeom>
            <a:rect b="b" l="l" r="r" t="t"/>
            <a:pathLst>
              <a:path extrusionOk="0" h="903" w="773">
                <a:moveTo>
                  <a:pt x="773" y="365"/>
                </a:moveTo>
                <a:cubicBezTo>
                  <a:pt x="765" y="366"/>
                  <a:pt x="758" y="366"/>
                  <a:pt x="750" y="366"/>
                </a:cubicBezTo>
                <a:cubicBezTo>
                  <a:pt x="669" y="366"/>
                  <a:pt x="593" y="325"/>
                  <a:pt x="549" y="257"/>
                </a:cubicBezTo>
                <a:lnTo>
                  <a:pt x="549" y="628"/>
                </a:lnTo>
                <a:cubicBezTo>
                  <a:pt x="549" y="780"/>
                  <a:pt x="426" y="903"/>
                  <a:pt x="275" y="903"/>
                </a:cubicBezTo>
                <a:cubicBezTo>
                  <a:pt x="123" y="903"/>
                  <a:pt x="0" y="780"/>
                  <a:pt x="0" y="628"/>
                </a:cubicBezTo>
                <a:cubicBezTo>
                  <a:pt x="0" y="477"/>
                  <a:pt x="123" y="354"/>
                  <a:pt x="275" y="354"/>
                </a:cubicBezTo>
                <a:lnTo>
                  <a:pt x="275" y="354"/>
                </a:lnTo>
                <a:cubicBezTo>
                  <a:pt x="280" y="354"/>
                  <a:pt x="286" y="355"/>
                  <a:pt x="291" y="355"/>
                </a:cubicBezTo>
                <a:lnTo>
                  <a:pt x="291" y="490"/>
                </a:lnTo>
                <a:cubicBezTo>
                  <a:pt x="286" y="490"/>
                  <a:pt x="280" y="488"/>
                  <a:pt x="275" y="488"/>
                </a:cubicBezTo>
                <a:cubicBezTo>
                  <a:pt x="197" y="488"/>
                  <a:pt x="135" y="551"/>
                  <a:pt x="135" y="628"/>
                </a:cubicBezTo>
                <a:cubicBezTo>
                  <a:pt x="135" y="706"/>
                  <a:pt x="197" y="768"/>
                  <a:pt x="275" y="768"/>
                </a:cubicBezTo>
                <a:cubicBezTo>
                  <a:pt x="352" y="768"/>
                  <a:pt x="420" y="707"/>
                  <a:pt x="420" y="630"/>
                </a:cubicBezTo>
                <a:lnTo>
                  <a:pt x="421" y="0"/>
                </a:lnTo>
                <a:lnTo>
                  <a:pt x="551" y="0"/>
                </a:lnTo>
                <a:cubicBezTo>
                  <a:pt x="563" y="116"/>
                  <a:pt x="656" y="207"/>
                  <a:pt x="773" y="215"/>
                </a:cubicBezTo>
                <a:lnTo>
                  <a:pt x="773" y="365"/>
                </a:lnTo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64400" lIns="128900" spcFirstLastPara="1" rIns="128900" wrap="square" tIns="64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37"/>
              <a:buFont typeface="Arial"/>
              <a:buNone/>
            </a:pPr>
            <a:r>
              <a:t/>
            </a:r>
            <a:endParaRPr b="0" i="0" sz="2537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7" name="Google Shape;1147;p49"/>
          <p:cNvSpPr/>
          <p:nvPr/>
        </p:nvSpPr>
        <p:spPr>
          <a:xfrm>
            <a:off x="2474065" y="1158573"/>
            <a:ext cx="548640" cy="548751"/>
          </a:xfrm>
          <a:custGeom>
            <a:rect b="b" l="l" r="r" t="t"/>
            <a:pathLst>
              <a:path extrusionOk="0" h="76189" w="76200">
                <a:moveTo>
                  <a:pt x="8334" y="0"/>
                </a:moveTo>
                <a:cubicBezTo>
                  <a:pt x="7727" y="155"/>
                  <a:pt x="7096" y="274"/>
                  <a:pt x="6501" y="500"/>
                </a:cubicBezTo>
                <a:cubicBezTo>
                  <a:pt x="2977" y="1798"/>
                  <a:pt x="833" y="4286"/>
                  <a:pt x="131" y="8001"/>
                </a:cubicBezTo>
                <a:cubicBezTo>
                  <a:pt x="119" y="8120"/>
                  <a:pt x="48" y="8216"/>
                  <a:pt x="0" y="8323"/>
                </a:cubicBezTo>
                <a:lnTo>
                  <a:pt x="0" y="67854"/>
                </a:lnTo>
                <a:cubicBezTo>
                  <a:pt x="167" y="68473"/>
                  <a:pt x="286" y="69104"/>
                  <a:pt x="500" y="69687"/>
                </a:cubicBezTo>
                <a:cubicBezTo>
                  <a:pt x="1810" y="73212"/>
                  <a:pt x="4298" y="75355"/>
                  <a:pt x="8013" y="76057"/>
                </a:cubicBezTo>
                <a:cubicBezTo>
                  <a:pt x="8120" y="76081"/>
                  <a:pt x="8227" y="76152"/>
                  <a:pt x="8334" y="76188"/>
                </a:cubicBezTo>
                <a:lnTo>
                  <a:pt x="38100" y="76188"/>
                </a:lnTo>
                <a:cubicBezTo>
                  <a:pt x="38100" y="67497"/>
                  <a:pt x="38100" y="58793"/>
                  <a:pt x="38100" y="50006"/>
                </a:cubicBezTo>
                <a:lnTo>
                  <a:pt x="28611" y="50006"/>
                </a:lnTo>
                <a:lnTo>
                  <a:pt x="28611" y="38124"/>
                </a:lnTo>
                <a:lnTo>
                  <a:pt x="38100" y="38124"/>
                </a:lnTo>
                <a:lnTo>
                  <a:pt x="38100" y="37255"/>
                </a:lnTo>
                <a:cubicBezTo>
                  <a:pt x="38100" y="34445"/>
                  <a:pt x="38088" y="31647"/>
                  <a:pt x="38100" y="28849"/>
                </a:cubicBezTo>
                <a:cubicBezTo>
                  <a:pt x="38124" y="21884"/>
                  <a:pt x="42434" y="16347"/>
                  <a:pt x="49185" y="14669"/>
                </a:cubicBezTo>
                <a:cubicBezTo>
                  <a:pt x="49923" y="14478"/>
                  <a:pt x="50697" y="14335"/>
                  <a:pt x="51459" y="14335"/>
                </a:cubicBezTo>
                <a:cubicBezTo>
                  <a:pt x="53523" y="14314"/>
                  <a:pt x="55588" y="14310"/>
                  <a:pt x="57668" y="14310"/>
                </a:cubicBezTo>
                <a:cubicBezTo>
                  <a:pt x="59055" y="14310"/>
                  <a:pt x="60448" y="14312"/>
                  <a:pt x="61853" y="14312"/>
                </a:cubicBezTo>
                <a:lnTo>
                  <a:pt x="61853" y="26182"/>
                </a:lnTo>
                <a:lnTo>
                  <a:pt x="60710" y="26182"/>
                </a:lnTo>
                <a:cubicBezTo>
                  <a:pt x="59853" y="26188"/>
                  <a:pt x="58998" y="26188"/>
                  <a:pt x="58144" y="26188"/>
                </a:cubicBezTo>
                <a:cubicBezTo>
                  <a:pt x="57290" y="26188"/>
                  <a:pt x="56436" y="26188"/>
                  <a:pt x="55578" y="26194"/>
                </a:cubicBezTo>
                <a:cubicBezTo>
                  <a:pt x="55138" y="26194"/>
                  <a:pt x="54685" y="26242"/>
                  <a:pt x="54245" y="26313"/>
                </a:cubicBezTo>
                <a:cubicBezTo>
                  <a:pt x="53007" y="26539"/>
                  <a:pt x="52483" y="27099"/>
                  <a:pt x="52411" y="28361"/>
                </a:cubicBezTo>
                <a:cubicBezTo>
                  <a:pt x="52364" y="29421"/>
                  <a:pt x="52388" y="30492"/>
                  <a:pt x="52388" y="31564"/>
                </a:cubicBezTo>
                <a:cubicBezTo>
                  <a:pt x="52388" y="33707"/>
                  <a:pt x="52388" y="35862"/>
                  <a:pt x="52388" y="38076"/>
                </a:cubicBezTo>
                <a:lnTo>
                  <a:pt x="64294" y="38076"/>
                </a:lnTo>
                <a:cubicBezTo>
                  <a:pt x="64127" y="38481"/>
                  <a:pt x="64008" y="38791"/>
                  <a:pt x="63889" y="39100"/>
                </a:cubicBezTo>
                <a:cubicBezTo>
                  <a:pt x="62532" y="42505"/>
                  <a:pt x="61162" y="45911"/>
                  <a:pt x="59817" y="49316"/>
                </a:cubicBezTo>
                <a:cubicBezTo>
                  <a:pt x="59632" y="49814"/>
                  <a:pt x="59390" y="50019"/>
                  <a:pt x="58852" y="50019"/>
                </a:cubicBezTo>
                <a:cubicBezTo>
                  <a:pt x="58836" y="50019"/>
                  <a:pt x="58821" y="50019"/>
                  <a:pt x="58805" y="50018"/>
                </a:cubicBezTo>
                <a:cubicBezTo>
                  <a:pt x="57751" y="49994"/>
                  <a:pt x="56701" y="49989"/>
                  <a:pt x="55636" y="49989"/>
                </a:cubicBezTo>
                <a:cubicBezTo>
                  <a:pt x="54572" y="49989"/>
                  <a:pt x="53495" y="49994"/>
                  <a:pt x="52388" y="49994"/>
                </a:cubicBezTo>
                <a:lnTo>
                  <a:pt x="52388" y="76188"/>
                </a:lnTo>
                <a:lnTo>
                  <a:pt x="67866" y="76188"/>
                </a:lnTo>
                <a:cubicBezTo>
                  <a:pt x="68473" y="76033"/>
                  <a:pt x="69104" y="75914"/>
                  <a:pt x="69699" y="75688"/>
                </a:cubicBezTo>
                <a:cubicBezTo>
                  <a:pt x="73223" y="74390"/>
                  <a:pt x="75367" y="71902"/>
                  <a:pt x="76069" y="68187"/>
                </a:cubicBezTo>
                <a:cubicBezTo>
                  <a:pt x="76081" y="68068"/>
                  <a:pt x="76152" y="67973"/>
                  <a:pt x="76200" y="67866"/>
                </a:cubicBezTo>
                <a:lnTo>
                  <a:pt x="76200" y="8335"/>
                </a:lnTo>
                <a:cubicBezTo>
                  <a:pt x="76033" y="7715"/>
                  <a:pt x="75914" y="7084"/>
                  <a:pt x="75700" y="6501"/>
                </a:cubicBezTo>
                <a:cubicBezTo>
                  <a:pt x="74390" y="2977"/>
                  <a:pt x="71902" y="834"/>
                  <a:pt x="68199" y="131"/>
                </a:cubicBezTo>
                <a:cubicBezTo>
                  <a:pt x="68080" y="107"/>
                  <a:pt x="67973" y="36"/>
                  <a:pt x="67866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257725" lIns="257725" spcFirstLastPara="1" rIns="257725" wrap="square" tIns="257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23"/>
              <a:buFont typeface="Arial"/>
              <a:buNone/>
            </a:pPr>
            <a:r>
              <a:t/>
            </a:r>
            <a:endParaRPr b="0" i="0" sz="342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48" name="Google Shape;1148;p49"/>
          <p:cNvGrpSpPr/>
          <p:nvPr/>
        </p:nvGrpSpPr>
        <p:grpSpPr>
          <a:xfrm>
            <a:off x="2446414" y="2813210"/>
            <a:ext cx="603927" cy="603927"/>
            <a:chOff x="7972067" y="-4786323"/>
            <a:chExt cx="609227" cy="609227"/>
          </a:xfrm>
        </p:grpSpPr>
        <p:sp>
          <p:nvSpPr>
            <p:cNvPr id="1149" name="Google Shape;1149;p49"/>
            <p:cNvSpPr/>
            <p:nvPr/>
          </p:nvSpPr>
          <p:spPr>
            <a:xfrm>
              <a:off x="7972067" y="-4786323"/>
              <a:ext cx="609227" cy="609227"/>
            </a:xfrm>
            <a:custGeom>
              <a:rect b="b" l="l" r="r" t="t"/>
              <a:pathLst>
                <a:path extrusionOk="0" h="76201" w="76201">
                  <a:moveTo>
                    <a:pt x="38082" y="7148"/>
                  </a:moveTo>
                  <a:cubicBezTo>
                    <a:pt x="42744" y="7148"/>
                    <a:pt x="47405" y="7151"/>
                    <a:pt x="52066" y="7157"/>
                  </a:cubicBezTo>
                  <a:cubicBezTo>
                    <a:pt x="60246" y="7169"/>
                    <a:pt x="66830" y="12372"/>
                    <a:pt x="68652" y="20349"/>
                  </a:cubicBezTo>
                  <a:cubicBezTo>
                    <a:pt x="68937" y="21587"/>
                    <a:pt x="69021" y="22897"/>
                    <a:pt x="69033" y="24183"/>
                  </a:cubicBezTo>
                  <a:cubicBezTo>
                    <a:pt x="69080" y="28814"/>
                    <a:pt x="69056" y="33457"/>
                    <a:pt x="69056" y="38089"/>
                  </a:cubicBezTo>
                  <a:cubicBezTo>
                    <a:pt x="69056" y="42756"/>
                    <a:pt x="69056" y="47423"/>
                    <a:pt x="69045" y="52079"/>
                  </a:cubicBezTo>
                  <a:cubicBezTo>
                    <a:pt x="69033" y="59580"/>
                    <a:pt x="64711" y="65688"/>
                    <a:pt x="57650" y="68188"/>
                  </a:cubicBezTo>
                  <a:cubicBezTo>
                    <a:pt x="55852" y="68831"/>
                    <a:pt x="53995" y="69069"/>
                    <a:pt x="52090" y="69069"/>
                  </a:cubicBezTo>
                  <a:cubicBezTo>
                    <a:pt x="42767" y="69069"/>
                    <a:pt x="33445" y="69069"/>
                    <a:pt x="24122" y="69057"/>
                  </a:cubicBezTo>
                  <a:cubicBezTo>
                    <a:pt x="15943" y="69057"/>
                    <a:pt x="9358" y="63842"/>
                    <a:pt x="7537" y="55877"/>
                  </a:cubicBezTo>
                  <a:cubicBezTo>
                    <a:pt x="7251" y="54651"/>
                    <a:pt x="7156" y="53365"/>
                    <a:pt x="7156" y="52115"/>
                  </a:cubicBezTo>
                  <a:cubicBezTo>
                    <a:pt x="7120" y="42780"/>
                    <a:pt x="7132" y="33457"/>
                    <a:pt x="7144" y="24135"/>
                  </a:cubicBezTo>
                  <a:cubicBezTo>
                    <a:pt x="7144" y="16634"/>
                    <a:pt x="11478" y="10526"/>
                    <a:pt x="18538" y="8026"/>
                  </a:cubicBezTo>
                  <a:cubicBezTo>
                    <a:pt x="20336" y="7395"/>
                    <a:pt x="22193" y="7157"/>
                    <a:pt x="24098" y="7157"/>
                  </a:cubicBezTo>
                  <a:cubicBezTo>
                    <a:pt x="28760" y="7151"/>
                    <a:pt x="33421" y="7148"/>
                    <a:pt x="38082" y="7148"/>
                  </a:cubicBezTo>
                  <a:close/>
                  <a:moveTo>
                    <a:pt x="22324" y="1"/>
                  </a:moveTo>
                  <a:cubicBezTo>
                    <a:pt x="20717" y="299"/>
                    <a:pt x="19086" y="465"/>
                    <a:pt x="17514" y="894"/>
                  </a:cubicBezTo>
                  <a:cubicBezTo>
                    <a:pt x="10787" y="2763"/>
                    <a:pt x="5834" y="6871"/>
                    <a:pt x="2596" y="13038"/>
                  </a:cubicBezTo>
                  <a:cubicBezTo>
                    <a:pt x="1167" y="15777"/>
                    <a:pt x="369" y="18694"/>
                    <a:pt x="107" y="21766"/>
                  </a:cubicBezTo>
                  <a:cubicBezTo>
                    <a:pt x="95" y="21956"/>
                    <a:pt x="36" y="22135"/>
                    <a:pt x="0" y="22325"/>
                  </a:cubicBezTo>
                  <a:lnTo>
                    <a:pt x="0" y="53877"/>
                  </a:lnTo>
                  <a:cubicBezTo>
                    <a:pt x="286" y="55508"/>
                    <a:pt x="465" y="57163"/>
                    <a:pt x="905" y="58746"/>
                  </a:cubicBezTo>
                  <a:cubicBezTo>
                    <a:pt x="2500" y="64545"/>
                    <a:pt x="5882" y="69081"/>
                    <a:pt x="10906" y="72379"/>
                  </a:cubicBezTo>
                  <a:cubicBezTo>
                    <a:pt x="14264" y="74570"/>
                    <a:pt x="17955" y="75808"/>
                    <a:pt x="21967" y="76106"/>
                  </a:cubicBezTo>
                  <a:cubicBezTo>
                    <a:pt x="22086" y="76117"/>
                    <a:pt x="22205" y="76177"/>
                    <a:pt x="22324" y="76201"/>
                  </a:cubicBezTo>
                  <a:lnTo>
                    <a:pt x="53876" y="76201"/>
                  </a:lnTo>
                  <a:cubicBezTo>
                    <a:pt x="55471" y="75915"/>
                    <a:pt x="57103" y="75748"/>
                    <a:pt x="58674" y="75308"/>
                  </a:cubicBezTo>
                  <a:cubicBezTo>
                    <a:pt x="65401" y="73439"/>
                    <a:pt x="70354" y="69331"/>
                    <a:pt x="73593" y="63163"/>
                  </a:cubicBezTo>
                  <a:cubicBezTo>
                    <a:pt x="75021" y="60437"/>
                    <a:pt x="75831" y="57520"/>
                    <a:pt x="76081" y="54448"/>
                  </a:cubicBezTo>
                  <a:cubicBezTo>
                    <a:pt x="76105" y="54258"/>
                    <a:pt x="76153" y="54067"/>
                    <a:pt x="76200" y="53877"/>
                  </a:cubicBezTo>
                  <a:lnTo>
                    <a:pt x="76200" y="22325"/>
                  </a:lnTo>
                  <a:cubicBezTo>
                    <a:pt x="75903" y="20706"/>
                    <a:pt x="75724" y="19051"/>
                    <a:pt x="75283" y="17467"/>
                  </a:cubicBezTo>
                  <a:cubicBezTo>
                    <a:pt x="73688" y="11669"/>
                    <a:pt x="70307" y="7133"/>
                    <a:pt x="65282" y="3835"/>
                  </a:cubicBezTo>
                  <a:cubicBezTo>
                    <a:pt x="61925" y="1632"/>
                    <a:pt x="58234" y="406"/>
                    <a:pt x="54221" y="108"/>
                  </a:cubicBezTo>
                  <a:cubicBezTo>
                    <a:pt x="54102" y="96"/>
                    <a:pt x="53983" y="37"/>
                    <a:pt x="5387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257725" lIns="257725" spcFirstLastPara="1" rIns="257725" wrap="square" tIns="257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0" name="Google Shape;1150;p49"/>
            <p:cNvSpPr/>
            <p:nvPr/>
          </p:nvSpPr>
          <p:spPr>
            <a:xfrm>
              <a:off x="8123555" y="-4633883"/>
              <a:ext cx="306232" cy="304530"/>
            </a:xfrm>
            <a:custGeom>
              <a:rect b="b" l="l" r="r" t="t"/>
              <a:pathLst>
                <a:path extrusionOk="0" h="38090" w="38303">
                  <a:moveTo>
                    <a:pt x="19138" y="7145"/>
                  </a:moveTo>
                  <a:cubicBezTo>
                    <a:pt x="19152" y="7145"/>
                    <a:pt x="19167" y="7145"/>
                    <a:pt x="19181" y="7145"/>
                  </a:cubicBezTo>
                  <a:cubicBezTo>
                    <a:pt x="25718" y="7156"/>
                    <a:pt x="31052" y="12502"/>
                    <a:pt x="31052" y="19039"/>
                  </a:cubicBezTo>
                  <a:cubicBezTo>
                    <a:pt x="31063" y="25573"/>
                    <a:pt x="25694" y="30945"/>
                    <a:pt x="19165" y="30945"/>
                  </a:cubicBezTo>
                  <a:cubicBezTo>
                    <a:pt x="19150" y="30945"/>
                    <a:pt x="19136" y="30945"/>
                    <a:pt x="19121" y="30945"/>
                  </a:cubicBezTo>
                  <a:cubicBezTo>
                    <a:pt x="12597" y="30921"/>
                    <a:pt x="7251" y="25575"/>
                    <a:pt x="7251" y="19051"/>
                  </a:cubicBezTo>
                  <a:cubicBezTo>
                    <a:pt x="7239" y="12505"/>
                    <a:pt x="12609" y="7145"/>
                    <a:pt x="19138" y="7145"/>
                  </a:cubicBezTo>
                  <a:close/>
                  <a:moveTo>
                    <a:pt x="19228" y="0"/>
                  </a:moveTo>
                  <a:cubicBezTo>
                    <a:pt x="19185" y="0"/>
                    <a:pt x="19141" y="1"/>
                    <a:pt x="19098" y="1"/>
                  </a:cubicBezTo>
                  <a:cubicBezTo>
                    <a:pt x="8561" y="60"/>
                    <a:pt x="0" y="8692"/>
                    <a:pt x="107" y="19146"/>
                  </a:cubicBezTo>
                  <a:cubicBezTo>
                    <a:pt x="202" y="29623"/>
                    <a:pt x="8703" y="38089"/>
                    <a:pt x="19107" y="38089"/>
                  </a:cubicBezTo>
                  <a:cubicBezTo>
                    <a:pt x="19144" y="38089"/>
                    <a:pt x="19180" y="38089"/>
                    <a:pt x="19217" y="38089"/>
                  </a:cubicBezTo>
                  <a:cubicBezTo>
                    <a:pt x="29742" y="38029"/>
                    <a:pt x="38302" y="29397"/>
                    <a:pt x="38195" y="18944"/>
                  </a:cubicBezTo>
                  <a:cubicBezTo>
                    <a:pt x="38100" y="8474"/>
                    <a:pt x="29611" y="0"/>
                    <a:pt x="1922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257725" lIns="257725" spcFirstLastPara="1" rIns="257725" wrap="square" tIns="257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1" name="Google Shape;1151;p49"/>
            <p:cNvSpPr/>
            <p:nvPr/>
          </p:nvSpPr>
          <p:spPr>
            <a:xfrm>
              <a:off x="8420236" y="-4665679"/>
              <a:ext cx="40751" cy="40463"/>
            </a:xfrm>
            <a:custGeom>
              <a:rect b="b" l="l" r="r" t="t"/>
              <a:pathLst>
                <a:path extrusionOk="0" h="5061" w="5097">
                  <a:moveTo>
                    <a:pt x="2537" y="0"/>
                  </a:moveTo>
                  <a:cubicBezTo>
                    <a:pt x="1144" y="0"/>
                    <a:pt x="1" y="1167"/>
                    <a:pt x="13" y="2572"/>
                  </a:cubicBezTo>
                  <a:cubicBezTo>
                    <a:pt x="25" y="3953"/>
                    <a:pt x="1144" y="5060"/>
                    <a:pt x="2525" y="5060"/>
                  </a:cubicBezTo>
                  <a:cubicBezTo>
                    <a:pt x="3906" y="5060"/>
                    <a:pt x="5037" y="3965"/>
                    <a:pt x="5073" y="2584"/>
                  </a:cubicBezTo>
                  <a:cubicBezTo>
                    <a:pt x="5097" y="1203"/>
                    <a:pt x="3930" y="12"/>
                    <a:pt x="253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257725" lIns="257725" spcFirstLastPara="1" rIns="257725" wrap="square" tIns="257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52" name="Google Shape;1152;p49"/>
          <p:cNvSpPr/>
          <p:nvPr/>
        </p:nvSpPr>
        <p:spPr>
          <a:xfrm>
            <a:off x="2502745" y="3712912"/>
            <a:ext cx="491290" cy="491179"/>
          </a:xfrm>
          <a:custGeom>
            <a:rect b="b" l="l" r="r" t="t"/>
            <a:pathLst>
              <a:path extrusionOk="0" h="335849" w="335925">
                <a:moveTo>
                  <a:pt x="146" y="168021"/>
                </a:moveTo>
                <a:cubicBezTo>
                  <a:pt x="146" y="134936"/>
                  <a:pt x="146" y="101852"/>
                  <a:pt x="146" y="68621"/>
                </a:cubicBezTo>
                <a:cubicBezTo>
                  <a:pt x="293" y="36415"/>
                  <a:pt x="21663" y="9332"/>
                  <a:pt x="52987" y="1866"/>
                </a:cubicBezTo>
                <a:cubicBezTo>
                  <a:pt x="58110" y="695"/>
                  <a:pt x="63526" y="110"/>
                  <a:pt x="68942" y="110"/>
                </a:cubicBezTo>
                <a:cubicBezTo>
                  <a:pt x="135102" y="-37"/>
                  <a:pt x="201116" y="-37"/>
                  <a:pt x="267277" y="110"/>
                </a:cubicBezTo>
                <a:cubicBezTo>
                  <a:pt x="301382" y="110"/>
                  <a:pt x="329339" y="23972"/>
                  <a:pt x="335048" y="57349"/>
                </a:cubicBezTo>
                <a:cubicBezTo>
                  <a:pt x="335779" y="61448"/>
                  <a:pt x="335926" y="65547"/>
                  <a:pt x="335926" y="69646"/>
                </a:cubicBezTo>
                <a:cubicBezTo>
                  <a:pt x="335926" y="135083"/>
                  <a:pt x="335926" y="200666"/>
                  <a:pt x="335926" y="266103"/>
                </a:cubicBezTo>
                <a:cubicBezTo>
                  <a:pt x="335926" y="300651"/>
                  <a:pt x="313384" y="328026"/>
                  <a:pt x="279426" y="334614"/>
                </a:cubicBezTo>
                <a:cubicBezTo>
                  <a:pt x="275327" y="335492"/>
                  <a:pt x="270936" y="335785"/>
                  <a:pt x="266692" y="335785"/>
                </a:cubicBezTo>
                <a:cubicBezTo>
                  <a:pt x="200824" y="335785"/>
                  <a:pt x="134956" y="335931"/>
                  <a:pt x="69088" y="335785"/>
                </a:cubicBezTo>
                <a:cubicBezTo>
                  <a:pt x="34837" y="335785"/>
                  <a:pt x="7172" y="312509"/>
                  <a:pt x="1025" y="278839"/>
                </a:cubicBezTo>
                <a:cubicBezTo>
                  <a:pt x="293" y="274593"/>
                  <a:pt x="0" y="270055"/>
                  <a:pt x="0" y="265810"/>
                </a:cubicBezTo>
                <a:cubicBezTo>
                  <a:pt x="146" y="233165"/>
                  <a:pt x="146" y="200519"/>
                  <a:pt x="146" y="168021"/>
                </a:cubicBezTo>
                <a:close/>
                <a:moveTo>
                  <a:pt x="181649" y="136254"/>
                </a:moveTo>
                <a:cubicBezTo>
                  <a:pt x="180917" y="135375"/>
                  <a:pt x="180185" y="134643"/>
                  <a:pt x="179600" y="133911"/>
                </a:cubicBezTo>
                <a:cubicBezTo>
                  <a:pt x="157936" y="106975"/>
                  <a:pt x="136273" y="80039"/>
                  <a:pt x="114756" y="52957"/>
                </a:cubicBezTo>
                <a:cubicBezTo>
                  <a:pt x="113146" y="50908"/>
                  <a:pt x="111536" y="50176"/>
                  <a:pt x="108901" y="50176"/>
                </a:cubicBezTo>
                <a:cubicBezTo>
                  <a:pt x="85628" y="50322"/>
                  <a:pt x="62355" y="50176"/>
                  <a:pt x="39228" y="50176"/>
                </a:cubicBezTo>
                <a:cubicBezTo>
                  <a:pt x="38057" y="50176"/>
                  <a:pt x="37032" y="50322"/>
                  <a:pt x="35276" y="50468"/>
                </a:cubicBezTo>
                <a:cubicBezTo>
                  <a:pt x="71430" y="95557"/>
                  <a:pt x="107145" y="140060"/>
                  <a:pt x="142860" y="184709"/>
                </a:cubicBezTo>
                <a:cubicBezTo>
                  <a:pt x="115927" y="218233"/>
                  <a:pt x="89141" y="251610"/>
                  <a:pt x="61916" y="285573"/>
                </a:cubicBezTo>
                <a:cubicBezTo>
                  <a:pt x="69234" y="285573"/>
                  <a:pt x="75528" y="285426"/>
                  <a:pt x="81822" y="285573"/>
                </a:cubicBezTo>
                <a:cubicBezTo>
                  <a:pt x="84457" y="285719"/>
                  <a:pt x="86214" y="284841"/>
                  <a:pt x="87970" y="282645"/>
                </a:cubicBezTo>
                <a:cubicBezTo>
                  <a:pt x="105974" y="259954"/>
                  <a:pt x="124124" y="237410"/>
                  <a:pt x="142275" y="214866"/>
                </a:cubicBezTo>
                <a:cubicBezTo>
                  <a:pt x="146373" y="209742"/>
                  <a:pt x="150471" y="204765"/>
                  <a:pt x="154570" y="199495"/>
                </a:cubicBezTo>
                <a:cubicBezTo>
                  <a:pt x="155302" y="200227"/>
                  <a:pt x="155741" y="200666"/>
                  <a:pt x="156033" y="201105"/>
                </a:cubicBezTo>
                <a:cubicBezTo>
                  <a:pt x="177843" y="228187"/>
                  <a:pt x="199653" y="255416"/>
                  <a:pt x="221316" y="282645"/>
                </a:cubicBezTo>
                <a:cubicBezTo>
                  <a:pt x="223072" y="284841"/>
                  <a:pt x="224682" y="285573"/>
                  <a:pt x="227464" y="285573"/>
                </a:cubicBezTo>
                <a:cubicBezTo>
                  <a:pt x="250590" y="285426"/>
                  <a:pt x="273717" y="285573"/>
                  <a:pt x="296844" y="285573"/>
                </a:cubicBezTo>
                <a:cubicBezTo>
                  <a:pt x="298015" y="285573"/>
                  <a:pt x="299186" y="285426"/>
                  <a:pt x="301089" y="285426"/>
                </a:cubicBezTo>
                <a:cubicBezTo>
                  <a:pt x="264935" y="240338"/>
                  <a:pt x="229220" y="195835"/>
                  <a:pt x="193505" y="151186"/>
                </a:cubicBezTo>
                <a:cubicBezTo>
                  <a:pt x="220438" y="117516"/>
                  <a:pt x="247224" y="84285"/>
                  <a:pt x="274449" y="50322"/>
                </a:cubicBezTo>
                <a:cubicBezTo>
                  <a:pt x="266984" y="50322"/>
                  <a:pt x="260690" y="50468"/>
                  <a:pt x="254396" y="50322"/>
                </a:cubicBezTo>
                <a:cubicBezTo>
                  <a:pt x="251761" y="50176"/>
                  <a:pt x="250151" y="51054"/>
                  <a:pt x="248541" y="53103"/>
                </a:cubicBezTo>
                <a:cubicBezTo>
                  <a:pt x="235514" y="69646"/>
                  <a:pt x="222194" y="86041"/>
                  <a:pt x="209021" y="102437"/>
                </a:cubicBezTo>
                <a:cubicBezTo>
                  <a:pt x="199945" y="113563"/>
                  <a:pt x="190870" y="124835"/>
                  <a:pt x="181649" y="13625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128875" lIns="257725" spcFirstLastPara="1" rIns="257725" wrap="square" tIns="1288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74"/>
              <a:buFont typeface="Arial"/>
              <a:buNone/>
            </a:pPr>
            <a:r>
              <a:t/>
            </a:r>
            <a:endParaRPr b="0" i="0" sz="507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6" name="Shape 1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" name="Google Shape;1157;p50"/>
          <p:cNvSpPr/>
          <p:nvPr/>
        </p:nvSpPr>
        <p:spPr>
          <a:xfrm>
            <a:off x="0" y="984800"/>
            <a:ext cx="9144000" cy="4158600"/>
          </a:xfrm>
          <a:prstGeom prst="rect">
            <a:avLst/>
          </a:prstGeom>
          <a:gradFill>
            <a:gsLst>
              <a:gs pos="0">
                <a:srgbClr val="123546"/>
              </a:gs>
              <a:gs pos="100000">
                <a:srgbClr val="123546">
                  <a:alpha val="0"/>
                </a:srgbClr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58" name="Google Shape;1158;p50"/>
          <p:cNvGrpSpPr/>
          <p:nvPr/>
        </p:nvGrpSpPr>
        <p:grpSpPr>
          <a:xfrm>
            <a:off x="-7" y="5049979"/>
            <a:ext cx="9144055" cy="93320"/>
            <a:chOff x="1" y="3602363"/>
            <a:chExt cx="9144055" cy="96326"/>
          </a:xfrm>
        </p:grpSpPr>
        <p:sp>
          <p:nvSpPr>
            <p:cNvPr id="1159" name="Google Shape;1159;p50"/>
            <p:cNvSpPr/>
            <p:nvPr/>
          </p:nvSpPr>
          <p:spPr>
            <a:xfrm>
              <a:off x="7448756" y="3602363"/>
              <a:ext cx="1695300" cy="96300"/>
            </a:xfrm>
            <a:prstGeom prst="round2SameRect">
              <a:avLst>
                <a:gd fmla="val 50000" name="adj1"/>
                <a:gd fmla="val 0" name="adj2"/>
              </a:avLst>
            </a:prstGeom>
            <a:solidFill>
              <a:srgbClr val="13344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0" name="Google Shape;1160;p50"/>
            <p:cNvSpPr/>
            <p:nvPr/>
          </p:nvSpPr>
          <p:spPr>
            <a:xfrm>
              <a:off x="358045" y="3602363"/>
              <a:ext cx="8143500" cy="96300"/>
            </a:xfrm>
            <a:prstGeom prst="round2SameRect">
              <a:avLst>
                <a:gd fmla="val 50000" name="adj1"/>
                <a:gd fmla="val 0" name="adj2"/>
              </a:avLst>
            </a:prstGeom>
            <a:solidFill>
              <a:srgbClr val="8DE2D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1" name="Google Shape;1161;p50"/>
            <p:cNvSpPr/>
            <p:nvPr/>
          </p:nvSpPr>
          <p:spPr>
            <a:xfrm>
              <a:off x="1" y="3602389"/>
              <a:ext cx="7749900" cy="96300"/>
            </a:xfrm>
            <a:prstGeom prst="round2SameRect">
              <a:avLst>
                <a:gd fmla="val 50000" name="adj1"/>
                <a:gd fmla="val 0" name="adj2"/>
              </a:avLst>
            </a:prstGeom>
            <a:solidFill>
              <a:srgbClr val="FFCC0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62" name="Google Shape;1162;p50"/>
          <p:cNvSpPr txBox="1"/>
          <p:nvPr/>
        </p:nvSpPr>
        <p:spPr>
          <a:xfrm>
            <a:off x="1202400" y="2049288"/>
            <a:ext cx="6739200" cy="6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" sz="5400" u="none" cap="none" strike="noStrike">
                <a:solidFill>
                  <a:srgbClr val="FFFFFF"/>
                </a:solidFill>
                <a:latin typeface="Archivo"/>
                <a:ea typeface="Archivo"/>
                <a:cs typeface="Archivo"/>
                <a:sym typeface="Archivo"/>
              </a:rPr>
              <a:t>¡Muchas</a:t>
            </a:r>
            <a:r>
              <a:rPr b="1" i="0" lang="es" sz="5400" u="none" cap="none" strike="noStrike">
                <a:solidFill>
                  <a:srgbClr val="FFFFFF"/>
                </a:solidFill>
                <a:latin typeface="Archivo"/>
                <a:ea typeface="Archivo"/>
                <a:cs typeface="Archivo"/>
                <a:sym typeface="Archivo"/>
              </a:rPr>
              <a:t> gracias!</a:t>
            </a:r>
            <a:endParaRPr b="1" i="0" sz="2900" u="none" cap="none" strike="noStrike">
              <a:solidFill>
                <a:srgbClr val="FFFFFF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163" name="Google Shape;1163;p50"/>
          <p:cNvSpPr txBox="1"/>
          <p:nvPr/>
        </p:nvSpPr>
        <p:spPr>
          <a:xfrm>
            <a:off x="1464300" y="2744576"/>
            <a:ext cx="6215400" cy="4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1" i="0" sz="2100" u="none" cap="none" strike="noStrike">
              <a:solidFill>
                <a:srgbClr val="8DE2D6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grpSp>
        <p:nvGrpSpPr>
          <p:cNvPr id="1164" name="Google Shape;1164;p50"/>
          <p:cNvGrpSpPr/>
          <p:nvPr/>
        </p:nvGrpSpPr>
        <p:grpSpPr>
          <a:xfrm>
            <a:off x="4768499" y="3842927"/>
            <a:ext cx="797013" cy="201044"/>
            <a:chOff x="4866049" y="2172425"/>
            <a:chExt cx="3444309" cy="868816"/>
          </a:xfrm>
        </p:grpSpPr>
        <p:sp>
          <p:nvSpPr>
            <p:cNvPr id="1165" name="Google Shape;1165;p50"/>
            <p:cNvSpPr/>
            <p:nvPr/>
          </p:nvSpPr>
          <p:spPr>
            <a:xfrm>
              <a:off x="4866049" y="2172425"/>
              <a:ext cx="767027" cy="868660"/>
            </a:xfrm>
            <a:custGeom>
              <a:rect b="b" l="l" r="r" t="t"/>
              <a:pathLst>
                <a:path extrusionOk="0" h="1194034" w="1054333">
                  <a:moveTo>
                    <a:pt x="1001281" y="658439"/>
                  </a:moveTo>
                  <a:cubicBezTo>
                    <a:pt x="986024" y="615146"/>
                    <a:pt x="961412" y="579320"/>
                    <a:pt x="927012" y="550530"/>
                  </a:cubicBezTo>
                  <a:cubicBezTo>
                    <a:pt x="892900" y="521524"/>
                    <a:pt x="851591" y="497473"/>
                    <a:pt x="803589" y="478518"/>
                  </a:cubicBezTo>
                  <a:cubicBezTo>
                    <a:pt x="755587" y="459277"/>
                    <a:pt x="702116" y="444487"/>
                    <a:pt x="643391" y="433431"/>
                  </a:cubicBezTo>
                  <a:cubicBezTo>
                    <a:pt x="630437" y="431349"/>
                    <a:pt x="614604" y="428405"/>
                    <a:pt x="596037" y="424456"/>
                  </a:cubicBezTo>
                  <a:cubicBezTo>
                    <a:pt x="577398" y="420795"/>
                    <a:pt x="558758" y="415482"/>
                    <a:pt x="540479" y="408877"/>
                  </a:cubicBezTo>
                  <a:cubicBezTo>
                    <a:pt x="522775" y="402487"/>
                    <a:pt x="508238" y="394877"/>
                    <a:pt x="496795" y="386046"/>
                  </a:cubicBezTo>
                  <a:cubicBezTo>
                    <a:pt x="485856" y="377574"/>
                    <a:pt x="479379" y="363717"/>
                    <a:pt x="481034" y="350004"/>
                  </a:cubicBezTo>
                  <a:cubicBezTo>
                    <a:pt x="482690" y="336291"/>
                    <a:pt x="489094" y="324732"/>
                    <a:pt x="499818" y="316547"/>
                  </a:cubicBezTo>
                  <a:cubicBezTo>
                    <a:pt x="510541" y="308363"/>
                    <a:pt x="525006" y="302332"/>
                    <a:pt x="542926" y="298598"/>
                  </a:cubicBezTo>
                  <a:cubicBezTo>
                    <a:pt x="560845" y="294650"/>
                    <a:pt x="582219" y="292783"/>
                    <a:pt x="607624" y="292783"/>
                  </a:cubicBezTo>
                  <a:cubicBezTo>
                    <a:pt x="634827" y="292783"/>
                    <a:pt x="661959" y="296229"/>
                    <a:pt x="689162" y="303337"/>
                  </a:cubicBezTo>
                  <a:cubicBezTo>
                    <a:pt x="716077" y="310445"/>
                    <a:pt x="741770" y="321286"/>
                    <a:pt x="766454" y="336076"/>
                  </a:cubicBezTo>
                  <a:cubicBezTo>
                    <a:pt x="783150" y="346199"/>
                    <a:pt x="799127" y="358117"/>
                    <a:pt x="814384" y="371974"/>
                  </a:cubicBezTo>
                  <a:cubicBezTo>
                    <a:pt x="826834" y="383317"/>
                    <a:pt x="845833" y="383317"/>
                    <a:pt x="858643" y="372404"/>
                  </a:cubicBezTo>
                  <a:lnTo>
                    <a:pt x="1042734" y="214023"/>
                  </a:lnTo>
                  <a:cubicBezTo>
                    <a:pt x="1056192" y="202464"/>
                    <a:pt x="1058063" y="182648"/>
                    <a:pt x="1047700" y="168289"/>
                  </a:cubicBezTo>
                  <a:cubicBezTo>
                    <a:pt x="1027261" y="139858"/>
                    <a:pt x="1003152" y="114299"/>
                    <a:pt x="975733" y="91540"/>
                  </a:cubicBezTo>
                  <a:cubicBezTo>
                    <a:pt x="939750" y="62247"/>
                    <a:pt x="893835" y="39559"/>
                    <a:pt x="837773" y="23764"/>
                  </a:cubicBezTo>
                  <a:cubicBezTo>
                    <a:pt x="781711" y="7969"/>
                    <a:pt x="710464" y="0"/>
                    <a:pt x="623960" y="0"/>
                  </a:cubicBezTo>
                  <a:cubicBezTo>
                    <a:pt x="565019" y="0"/>
                    <a:pt x="506870" y="8687"/>
                    <a:pt x="449801" y="26134"/>
                  </a:cubicBezTo>
                  <a:cubicBezTo>
                    <a:pt x="392443" y="43795"/>
                    <a:pt x="340267" y="68852"/>
                    <a:pt x="293345" y="101591"/>
                  </a:cubicBezTo>
                  <a:cubicBezTo>
                    <a:pt x="246135" y="134330"/>
                    <a:pt x="207129" y="173387"/>
                    <a:pt x="176039" y="219264"/>
                  </a:cubicBezTo>
                  <a:cubicBezTo>
                    <a:pt x="144950" y="265142"/>
                    <a:pt x="126023" y="315829"/>
                    <a:pt x="119474" y="371471"/>
                  </a:cubicBezTo>
                  <a:cubicBezTo>
                    <a:pt x="113644" y="420508"/>
                    <a:pt x="116379" y="464590"/>
                    <a:pt x="127606" y="503934"/>
                  </a:cubicBezTo>
                  <a:cubicBezTo>
                    <a:pt x="138833" y="543278"/>
                    <a:pt x="159055" y="578099"/>
                    <a:pt x="188202" y="608684"/>
                  </a:cubicBezTo>
                  <a:cubicBezTo>
                    <a:pt x="217420" y="639054"/>
                    <a:pt x="255275" y="665403"/>
                    <a:pt x="301909" y="687013"/>
                  </a:cubicBezTo>
                  <a:cubicBezTo>
                    <a:pt x="348544" y="708911"/>
                    <a:pt x="403742" y="727362"/>
                    <a:pt x="467504" y="742655"/>
                  </a:cubicBezTo>
                  <a:cubicBezTo>
                    <a:pt x="480387" y="745814"/>
                    <a:pt x="494780" y="749260"/>
                    <a:pt x="511548" y="752419"/>
                  </a:cubicBezTo>
                  <a:cubicBezTo>
                    <a:pt x="528101" y="755865"/>
                    <a:pt x="545085" y="759814"/>
                    <a:pt x="562429" y="764840"/>
                  </a:cubicBezTo>
                  <a:cubicBezTo>
                    <a:pt x="579845" y="769578"/>
                    <a:pt x="595821" y="775681"/>
                    <a:pt x="610286" y="782789"/>
                  </a:cubicBezTo>
                  <a:cubicBezTo>
                    <a:pt x="624752" y="789897"/>
                    <a:pt x="635978" y="798368"/>
                    <a:pt x="644327" y="808133"/>
                  </a:cubicBezTo>
                  <a:cubicBezTo>
                    <a:pt x="652459" y="817897"/>
                    <a:pt x="655481" y="830030"/>
                    <a:pt x="653826" y="844031"/>
                  </a:cubicBezTo>
                  <a:cubicBezTo>
                    <a:pt x="652027" y="859323"/>
                    <a:pt x="646342" y="871457"/>
                    <a:pt x="636626" y="880144"/>
                  </a:cubicBezTo>
                  <a:cubicBezTo>
                    <a:pt x="626911" y="888831"/>
                    <a:pt x="613453" y="895149"/>
                    <a:pt x="596613" y="898882"/>
                  </a:cubicBezTo>
                  <a:cubicBezTo>
                    <a:pt x="579773" y="902831"/>
                    <a:pt x="560989" y="904698"/>
                    <a:pt x="540119" y="904698"/>
                  </a:cubicBezTo>
                  <a:cubicBezTo>
                    <a:pt x="487727" y="904698"/>
                    <a:pt x="433033" y="893354"/>
                    <a:pt x="376107" y="871169"/>
                  </a:cubicBezTo>
                  <a:cubicBezTo>
                    <a:pt x="327961" y="852287"/>
                    <a:pt x="283702" y="816533"/>
                    <a:pt x="243328" y="764050"/>
                  </a:cubicBezTo>
                  <a:cubicBezTo>
                    <a:pt x="231022" y="748040"/>
                    <a:pt x="207417" y="746388"/>
                    <a:pt x="193096" y="760532"/>
                  </a:cubicBezTo>
                  <a:lnTo>
                    <a:pt x="10156" y="941098"/>
                  </a:lnTo>
                  <a:cubicBezTo>
                    <a:pt x="-1862" y="953016"/>
                    <a:pt x="-3589" y="972258"/>
                    <a:pt x="6990" y="985468"/>
                  </a:cubicBezTo>
                  <a:cubicBezTo>
                    <a:pt x="36712" y="1022586"/>
                    <a:pt x="70392" y="1055469"/>
                    <a:pt x="108175" y="1084546"/>
                  </a:cubicBezTo>
                  <a:cubicBezTo>
                    <a:pt x="153802" y="1119367"/>
                    <a:pt x="208497" y="1146291"/>
                    <a:pt x="272331" y="1165532"/>
                  </a:cubicBezTo>
                  <a:cubicBezTo>
                    <a:pt x="336237" y="1184558"/>
                    <a:pt x="411514" y="1194035"/>
                    <a:pt x="497731" y="1194035"/>
                  </a:cubicBezTo>
                  <a:cubicBezTo>
                    <a:pt x="583947" y="1194035"/>
                    <a:pt x="666348" y="1179532"/>
                    <a:pt x="740618" y="1150742"/>
                  </a:cubicBezTo>
                  <a:cubicBezTo>
                    <a:pt x="815175" y="1121736"/>
                    <a:pt x="876851" y="1078946"/>
                    <a:pt x="925572" y="1022228"/>
                  </a:cubicBezTo>
                  <a:cubicBezTo>
                    <a:pt x="974294" y="965509"/>
                    <a:pt x="1003800" y="895293"/>
                    <a:pt x="1013731" y="811148"/>
                  </a:cubicBezTo>
                  <a:cubicBezTo>
                    <a:pt x="1020712" y="752347"/>
                    <a:pt x="1016394" y="701372"/>
                    <a:pt x="1001353" y="65836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6" name="Google Shape;1166;p50"/>
            <p:cNvSpPr/>
            <p:nvPr/>
          </p:nvSpPr>
          <p:spPr>
            <a:xfrm>
              <a:off x="5577875" y="2172425"/>
              <a:ext cx="767073" cy="868712"/>
            </a:xfrm>
            <a:custGeom>
              <a:rect b="b" l="l" r="r" t="t"/>
              <a:pathLst>
                <a:path extrusionOk="0" h="1194106" w="1054396">
                  <a:moveTo>
                    <a:pt x="1001353" y="658439"/>
                  </a:moveTo>
                  <a:cubicBezTo>
                    <a:pt x="986096" y="615146"/>
                    <a:pt x="961484" y="579320"/>
                    <a:pt x="927084" y="550530"/>
                  </a:cubicBezTo>
                  <a:cubicBezTo>
                    <a:pt x="892972" y="521524"/>
                    <a:pt x="851663" y="497473"/>
                    <a:pt x="803661" y="478518"/>
                  </a:cubicBezTo>
                  <a:cubicBezTo>
                    <a:pt x="755659" y="459277"/>
                    <a:pt x="702188" y="444487"/>
                    <a:pt x="643463" y="433431"/>
                  </a:cubicBezTo>
                  <a:cubicBezTo>
                    <a:pt x="630725" y="431349"/>
                    <a:pt x="614964" y="428405"/>
                    <a:pt x="596109" y="424456"/>
                  </a:cubicBezTo>
                  <a:cubicBezTo>
                    <a:pt x="577470" y="420795"/>
                    <a:pt x="559118" y="415482"/>
                    <a:pt x="540551" y="408877"/>
                  </a:cubicBezTo>
                  <a:cubicBezTo>
                    <a:pt x="522847" y="402487"/>
                    <a:pt x="508310" y="394877"/>
                    <a:pt x="496867" y="386046"/>
                  </a:cubicBezTo>
                  <a:cubicBezTo>
                    <a:pt x="485424" y="377215"/>
                    <a:pt x="479451" y="363717"/>
                    <a:pt x="481106" y="350004"/>
                  </a:cubicBezTo>
                  <a:cubicBezTo>
                    <a:pt x="482762" y="336291"/>
                    <a:pt x="489095" y="324732"/>
                    <a:pt x="499890" y="316547"/>
                  </a:cubicBezTo>
                  <a:cubicBezTo>
                    <a:pt x="510613" y="308363"/>
                    <a:pt x="525078" y="302332"/>
                    <a:pt x="542998" y="298598"/>
                  </a:cubicBezTo>
                  <a:cubicBezTo>
                    <a:pt x="560917" y="294650"/>
                    <a:pt x="582579" y="292783"/>
                    <a:pt x="607696" y="292783"/>
                  </a:cubicBezTo>
                  <a:cubicBezTo>
                    <a:pt x="634971" y="292783"/>
                    <a:pt x="662031" y="296229"/>
                    <a:pt x="689234" y="303337"/>
                  </a:cubicBezTo>
                  <a:cubicBezTo>
                    <a:pt x="716149" y="310445"/>
                    <a:pt x="742130" y="321286"/>
                    <a:pt x="766526" y="336076"/>
                  </a:cubicBezTo>
                  <a:cubicBezTo>
                    <a:pt x="783222" y="346199"/>
                    <a:pt x="799199" y="358117"/>
                    <a:pt x="814456" y="371974"/>
                  </a:cubicBezTo>
                  <a:cubicBezTo>
                    <a:pt x="826906" y="383317"/>
                    <a:pt x="845905" y="383317"/>
                    <a:pt x="858715" y="372404"/>
                  </a:cubicBezTo>
                  <a:lnTo>
                    <a:pt x="1042806" y="213951"/>
                  </a:lnTo>
                  <a:cubicBezTo>
                    <a:pt x="1056192" y="202392"/>
                    <a:pt x="1058135" y="182648"/>
                    <a:pt x="1047844" y="168289"/>
                  </a:cubicBezTo>
                  <a:cubicBezTo>
                    <a:pt x="1027477" y="139786"/>
                    <a:pt x="1003440" y="114299"/>
                    <a:pt x="975805" y="91540"/>
                  </a:cubicBezTo>
                  <a:cubicBezTo>
                    <a:pt x="939894" y="62247"/>
                    <a:pt x="893907" y="39559"/>
                    <a:pt x="837845" y="23764"/>
                  </a:cubicBezTo>
                  <a:cubicBezTo>
                    <a:pt x="781783" y="7969"/>
                    <a:pt x="710536" y="0"/>
                    <a:pt x="624320" y="0"/>
                  </a:cubicBezTo>
                  <a:cubicBezTo>
                    <a:pt x="565091" y="0"/>
                    <a:pt x="506942" y="8687"/>
                    <a:pt x="449873" y="26134"/>
                  </a:cubicBezTo>
                  <a:cubicBezTo>
                    <a:pt x="392515" y="43795"/>
                    <a:pt x="340339" y="68852"/>
                    <a:pt x="293417" y="101591"/>
                  </a:cubicBezTo>
                  <a:cubicBezTo>
                    <a:pt x="246207" y="134330"/>
                    <a:pt x="207201" y="173387"/>
                    <a:pt x="176111" y="219264"/>
                  </a:cubicBezTo>
                  <a:cubicBezTo>
                    <a:pt x="145022" y="265142"/>
                    <a:pt x="126095" y="315829"/>
                    <a:pt x="119546" y="371471"/>
                  </a:cubicBezTo>
                  <a:cubicBezTo>
                    <a:pt x="113716" y="420508"/>
                    <a:pt x="116451" y="464590"/>
                    <a:pt x="127678" y="503934"/>
                  </a:cubicBezTo>
                  <a:cubicBezTo>
                    <a:pt x="138905" y="543278"/>
                    <a:pt x="159127" y="578099"/>
                    <a:pt x="188274" y="608684"/>
                  </a:cubicBezTo>
                  <a:cubicBezTo>
                    <a:pt x="217492" y="639054"/>
                    <a:pt x="255347" y="665403"/>
                    <a:pt x="301981" y="687013"/>
                  </a:cubicBezTo>
                  <a:cubicBezTo>
                    <a:pt x="348616" y="708911"/>
                    <a:pt x="403814" y="727362"/>
                    <a:pt x="467576" y="742655"/>
                  </a:cubicBezTo>
                  <a:cubicBezTo>
                    <a:pt x="480459" y="745814"/>
                    <a:pt x="495068" y="749260"/>
                    <a:pt x="511620" y="752419"/>
                  </a:cubicBezTo>
                  <a:cubicBezTo>
                    <a:pt x="528173" y="755865"/>
                    <a:pt x="545157" y="759814"/>
                    <a:pt x="562501" y="764840"/>
                  </a:cubicBezTo>
                  <a:cubicBezTo>
                    <a:pt x="579917" y="769578"/>
                    <a:pt x="595893" y="775681"/>
                    <a:pt x="610359" y="782789"/>
                  </a:cubicBezTo>
                  <a:cubicBezTo>
                    <a:pt x="624824" y="789897"/>
                    <a:pt x="636266" y="798368"/>
                    <a:pt x="644399" y="808133"/>
                  </a:cubicBezTo>
                  <a:cubicBezTo>
                    <a:pt x="652531" y="817897"/>
                    <a:pt x="655554" y="830030"/>
                    <a:pt x="653898" y="844031"/>
                  </a:cubicBezTo>
                  <a:cubicBezTo>
                    <a:pt x="652099" y="859323"/>
                    <a:pt x="646414" y="871457"/>
                    <a:pt x="636698" y="880144"/>
                  </a:cubicBezTo>
                  <a:cubicBezTo>
                    <a:pt x="626911" y="888831"/>
                    <a:pt x="613525" y="895149"/>
                    <a:pt x="596685" y="898882"/>
                  </a:cubicBezTo>
                  <a:cubicBezTo>
                    <a:pt x="579845" y="902831"/>
                    <a:pt x="561061" y="904698"/>
                    <a:pt x="540191" y="904698"/>
                  </a:cubicBezTo>
                  <a:cubicBezTo>
                    <a:pt x="487799" y="904698"/>
                    <a:pt x="433105" y="893354"/>
                    <a:pt x="376179" y="871169"/>
                  </a:cubicBezTo>
                  <a:cubicBezTo>
                    <a:pt x="328249" y="852287"/>
                    <a:pt x="283990" y="816461"/>
                    <a:pt x="243400" y="763978"/>
                  </a:cubicBezTo>
                  <a:cubicBezTo>
                    <a:pt x="231094" y="748040"/>
                    <a:pt x="207561" y="746388"/>
                    <a:pt x="193168" y="760532"/>
                  </a:cubicBezTo>
                  <a:lnTo>
                    <a:pt x="10156" y="941170"/>
                  </a:lnTo>
                  <a:cubicBezTo>
                    <a:pt x="-1862" y="953088"/>
                    <a:pt x="-3589" y="972329"/>
                    <a:pt x="6990" y="985540"/>
                  </a:cubicBezTo>
                  <a:cubicBezTo>
                    <a:pt x="36712" y="1022658"/>
                    <a:pt x="70393" y="1055541"/>
                    <a:pt x="108175" y="1084618"/>
                  </a:cubicBezTo>
                  <a:cubicBezTo>
                    <a:pt x="153802" y="1119439"/>
                    <a:pt x="208496" y="1146362"/>
                    <a:pt x="272331" y="1165604"/>
                  </a:cubicBezTo>
                  <a:cubicBezTo>
                    <a:pt x="336237" y="1184630"/>
                    <a:pt x="411515" y="1194107"/>
                    <a:pt x="497731" y="1194107"/>
                  </a:cubicBezTo>
                  <a:cubicBezTo>
                    <a:pt x="583947" y="1194107"/>
                    <a:pt x="666349" y="1179604"/>
                    <a:pt x="740618" y="1150814"/>
                  </a:cubicBezTo>
                  <a:cubicBezTo>
                    <a:pt x="815176" y="1121808"/>
                    <a:pt x="876851" y="1079018"/>
                    <a:pt x="925572" y="1022299"/>
                  </a:cubicBezTo>
                  <a:cubicBezTo>
                    <a:pt x="974294" y="965581"/>
                    <a:pt x="1003800" y="895364"/>
                    <a:pt x="1013732" y="811220"/>
                  </a:cubicBezTo>
                  <a:cubicBezTo>
                    <a:pt x="1020712" y="752419"/>
                    <a:pt x="1016610" y="701444"/>
                    <a:pt x="1001353" y="65843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7" name="Google Shape;1167;p50"/>
            <p:cNvSpPr/>
            <p:nvPr/>
          </p:nvSpPr>
          <p:spPr>
            <a:xfrm>
              <a:off x="6346942" y="2172529"/>
              <a:ext cx="810806" cy="868712"/>
            </a:xfrm>
            <a:custGeom>
              <a:rect b="b" l="l" r="r" t="t"/>
              <a:pathLst>
                <a:path extrusionOk="0" h="1194106" w="1114510">
                  <a:moveTo>
                    <a:pt x="817712" y="823497"/>
                  </a:moveTo>
                  <a:cubicBezTo>
                    <a:pt x="791804" y="839292"/>
                    <a:pt x="763593" y="852000"/>
                    <a:pt x="732791" y="862051"/>
                  </a:cubicBezTo>
                  <a:cubicBezTo>
                    <a:pt x="702278" y="871816"/>
                    <a:pt x="670540" y="876554"/>
                    <a:pt x="637723" y="876554"/>
                  </a:cubicBezTo>
                  <a:cubicBezTo>
                    <a:pt x="591737" y="876554"/>
                    <a:pt x="550932" y="870236"/>
                    <a:pt x="515452" y="857026"/>
                  </a:cubicBezTo>
                  <a:cubicBezTo>
                    <a:pt x="479757" y="843815"/>
                    <a:pt x="450178" y="825364"/>
                    <a:pt x="426789" y="801384"/>
                  </a:cubicBezTo>
                  <a:cubicBezTo>
                    <a:pt x="403472" y="777404"/>
                    <a:pt x="386488" y="748614"/>
                    <a:pt x="376197" y="714870"/>
                  </a:cubicBezTo>
                  <a:cubicBezTo>
                    <a:pt x="366193" y="681126"/>
                    <a:pt x="363458" y="643362"/>
                    <a:pt x="368352" y="601935"/>
                  </a:cubicBezTo>
                  <a:cubicBezTo>
                    <a:pt x="373750" y="556058"/>
                    <a:pt x="385696" y="515637"/>
                    <a:pt x="403832" y="480816"/>
                  </a:cubicBezTo>
                  <a:cubicBezTo>
                    <a:pt x="422255" y="445995"/>
                    <a:pt x="445285" y="416415"/>
                    <a:pt x="472704" y="392435"/>
                  </a:cubicBezTo>
                  <a:cubicBezTo>
                    <a:pt x="500123" y="368456"/>
                    <a:pt x="531141" y="350220"/>
                    <a:pt x="565901" y="337583"/>
                  </a:cubicBezTo>
                  <a:cubicBezTo>
                    <a:pt x="600661" y="325163"/>
                    <a:pt x="636572" y="318845"/>
                    <a:pt x="673923" y="318845"/>
                  </a:cubicBezTo>
                  <a:cubicBezTo>
                    <a:pt x="711274" y="318845"/>
                    <a:pt x="741356" y="323583"/>
                    <a:pt x="768271" y="332845"/>
                  </a:cubicBezTo>
                  <a:cubicBezTo>
                    <a:pt x="794971" y="342107"/>
                    <a:pt x="818072" y="354456"/>
                    <a:pt x="837719" y="369533"/>
                  </a:cubicBezTo>
                  <a:cubicBezTo>
                    <a:pt x="847362" y="377215"/>
                    <a:pt x="856358" y="385256"/>
                    <a:pt x="864562" y="393728"/>
                  </a:cubicBezTo>
                  <a:cubicBezTo>
                    <a:pt x="877804" y="407441"/>
                    <a:pt x="900186" y="406651"/>
                    <a:pt x="913500" y="392938"/>
                  </a:cubicBezTo>
                  <a:lnTo>
                    <a:pt x="1105075" y="196074"/>
                  </a:lnTo>
                  <a:cubicBezTo>
                    <a:pt x="1118101" y="182720"/>
                    <a:pt x="1117453" y="161612"/>
                    <a:pt x="1104283" y="148402"/>
                  </a:cubicBezTo>
                  <a:cubicBezTo>
                    <a:pt x="1076432" y="120258"/>
                    <a:pt x="1045487" y="96063"/>
                    <a:pt x="1011806" y="75960"/>
                  </a:cubicBezTo>
                  <a:cubicBezTo>
                    <a:pt x="968266" y="50401"/>
                    <a:pt x="921344" y="31375"/>
                    <a:pt x="870968" y="18739"/>
                  </a:cubicBezTo>
                  <a:cubicBezTo>
                    <a:pt x="820303" y="6318"/>
                    <a:pt x="768487" y="0"/>
                    <a:pt x="715016" y="0"/>
                  </a:cubicBezTo>
                  <a:cubicBezTo>
                    <a:pt x="620883" y="0"/>
                    <a:pt x="532940" y="14790"/>
                    <a:pt x="451402" y="44298"/>
                  </a:cubicBezTo>
                  <a:cubicBezTo>
                    <a:pt x="369648" y="73591"/>
                    <a:pt x="297393" y="114730"/>
                    <a:pt x="234206" y="167787"/>
                  </a:cubicBezTo>
                  <a:cubicBezTo>
                    <a:pt x="171092" y="220557"/>
                    <a:pt x="119779" y="283593"/>
                    <a:pt x="79910" y="356681"/>
                  </a:cubicBezTo>
                  <a:cubicBezTo>
                    <a:pt x="40040" y="429769"/>
                    <a:pt x="15284" y="509965"/>
                    <a:pt x="4993" y="597053"/>
                  </a:cubicBezTo>
                  <a:cubicBezTo>
                    <a:pt x="-5299" y="684357"/>
                    <a:pt x="243" y="764553"/>
                    <a:pt x="22337" y="837641"/>
                  </a:cubicBezTo>
                  <a:cubicBezTo>
                    <a:pt x="44358" y="910729"/>
                    <a:pt x="80342" y="973550"/>
                    <a:pt x="130430" y="1026535"/>
                  </a:cubicBezTo>
                  <a:cubicBezTo>
                    <a:pt x="180519" y="1079305"/>
                    <a:pt x="242338" y="1120444"/>
                    <a:pt x="315745" y="1150024"/>
                  </a:cubicBezTo>
                  <a:cubicBezTo>
                    <a:pt x="389510" y="1179317"/>
                    <a:pt x="472128" y="1194107"/>
                    <a:pt x="563886" y="1194107"/>
                  </a:cubicBezTo>
                  <a:cubicBezTo>
                    <a:pt x="621819" y="1194107"/>
                    <a:pt x="679968" y="1187214"/>
                    <a:pt x="738477" y="1173788"/>
                  </a:cubicBezTo>
                  <a:cubicBezTo>
                    <a:pt x="796986" y="1160075"/>
                    <a:pt x="851249" y="1141337"/>
                    <a:pt x="900906" y="1117357"/>
                  </a:cubicBezTo>
                  <a:cubicBezTo>
                    <a:pt x="940559" y="1098331"/>
                    <a:pt x="974528" y="1077223"/>
                    <a:pt x="1002883" y="1054033"/>
                  </a:cubicBezTo>
                  <a:cubicBezTo>
                    <a:pt x="1015333" y="1043838"/>
                    <a:pt x="1019075" y="1026535"/>
                    <a:pt x="1011734" y="1012248"/>
                  </a:cubicBezTo>
                  <a:lnTo>
                    <a:pt x="906159" y="808563"/>
                  </a:lnTo>
                  <a:cubicBezTo>
                    <a:pt x="896300" y="789538"/>
                    <a:pt x="871759" y="784943"/>
                    <a:pt x="854775" y="798081"/>
                  </a:cubicBezTo>
                  <a:cubicBezTo>
                    <a:pt x="843189" y="807128"/>
                    <a:pt x="830810" y="815671"/>
                    <a:pt x="817640" y="82371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8" name="Google Shape;1168;p50"/>
            <p:cNvSpPr/>
            <p:nvPr/>
          </p:nvSpPr>
          <p:spPr>
            <a:xfrm>
              <a:off x="7116758" y="2196150"/>
              <a:ext cx="847001" cy="833038"/>
            </a:xfrm>
            <a:custGeom>
              <a:rect b="b" l="l" r="r" t="t"/>
              <a:pathLst>
                <a:path extrusionOk="0" h="1145070" w="1164263">
                  <a:moveTo>
                    <a:pt x="1143284" y="341963"/>
                  </a:moveTo>
                  <a:cubicBezTo>
                    <a:pt x="1122702" y="272034"/>
                    <a:pt x="1088590" y="211869"/>
                    <a:pt x="1040876" y="161253"/>
                  </a:cubicBezTo>
                  <a:cubicBezTo>
                    <a:pt x="993162" y="110565"/>
                    <a:pt x="935157" y="71006"/>
                    <a:pt x="866357" y="42503"/>
                  </a:cubicBezTo>
                  <a:cubicBezTo>
                    <a:pt x="797485" y="14287"/>
                    <a:pt x="719832" y="0"/>
                    <a:pt x="633616" y="0"/>
                  </a:cubicBezTo>
                  <a:lnTo>
                    <a:pt x="176844" y="0"/>
                  </a:lnTo>
                  <a:cubicBezTo>
                    <a:pt x="149281" y="0"/>
                    <a:pt x="126107" y="20605"/>
                    <a:pt x="122869" y="47888"/>
                  </a:cubicBezTo>
                  <a:lnTo>
                    <a:pt x="382" y="1084475"/>
                  </a:lnTo>
                  <a:cubicBezTo>
                    <a:pt x="-3433" y="1116711"/>
                    <a:pt x="21828" y="1145070"/>
                    <a:pt x="54357" y="1145070"/>
                  </a:cubicBezTo>
                  <a:lnTo>
                    <a:pt x="498319" y="1145070"/>
                  </a:lnTo>
                  <a:cubicBezTo>
                    <a:pt x="584535" y="1145070"/>
                    <a:pt x="665498" y="1131070"/>
                    <a:pt x="741063" y="1102567"/>
                  </a:cubicBezTo>
                  <a:cubicBezTo>
                    <a:pt x="816628" y="1074064"/>
                    <a:pt x="883917" y="1034792"/>
                    <a:pt x="943649" y="983817"/>
                  </a:cubicBezTo>
                  <a:cubicBezTo>
                    <a:pt x="1003309" y="933129"/>
                    <a:pt x="1051743" y="872749"/>
                    <a:pt x="1088878" y="802317"/>
                  </a:cubicBezTo>
                  <a:cubicBezTo>
                    <a:pt x="1126228" y="732173"/>
                    <a:pt x="1149617" y="655351"/>
                    <a:pt x="1159405" y="572499"/>
                  </a:cubicBezTo>
                  <a:cubicBezTo>
                    <a:pt x="1169336" y="488570"/>
                    <a:pt x="1164083" y="411820"/>
                    <a:pt x="1143284" y="341891"/>
                  </a:cubicBezTo>
                  <a:close/>
                  <a:moveTo>
                    <a:pt x="771289" y="681270"/>
                  </a:moveTo>
                  <a:cubicBezTo>
                    <a:pt x="755168" y="714798"/>
                    <a:pt x="734874" y="743301"/>
                    <a:pt x="710117" y="767281"/>
                  </a:cubicBezTo>
                  <a:cubicBezTo>
                    <a:pt x="685577" y="791261"/>
                    <a:pt x="657725" y="809999"/>
                    <a:pt x="626492" y="823712"/>
                  </a:cubicBezTo>
                  <a:cubicBezTo>
                    <a:pt x="595258" y="837425"/>
                    <a:pt x="561650" y="844031"/>
                    <a:pt x="525738" y="844031"/>
                  </a:cubicBezTo>
                  <a:lnTo>
                    <a:pt x="422394" y="844031"/>
                  </a:lnTo>
                  <a:cubicBezTo>
                    <a:pt x="401524" y="844031"/>
                    <a:pt x="385331" y="825866"/>
                    <a:pt x="387778" y="805189"/>
                  </a:cubicBezTo>
                  <a:lnTo>
                    <a:pt x="443696" y="331768"/>
                  </a:lnTo>
                  <a:cubicBezTo>
                    <a:pt x="445784" y="314250"/>
                    <a:pt x="460609" y="301040"/>
                    <a:pt x="478312" y="301040"/>
                  </a:cubicBezTo>
                  <a:lnTo>
                    <a:pt x="589861" y="301040"/>
                  </a:lnTo>
                  <a:cubicBezTo>
                    <a:pt x="625844" y="301040"/>
                    <a:pt x="657797" y="307932"/>
                    <a:pt x="685864" y="321358"/>
                  </a:cubicBezTo>
                  <a:cubicBezTo>
                    <a:pt x="713859" y="335071"/>
                    <a:pt x="737249" y="354097"/>
                    <a:pt x="756176" y="377789"/>
                  </a:cubicBezTo>
                  <a:cubicBezTo>
                    <a:pt x="775319" y="401769"/>
                    <a:pt x="788849" y="430559"/>
                    <a:pt x="797053" y="463800"/>
                  </a:cubicBezTo>
                  <a:cubicBezTo>
                    <a:pt x="805041" y="497042"/>
                    <a:pt x="806840" y="533155"/>
                    <a:pt x="802162" y="572499"/>
                  </a:cubicBezTo>
                  <a:cubicBezTo>
                    <a:pt x="797485" y="611843"/>
                    <a:pt x="787193" y="647956"/>
                    <a:pt x="771361" y="68119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9" name="Google Shape;1169;p50"/>
            <p:cNvSpPr/>
            <p:nvPr/>
          </p:nvSpPr>
          <p:spPr>
            <a:xfrm>
              <a:off x="7964203" y="2196202"/>
              <a:ext cx="346155" cy="833038"/>
            </a:xfrm>
            <a:custGeom>
              <a:rect b="b" l="l" r="r" t="t"/>
              <a:pathLst>
                <a:path extrusionOk="0" h="1145070" w="475815">
                  <a:moveTo>
                    <a:pt x="122869" y="47888"/>
                  </a:moveTo>
                  <a:lnTo>
                    <a:pt x="382" y="1084475"/>
                  </a:lnTo>
                  <a:cubicBezTo>
                    <a:pt x="-3432" y="1116711"/>
                    <a:pt x="21828" y="1145070"/>
                    <a:pt x="54357" y="1145070"/>
                  </a:cubicBezTo>
                  <a:lnTo>
                    <a:pt x="298972" y="1145070"/>
                  </a:lnTo>
                  <a:cubicBezTo>
                    <a:pt x="326535" y="1145070"/>
                    <a:pt x="349708" y="1124465"/>
                    <a:pt x="352947" y="1097182"/>
                  </a:cubicBezTo>
                  <a:lnTo>
                    <a:pt x="475434" y="60596"/>
                  </a:lnTo>
                  <a:cubicBezTo>
                    <a:pt x="479248" y="28359"/>
                    <a:pt x="453988" y="0"/>
                    <a:pt x="421459" y="0"/>
                  </a:cubicBezTo>
                  <a:lnTo>
                    <a:pt x="176844" y="0"/>
                  </a:lnTo>
                  <a:cubicBezTo>
                    <a:pt x="149281" y="0"/>
                    <a:pt x="126108" y="20605"/>
                    <a:pt x="122869" y="4788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170" name="Google Shape;1170;p50" title="logobuenosaires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78488" y="3808038"/>
            <a:ext cx="830781" cy="270974"/>
          </a:xfrm>
          <a:prstGeom prst="rect">
            <a:avLst/>
          </a:prstGeom>
          <a:noFill/>
          <a:ln>
            <a:noFill/>
          </a:ln>
        </p:spPr>
      </p:pic>
      <p:sp>
        <p:nvSpPr>
          <p:cNvPr id="1171" name="Google Shape;1171;p50"/>
          <p:cNvSpPr/>
          <p:nvPr/>
        </p:nvSpPr>
        <p:spPr>
          <a:xfrm>
            <a:off x="4254771" y="1064488"/>
            <a:ext cx="634500" cy="634500"/>
          </a:xfrm>
          <a:prstGeom prst="roundRect">
            <a:avLst>
              <a:gd fmla="val 16667" name="adj"/>
            </a:avLst>
          </a:prstGeom>
          <a:solidFill>
            <a:srgbClr val="8DE2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2" name="Google Shape;1172;p50"/>
          <p:cNvSpPr/>
          <p:nvPr/>
        </p:nvSpPr>
        <p:spPr>
          <a:xfrm>
            <a:off x="4419288" y="1186949"/>
            <a:ext cx="305481" cy="389613"/>
          </a:xfrm>
          <a:custGeom>
            <a:rect b="b" l="l" r="r" t="t"/>
            <a:pathLst>
              <a:path extrusionOk="0" h="11471" w="8994">
                <a:moveTo>
                  <a:pt x="6603" y="3855"/>
                </a:moveTo>
                <a:cubicBezTo>
                  <a:pt x="6924" y="3855"/>
                  <a:pt x="7147" y="4060"/>
                  <a:pt x="7147" y="4345"/>
                </a:cubicBezTo>
                <a:cubicBezTo>
                  <a:pt x="7156" y="4631"/>
                  <a:pt x="6924" y="4845"/>
                  <a:pt x="6594" y="4845"/>
                </a:cubicBezTo>
                <a:lnTo>
                  <a:pt x="4479" y="4845"/>
                </a:lnTo>
                <a:cubicBezTo>
                  <a:pt x="3766" y="4845"/>
                  <a:pt x="3052" y="4845"/>
                  <a:pt x="2347" y="4836"/>
                </a:cubicBezTo>
                <a:cubicBezTo>
                  <a:pt x="2089" y="4836"/>
                  <a:pt x="1883" y="4658"/>
                  <a:pt x="1848" y="4408"/>
                </a:cubicBezTo>
                <a:cubicBezTo>
                  <a:pt x="1821" y="4167"/>
                  <a:pt x="1981" y="3935"/>
                  <a:pt x="2222" y="3872"/>
                </a:cubicBezTo>
                <a:cubicBezTo>
                  <a:pt x="2276" y="3864"/>
                  <a:pt x="2338" y="3855"/>
                  <a:pt x="2392" y="3855"/>
                </a:cubicBezTo>
                <a:close/>
                <a:moveTo>
                  <a:pt x="4497" y="6167"/>
                </a:moveTo>
                <a:cubicBezTo>
                  <a:pt x="5218" y="6167"/>
                  <a:pt x="5938" y="6170"/>
                  <a:pt x="6656" y="6174"/>
                </a:cubicBezTo>
                <a:cubicBezTo>
                  <a:pt x="6933" y="6174"/>
                  <a:pt x="7156" y="6397"/>
                  <a:pt x="7147" y="6674"/>
                </a:cubicBezTo>
                <a:cubicBezTo>
                  <a:pt x="7147" y="6941"/>
                  <a:pt x="6942" y="7146"/>
                  <a:pt x="6656" y="7146"/>
                </a:cubicBezTo>
                <a:cubicBezTo>
                  <a:pt x="5942" y="7155"/>
                  <a:pt x="5220" y="7155"/>
                  <a:pt x="4497" y="7155"/>
                </a:cubicBezTo>
                <a:lnTo>
                  <a:pt x="2356" y="7155"/>
                </a:lnTo>
                <a:cubicBezTo>
                  <a:pt x="1990" y="7146"/>
                  <a:pt x="1767" y="6825"/>
                  <a:pt x="1874" y="6504"/>
                </a:cubicBezTo>
                <a:cubicBezTo>
                  <a:pt x="1946" y="6308"/>
                  <a:pt x="2124" y="6174"/>
                  <a:pt x="2338" y="6174"/>
                </a:cubicBezTo>
                <a:cubicBezTo>
                  <a:pt x="3056" y="6170"/>
                  <a:pt x="3777" y="6167"/>
                  <a:pt x="4497" y="6167"/>
                </a:cubicBezTo>
                <a:close/>
                <a:moveTo>
                  <a:pt x="6576" y="8485"/>
                </a:moveTo>
                <a:cubicBezTo>
                  <a:pt x="6879" y="8485"/>
                  <a:pt x="7058" y="8610"/>
                  <a:pt x="7129" y="8859"/>
                </a:cubicBezTo>
                <a:cubicBezTo>
                  <a:pt x="7200" y="9118"/>
                  <a:pt x="7040" y="9395"/>
                  <a:pt x="6772" y="9457"/>
                </a:cubicBezTo>
                <a:cubicBezTo>
                  <a:pt x="6701" y="9466"/>
                  <a:pt x="6629" y="9475"/>
                  <a:pt x="6558" y="9475"/>
                </a:cubicBezTo>
                <a:lnTo>
                  <a:pt x="2383" y="9475"/>
                </a:lnTo>
                <a:cubicBezTo>
                  <a:pt x="2008" y="9475"/>
                  <a:pt x="1767" y="9163"/>
                  <a:pt x="1874" y="8833"/>
                </a:cubicBezTo>
                <a:cubicBezTo>
                  <a:pt x="1937" y="8645"/>
                  <a:pt x="2071" y="8529"/>
                  <a:pt x="2267" y="8494"/>
                </a:cubicBezTo>
                <a:cubicBezTo>
                  <a:pt x="2320" y="8494"/>
                  <a:pt x="2365" y="8485"/>
                  <a:pt x="2410" y="8485"/>
                </a:cubicBezTo>
                <a:close/>
                <a:moveTo>
                  <a:pt x="5479" y="1"/>
                </a:moveTo>
                <a:cubicBezTo>
                  <a:pt x="4832" y="5"/>
                  <a:pt x="4187" y="5"/>
                  <a:pt x="3544" y="5"/>
                </a:cubicBezTo>
                <a:cubicBezTo>
                  <a:pt x="2900" y="5"/>
                  <a:pt x="2258" y="5"/>
                  <a:pt x="1616" y="10"/>
                </a:cubicBezTo>
                <a:cubicBezTo>
                  <a:pt x="1473" y="10"/>
                  <a:pt x="1330" y="19"/>
                  <a:pt x="1196" y="45"/>
                </a:cubicBezTo>
                <a:cubicBezTo>
                  <a:pt x="474" y="197"/>
                  <a:pt x="1" y="795"/>
                  <a:pt x="1" y="1553"/>
                </a:cubicBezTo>
                <a:cubicBezTo>
                  <a:pt x="1" y="2945"/>
                  <a:pt x="1" y="4336"/>
                  <a:pt x="1" y="5728"/>
                </a:cubicBezTo>
                <a:cubicBezTo>
                  <a:pt x="1" y="7111"/>
                  <a:pt x="1" y="8502"/>
                  <a:pt x="1" y="9885"/>
                </a:cubicBezTo>
                <a:cubicBezTo>
                  <a:pt x="1" y="10804"/>
                  <a:pt x="625" y="11455"/>
                  <a:pt x="1544" y="11464"/>
                </a:cubicBezTo>
                <a:cubicBezTo>
                  <a:pt x="2530" y="11469"/>
                  <a:pt x="3514" y="11471"/>
                  <a:pt x="4496" y="11471"/>
                </a:cubicBezTo>
                <a:cubicBezTo>
                  <a:pt x="5479" y="11471"/>
                  <a:pt x="6460" y="11469"/>
                  <a:pt x="7441" y="11464"/>
                </a:cubicBezTo>
                <a:cubicBezTo>
                  <a:pt x="8360" y="11455"/>
                  <a:pt x="8993" y="10804"/>
                  <a:pt x="8993" y="9885"/>
                </a:cubicBezTo>
                <a:cubicBezTo>
                  <a:pt x="8993" y="7726"/>
                  <a:pt x="8993" y="5576"/>
                  <a:pt x="8993" y="3417"/>
                </a:cubicBezTo>
                <a:cubicBezTo>
                  <a:pt x="8993" y="2936"/>
                  <a:pt x="8833" y="2534"/>
                  <a:pt x="8485" y="2204"/>
                </a:cubicBezTo>
                <a:cubicBezTo>
                  <a:pt x="7887" y="1642"/>
                  <a:pt x="7289" y="1080"/>
                  <a:pt x="6710" y="500"/>
                </a:cubicBezTo>
                <a:cubicBezTo>
                  <a:pt x="6362" y="161"/>
                  <a:pt x="5960" y="1"/>
                  <a:pt x="5479" y="1"/>
                </a:cubicBezTo>
                <a:close/>
              </a:path>
            </a:pathLst>
          </a:custGeom>
          <a:solidFill>
            <a:srgbClr val="11374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