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Archivo Light"/>
      <p:regular r:id="rId36"/>
      <p:bold r:id="rId37"/>
      <p:italic r:id="rId38"/>
      <p:boldItalic r:id="rId39"/>
    </p:embeddedFont>
    <p:embeddedFont>
      <p:font typeface="Archivo ExtraBold"/>
      <p:bold r:id="rId40"/>
      <p:boldItalic r:id="rId41"/>
    </p:embeddedFont>
    <p:embeddedFont>
      <p:font typeface="Barlow Condensed"/>
      <p:regular r:id="rId42"/>
      <p:bold r:id="rId43"/>
      <p:italic r:id="rId44"/>
      <p:boldItalic r:id="rId45"/>
    </p:embeddedFont>
    <p:embeddedFont>
      <p:font typeface="Nunito Medium"/>
      <p:regular r:id="rId46"/>
      <p:bold r:id="rId47"/>
      <p:italic r:id="rId48"/>
      <p:boldItalic r:id="rId49"/>
    </p:embeddedFont>
    <p:embeddedFont>
      <p:font typeface="Lexend"/>
      <p:regular r:id="rId50"/>
      <p:bold r:id="rId51"/>
    </p:embeddedFont>
    <p:embeddedFont>
      <p:font typeface="Archivo"/>
      <p:regular r:id="rId52"/>
      <p:bold r:id="rId53"/>
      <p:italic r:id="rId54"/>
      <p:boldItalic r:id="rId55"/>
    </p:embeddedFont>
    <p:embeddedFont>
      <p:font typeface="Archivo Black"/>
      <p:bold r:id="rId56"/>
      <p:boldItalic r:id="rId57"/>
    </p:embeddedFont>
    <p:embeddedFont>
      <p:font typeface="Archivo SemiBold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B1C72E-6CB4-403D-B9BC-4C66F9ABA6A3}">
  <a:tblStyle styleId="{E7B1C72E-6CB4-403D-B9BC-4C66F9ABA6A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chivoExtraBold-bold.fntdata"/><Relationship Id="rId42" Type="http://schemas.openxmlformats.org/officeDocument/2006/relationships/font" Target="fonts/BarlowCondensed-regular.fntdata"/><Relationship Id="rId41" Type="http://schemas.openxmlformats.org/officeDocument/2006/relationships/font" Target="fonts/ArchivoExtraBold-boldItalic.fntdata"/><Relationship Id="rId44" Type="http://schemas.openxmlformats.org/officeDocument/2006/relationships/font" Target="fonts/BarlowCondensed-italic.fntdata"/><Relationship Id="rId43" Type="http://schemas.openxmlformats.org/officeDocument/2006/relationships/font" Target="fonts/BarlowCondensed-bold.fntdata"/><Relationship Id="rId46" Type="http://schemas.openxmlformats.org/officeDocument/2006/relationships/font" Target="fonts/NunitoMedium-regular.fntdata"/><Relationship Id="rId45" Type="http://schemas.openxmlformats.org/officeDocument/2006/relationships/font" Target="fonts/BarlowCondense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NunitoMedium-italic.fntdata"/><Relationship Id="rId47" Type="http://schemas.openxmlformats.org/officeDocument/2006/relationships/font" Target="fonts/NunitoMedium-bold.fntdata"/><Relationship Id="rId49" Type="http://schemas.openxmlformats.org/officeDocument/2006/relationships/font" Target="fonts/Nunito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ArchivoLight-bold.fntdata"/><Relationship Id="rId36" Type="http://schemas.openxmlformats.org/officeDocument/2006/relationships/font" Target="fonts/ArchivoLight-regular.fntdata"/><Relationship Id="rId39" Type="http://schemas.openxmlformats.org/officeDocument/2006/relationships/font" Target="fonts/ArchivoLight-boldItalic.fntdata"/><Relationship Id="rId38" Type="http://schemas.openxmlformats.org/officeDocument/2006/relationships/font" Target="fonts/ArchivoLight-italic.fntdata"/><Relationship Id="rId61" Type="http://schemas.openxmlformats.org/officeDocument/2006/relationships/font" Target="fonts/ArchivoSemiBold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ArchivoSemiBold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Lexend-bold.fntdata"/><Relationship Id="rId50" Type="http://schemas.openxmlformats.org/officeDocument/2006/relationships/font" Target="fonts/Lexend-regular.fntdata"/><Relationship Id="rId53" Type="http://schemas.openxmlformats.org/officeDocument/2006/relationships/font" Target="fonts/Archivo-bold.fntdata"/><Relationship Id="rId52" Type="http://schemas.openxmlformats.org/officeDocument/2006/relationships/font" Target="fonts/Archivo-regular.fntdata"/><Relationship Id="rId11" Type="http://schemas.openxmlformats.org/officeDocument/2006/relationships/slide" Target="slides/slide5.xml"/><Relationship Id="rId55" Type="http://schemas.openxmlformats.org/officeDocument/2006/relationships/font" Target="fonts/Archivo-boldItalic.fntdata"/><Relationship Id="rId10" Type="http://schemas.openxmlformats.org/officeDocument/2006/relationships/slide" Target="slides/slide4.xml"/><Relationship Id="rId54" Type="http://schemas.openxmlformats.org/officeDocument/2006/relationships/font" Target="fonts/Archivo-italic.fntdata"/><Relationship Id="rId13" Type="http://schemas.openxmlformats.org/officeDocument/2006/relationships/slide" Target="slides/slide7.xml"/><Relationship Id="rId57" Type="http://schemas.openxmlformats.org/officeDocument/2006/relationships/font" Target="fonts/ArchivoBlack-boldItalic.fntdata"/><Relationship Id="rId12" Type="http://schemas.openxmlformats.org/officeDocument/2006/relationships/slide" Target="slides/slide6.xml"/><Relationship Id="rId56" Type="http://schemas.openxmlformats.org/officeDocument/2006/relationships/font" Target="fonts/ArchivoBlack-bold.fntdata"/><Relationship Id="rId15" Type="http://schemas.openxmlformats.org/officeDocument/2006/relationships/slide" Target="slides/slide9.xml"/><Relationship Id="rId59" Type="http://schemas.openxmlformats.org/officeDocument/2006/relationships/font" Target="fonts/ArchivoSemiBold-bold.fntdata"/><Relationship Id="rId14" Type="http://schemas.openxmlformats.org/officeDocument/2006/relationships/slide" Target="slides/slide8.xml"/><Relationship Id="rId58" Type="http://schemas.openxmlformats.org/officeDocument/2006/relationships/font" Target="fonts/ArchivoSemiBold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c516c29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c516c29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4aeaa18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4aeaa18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c516c295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c516c295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4aeaa187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4aeaa187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aeaa1875_0_139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4aeaa187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4aeaa1875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4aeaa1875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4aeaa1875_0_246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4aeaa1875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4aeaa1875_0_259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e4aeaa1875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latin typeface="Archivo"/>
                <a:ea typeface="Archivo"/>
                <a:cs typeface="Archivo"/>
                <a:sym typeface="Archivo"/>
              </a:rPr>
              <a:t>ANTECEDENTES</a:t>
            </a:r>
            <a:endParaRPr b="1" sz="1200" u="sng">
              <a:latin typeface="Archivo"/>
              <a:ea typeface="Archivo"/>
              <a:cs typeface="Archivo"/>
              <a:sym typeface="Archivo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-"/>
            </a:pP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Temática sobre Seguridad en </a:t>
            </a:r>
            <a:r>
              <a:rPr b="1" lang="es" sz="1200">
                <a:latin typeface="Archivo"/>
                <a:ea typeface="Archivo"/>
                <a:cs typeface="Archivo"/>
                <a:sym typeface="Archivo"/>
              </a:rPr>
              <a:t>Eje Oeste</a:t>
            </a: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 el 14/03 </a:t>
            </a:r>
            <a:r>
              <a:rPr i="1" lang="es" sz="1200">
                <a:latin typeface="Archivo"/>
                <a:ea typeface="Archivo"/>
                <a:cs typeface="Archivo"/>
                <a:sym typeface="Archivo"/>
              </a:rPr>
              <a:t>(misma audiencia)</a:t>
            </a: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: 521 inscriptos y 144 asistentes (28% de asistencia). </a:t>
            </a:r>
            <a:endParaRPr sz="1200">
              <a:latin typeface="Archivo"/>
              <a:ea typeface="Archivo"/>
              <a:cs typeface="Archivo"/>
              <a:sym typeface="Archivo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-"/>
            </a:pP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Temática sobre </a:t>
            </a:r>
            <a:r>
              <a:rPr b="1" lang="es" sz="1200">
                <a:latin typeface="Archivo"/>
                <a:ea typeface="Archivo"/>
                <a:cs typeface="Archivo"/>
                <a:sym typeface="Archivo"/>
              </a:rPr>
              <a:t>Movilidad</a:t>
            </a: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 en Eje Sur el 26/03 </a:t>
            </a:r>
            <a:r>
              <a:rPr i="1" lang="es" sz="1200">
                <a:latin typeface="Archivo"/>
                <a:ea typeface="Archivo"/>
                <a:cs typeface="Archivo"/>
                <a:sym typeface="Archivo"/>
              </a:rPr>
              <a:t>(misma temática)</a:t>
            </a: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: 698 inscriptos y 200 asistentes (29%). Esta vez hubo más inscriptos pero menor asistencia.</a:t>
            </a:r>
            <a:endParaRPr sz="12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4aeaa1875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e4aeaa1875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4aeaa1875_0_516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e4aeaa1875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4aeaa1875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e4aeaa1875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e4aeaa1875_0_540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e4aeaa1875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9154c4887e_9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9154c4887e_9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9154c4887e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9154c4887e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e4aeaa1875_0_658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e4aeaa1875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e4c84dde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e4c84dde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e4c84dde5e_0_9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e4c84dde5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e4c84dde5e_0_25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e4c84dde5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e4c84dde5e_0_85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e4c84dde5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e4c84dde5e_0_102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e4c84dde5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e4c84dde5e_0_172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e4c84dde5e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e4c84dde5e_0_187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e4c84dde5e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e4c84dde5e_0_200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e4c84dde5e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ac516c295d_0_2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3ac516c295d_0_2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e4aeaa1875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e4aeaa1875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Los días posteriores hubo cuatro temas principales: coparticipación, htal clínicas, uber y operativos de vendedores ambulantes. Hubo uno que fue un reflote de algo que pasó a principios de abril con una discapacitada y otra (actual) que fue por la del hospital durand</a:t>
            </a:r>
            <a:endParaRPr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e4aeaa1875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e4aeaa1875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9437c5404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39437c5404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e4aeaa1875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e4aeaa1875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ac516c295d_0_2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ac516c295d_0_2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">
  <p:cSld name="TITLE_2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8483900" y="4618925"/>
            <a:ext cx="302100" cy="302100"/>
          </a:xfrm>
          <a:prstGeom prst="roundRect">
            <a:avLst>
              <a:gd fmla="val 16667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7084753" y="159600"/>
            <a:ext cx="1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Seguimiento </a:t>
            </a:r>
            <a:r>
              <a:rPr lang="es" sz="1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Mayo 2026</a:t>
            </a:r>
            <a:endParaRPr sz="1000">
              <a:solidFill>
                <a:srgbClr val="123546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 1">
  <p:cSld name="TITLE_AND_BODY_2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 flipH="1" rot="10800000">
            <a:off x="0" y="0"/>
            <a:ext cx="67158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7084753" y="159600"/>
            <a:ext cx="1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Seguimiento </a:t>
            </a:r>
            <a:r>
              <a:rPr lang="es" sz="1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- Noviembre 2025</a:t>
            </a:r>
            <a:endParaRPr sz="1000">
              <a:solidFill>
                <a:srgbClr val="123546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TITULAR">
  <p:cSld name="CUSTOM_4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/>
        </p:nvSpPr>
        <p:spPr>
          <a:xfrm>
            <a:off x="8206759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61BA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" name="Google Shape;64;p16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65" name="Google Shape;65;p16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6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6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" name="Google Shape;68;p16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69" name="Google Shape;69;p16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6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6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 1">
  <p:cSld name="Diapositiva con título 21 1 (g3e24228a32e_19_0)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22.png"/><Relationship Id="rId8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8" title="WhatsApp Image 2025-06-04 at 14.31.19.png"/>
          <p:cNvPicPr preferRelativeResize="0"/>
          <p:nvPr/>
        </p:nvPicPr>
        <p:blipFill rotWithShape="1">
          <a:blip r:embed="rId3">
            <a:alphaModFix/>
          </a:blip>
          <a:srcRect b="20468" l="0" r="8767" t="28248"/>
          <a:stretch/>
        </p:blipFill>
        <p:spPr>
          <a:xfrm>
            <a:off x="-50" y="0"/>
            <a:ext cx="914404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/>
          <p:nvPr/>
        </p:nvSpPr>
        <p:spPr>
          <a:xfrm>
            <a:off x="0" y="0"/>
            <a:ext cx="7995300" cy="5143500"/>
          </a:xfrm>
          <a:prstGeom prst="rect">
            <a:avLst/>
          </a:prstGeom>
          <a:gradFill>
            <a:gsLst>
              <a:gs pos="0">
                <a:srgbClr val="123546"/>
              </a:gs>
              <a:gs pos="100000">
                <a:srgbClr val="123546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8"/>
          <p:cNvSpPr txBox="1"/>
          <p:nvPr/>
        </p:nvSpPr>
        <p:spPr>
          <a:xfrm>
            <a:off x="496125" y="1743050"/>
            <a:ext cx="6608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6200">
                <a:solidFill>
                  <a:srgbClr val="8FE1D5"/>
                </a:solidFill>
                <a:latin typeface="Archivo"/>
                <a:ea typeface="Archivo"/>
                <a:cs typeface="Archivo"/>
                <a:sym typeface="Archivo"/>
              </a:rPr>
              <a:t>Seguimiento</a:t>
            </a:r>
            <a:endParaRPr b="1" sz="6200">
              <a:solidFill>
                <a:srgbClr val="8FE1D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" name="Google Shape;80;p18"/>
          <p:cNvSpPr txBox="1"/>
          <p:nvPr/>
        </p:nvSpPr>
        <p:spPr>
          <a:xfrm>
            <a:off x="496125" y="1099113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{{fecha_dia}} </a:t>
            </a:r>
            <a:r>
              <a:rPr b="1" lang="es" sz="21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de {{fecha_mes}}</a:t>
            </a:r>
            <a:endParaRPr b="1" sz="21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1" name="Google Shape;81;p18"/>
          <p:cNvGrpSpPr/>
          <p:nvPr/>
        </p:nvGrpSpPr>
        <p:grpSpPr>
          <a:xfrm>
            <a:off x="550337" y="355528"/>
            <a:ext cx="434493" cy="434527"/>
            <a:chOff x="626500" y="411925"/>
            <a:chExt cx="334200" cy="334200"/>
          </a:xfrm>
        </p:grpSpPr>
        <p:cxnSp>
          <p:nvCxnSpPr>
            <p:cNvPr id="82" name="Google Shape;82;p18"/>
            <p:cNvCxnSpPr/>
            <p:nvPr/>
          </p:nvCxnSpPr>
          <p:spPr>
            <a:xfrm>
              <a:off x="667250" y="453325"/>
              <a:ext cx="292800" cy="292800"/>
            </a:xfrm>
            <a:prstGeom prst="straightConnector1">
              <a:avLst/>
            </a:prstGeom>
            <a:noFill/>
            <a:ln cap="flat" cmpd="sng" w="19050">
              <a:solidFill>
                <a:srgbClr val="8DE2D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" name="Google Shape;83;p18"/>
            <p:cNvCxnSpPr/>
            <p:nvPr/>
          </p:nvCxnSpPr>
          <p:spPr>
            <a:xfrm>
              <a:off x="626500" y="746125"/>
              <a:ext cx="334200" cy="0"/>
            </a:xfrm>
            <a:prstGeom prst="straightConnector1">
              <a:avLst/>
            </a:prstGeom>
            <a:noFill/>
            <a:ln cap="flat" cmpd="sng" w="19050">
              <a:solidFill>
                <a:srgbClr val="8DE2D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8"/>
            <p:cNvCxnSpPr/>
            <p:nvPr/>
          </p:nvCxnSpPr>
          <p:spPr>
            <a:xfrm rot="-5400000">
              <a:off x="793600" y="579025"/>
              <a:ext cx="334200" cy="0"/>
            </a:xfrm>
            <a:prstGeom prst="straightConnector1">
              <a:avLst/>
            </a:prstGeom>
            <a:noFill/>
            <a:ln cap="flat" cmpd="sng" w="19050">
              <a:solidFill>
                <a:srgbClr val="8DE2D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5" name="Google Shape;85;p18"/>
          <p:cNvGrpSpPr/>
          <p:nvPr/>
        </p:nvGrpSpPr>
        <p:grpSpPr>
          <a:xfrm>
            <a:off x="-7" y="5049979"/>
            <a:ext cx="9144055" cy="93320"/>
            <a:chOff x="1" y="3602363"/>
            <a:chExt cx="9144055" cy="96326"/>
          </a:xfrm>
        </p:grpSpPr>
        <p:sp>
          <p:nvSpPr>
            <p:cNvPr id="86" name="Google Shape;86;p18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8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8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18"/>
          <p:cNvGrpSpPr/>
          <p:nvPr/>
        </p:nvGrpSpPr>
        <p:grpSpPr>
          <a:xfrm>
            <a:off x="1659898" y="4343009"/>
            <a:ext cx="779447" cy="196613"/>
            <a:chOff x="4866049" y="2172425"/>
            <a:chExt cx="3444309" cy="868816"/>
          </a:xfrm>
        </p:grpSpPr>
        <p:sp>
          <p:nvSpPr>
            <p:cNvPr id="90" name="Google Shape;90;p18"/>
            <p:cNvSpPr/>
            <p:nvPr/>
          </p:nvSpPr>
          <p:spPr>
            <a:xfrm>
              <a:off x="4866049" y="2172425"/>
              <a:ext cx="767027" cy="868660"/>
            </a:xfrm>
            <a:custGeom>
              <a:rect b="b" l="l" r="r" t="t"/>
              <a:pathLst>
                <a:path extrusionOk="0" h="1194034" w="1054333">
                  <a:moveTo>
                    <a:pt x="1001281" y="658439"/>
                  </a:moveTo>
                  <a:cubicBezTo>
                    <a:pt x="986024" y="615146"/>
                    <a:pt x="961412" y="579320"/>
                    <a:pt x="927012" y="550530"/>
                  </a:cubicBezTo>
                  <a:cubicBezTo>
                    <a:pt x="892900" y="521524"/>
                    <a:pt x="851591" y="497473"/>
                    <a:pt x="803589" y="478518"/>
                  </a:cubicBezTo>
                  <a:cubicBezTo>
                    <a:pt x="755587" y="459277"/>
                    <a:pt x="702116" y="444487"/>
                    <a:pt x="643391" y="433431"/>
                  </a:cubicBezTo>
                  <a:cubicBezTo>
                    <a:pt x="630437" y="431349"/>
                    <a:pt x="614604" y="428405"/>
                    <a:pt x="596037" y="424456"/>
                  </a:cubicBezTo>
                  <a:cubicBezTo>
                    <a:pt x="577398" y="420795"/>
                    <a:pt x="558758" y="415482"/>
                    <a:pt x="540479" y="408877"/>
                  </a:cubicBezTo>
                  <a:cubicBezTo>
                    <a:pt x="522775" y="402487"/>
                    <a:pt x="508238" y="394877"/>
                    <a:pt x="496795" y="386046"/>
                  </a:cubicBezTo>
                  <a:cubicBezTo>
                    <a:pt x="485856" y="377574"/>
                    <a:pt x="479379" y="363717"/>
                    <a:pt x="481034" y="350004"/>
                  </a:cubicBezTo>
                  <a:cubicBezTo>
                    <a:pt x="482690" y="336291"/>
                    <a:pt x="489094" y="324732"/>
                    <a:pt x="499818" y="316547"/>
                  </a:cubicBezTo>
                  <a:cubicBezTo>
                    <a:pt x="510541" y="308363"/>
                    <a:pt x="525006" y="302332"/>
                    <a:pt x="542926" y="298598"/>
                  </a:cubicBezTo>
                  <a:cubicBezTo>
                    <a:pt x="560845" y="294650"/>
                    <a:pt x="582219" y="292783"/>
                    <a:pt x="607624" y="292783"/>
                  </a:cubicBezTo>
                  <a:cubicBezTo>
                    <a:pt x="634827" y="292783"/>
                    <a:pt x="661959" y="296229"/>
                    <a:pt x="689162" y="303337"/>
                  </a:cubicBezTo>
                  <a:cubicBezTo>
                    <a:pt x="716077" y="310445"/>
                    <a:pt x="741770" y="321286"/>
                    <a:pt x="766454" y="336076"/>
                  </a:cubicBezTo>
                  <a:cubicBezTo>
                    <a:pt x="783150" y="346199"/>
                    <a:pt x="799127" y="358117"/>
                    <a:pt x="814384" y="371974"/>
                  </a:cubicBezTo>
                  <a:cubicBezTo>
                    <a:pt x="826834" y="383317"/>
                    <a:pt x="845833" y="383317"/>
                    <a:pt x="858643" y="372404"/>
                  </a:cubicBezTo>
                  <a:lnTo>
                    <a:pt x="1042734" y="214023"/>
                  </a:lnTo>
                  <a:cubicBezTo>
                    <a:pt x="1056192" y="202464"/>
                    <a:pt x="1058063" y="182648"/>
                    <a:pt x="1047700" y="168289"/>
                  </a:cubicBezTo>
                  <a:cubicBezTo>
                    <a:pt x="1027261" y="139858"/>
                    <a:pt x="1003152" y="114299"/>
                    <a:pt x="975733" y="91540"/>
                  </a:cubicBezTo>
                  <a:cubicBezTo>
                    <a:pt x="939750" y="62247"/>
                    <a:pt x="893835" y="39559"/>
                    <a:pt x="837773" y="23764"/>
                  </a:cubicBezTo>
                  <a:cubicBezTo>
                    <a:pt x="781711" y="7969"/>
                    <a:pt x="710464" y="0"/>
                    <a:pt x="623960" y="0"/>
                  </a:cubicBezTo>
                  <a:cubicBezTo>
                    <a:pt x="565019" y="0"/>
                    <a:pt x="506870" y="8687"/>
                    <a:pt x="449801" y="26134"/>
                  </a:cubicBezTo>
                  <a:cubicBezTo>
                    <a:pt x="392443" y="43795"/>
                    <a:pt x="340267" y="68852"/>
                    <a:pt x="293345" y="101591"/>
                  </a:cubicBezTo>
                  <a:cubicBezTo>
                    <a:pt x="246135" y="134330"/>
                    <a:pt x="207129" y="173387"/>
                    <a:pt x="176039" y="219264"/>
                  </a:cubicBezTo>
                  <a:cubicBezTo>
                    <a:pt x="144950" y="265142"/>
                    <a:pt x="126023" y="315829"/>
                    <a:pt x="119474" y="371471"/>
                  </a:cubicBezTo>
                  <a:cubicBezTo>
                    <a:pt x="113644" y="420508"/>
                    <a:pt x="116379" y="464590"/>
                    <a:pt x="127606" y="503934"/>
                  </a:cubicBezTo>
                  <a:cubicBezTo>
                    <a:pt x="138833" y="543278"/>
                    <a:pt x="159055" y="578099"/>
                    <a:pt x="188202" y="608684"/>
                  </a:cubicBezTo>
                  <a:cubicBezTo>
                    <a:pt x="217420" y="639054"/>
                    <a:pt x="255275" y="665403"/>
                    <a:pt x="301909" y="687013"/>
                  </a:cubicBezTo>
                  <a:cubicBezTo>
                    <a:pt x="348544" y="708911"/>
                    <a:pt x="403742" y="727362"/>
                    <a:pt x="467504" y="742655"/>
                  </a:cubicBezTo>
                  <a:cubicBezTo>
                    <a:pt x="480387" y="745814"/>
                    <a:pt x="494780" y="749260"/>
                    <a:pt x="511548" y="752419"/>
                  </a:cubicBezTo>
                  <a:cubicBezTo>
                    <a:pt x="528101" y="755865"/>
                    <a:pt x="545085" y="759814"/>
                    <a:pt x="562429" y="764840"/>
                  </a:cubicBezTo>
                  <a:cubicBezTo>
                    <a:pt x="579845" y="769578"/>
                    <a:pt x="595821" y="775681"/>
                    <a:pt x="610286" y="782789"/>
                  </a:cubicBezTo>
                  <a:cubicBezTo>
                    <a:pt x="624752" y="789897"/>
                    <a:pt x="635978" y="798368"/>
                    <a:pt x="644327" y="808133"/>
                  </a:cubicBezTo>
                  <a:cubicBezTo>
                    <a:pt x="652459" y="817897"/>
                    <a:pt x="655481" y="830030"/>
                    <a:pt x="653826" y="844031"/>
                  </a:cubicBezTo>
                  <a:cubicBezTo>
                    <a:pt x="652027" y="859323"/>
                    <a:pt x="646342" y="871457"/>
                    <a:pt x="636626" y="880144"/>
                  </a:cubicBezTo>
                  <a:cubicBezTo>
                    <a:pt x="626911" y="888831"/>
                    <a:pt x="613453" y="895149"/>
                    <a:pt x="596613" y="898882"/>
                  </a:cubicBezTo>
                  <a:cubicBezTo>
                    <a:pt x="579773" y="902831"/>
                    <a:pt x="560989" y="904698"/>
                    <a:pt x="540119" y="904698"/>
                  </a:cubicBezTo>
                  <a:cubicBezTo>
                    <a:pt x="487727" y="904698"/>
                    <a:pt x="433033" y="893354"/>
                    <a:pt x="376107" y="871169"/>
                  </a:cubicBezTo>
                  <a:cubicBezTo>
                    <a:pt x="327961" y="852287"/>
                    <a:pt x="283702" y="816533"/>
                    <a:pt x="243328" y="764050"/>
                  </a:cubicBezTo>
                  <a:cubicBezTo>
                    <a:pt x="231022" y="748040"/>
                    <a:pt x="207417" y="746388"/>
                    <a:pt x="193096" y="760532"/>
                  </a:cubicBezTo>
                  <a:lnTo>
                    <a:pt x="10156" y="941098"/>
                  </a:lnTo>
                  <a:cubicBezTo>
                    <a:pt x="-1862" y="953016"/>
                    <a:pt x="-3589" y="972258"/>
                    <a:pt x="6990" y="985468"/>
                  </a:cubicBezTo>
                  <a:cubicBezTo>
                    <a:pt x="36712" y="1022586"/>
                    <a:pt x="70392" y="1055469"/>
                    <a:pt x="108175" y="1084546"/>
                  </a:cubicBezTo>
                  <a:cubicBezTo>
                    <a:pt x="153802" y="1119367"/>
                    <a:pt x="208497" y="1146291"/>
                    <a:pt x="272331" y="1165532"/>
                  </a:cubicBezTo>
                  <a:cubicBezTo>
                    <a:pt x="336237" y="1184558"/>
                    <a:pt x="411514" y="1194035"/>
                    <a:pt x="497731" y="1194035"/>
                  </a:cubicBezTo>
                  <a:cubicBezTo>
                    <a:pt x="583947" y="1194035"/>
                    <a:pt x="666348" y="1179532"/>
                    <a:pt x="740618" y="1150742"/>
                  </a:cubicBezTo>
                  <a:cubicBezTo>
                    <a:pt x="815175" y="1121736"/>
                    <a:pt x="876851" y="1078946"/>
                    <a:pt x="925572" y="1022228"/>
                  </a:cubicBezTo>
                  <a:cubicBezTo>
                    <a:pt x="974294" y="965509"/>
                    <a:pt x="1003800" y="895293"/>
                    <a:pt x="1013731" y="811148"/>
                  </a:cubicBezTo>
                  <a:cubicBezTo>
                    <a:pt x="1020712" y="752347"/>
                    <a:pt x="1016394" y="701372"/>
                    <a:pt x="1001353" y="6583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8"/>
            <p:cNvSpPr/>
            <p:nvPr/>
          </p:nvSpPr>
          <p:spPr>
            <a:xfrm>
              <a:off x="5577875" y="2172425"/>
              <a:ext cx="767073" cy="868712"/>
            </a:xfrm>
            <a:custGeom>
              <a:rect b="b" l="l" r="r" t="t"/>
              <a:pathLst>
                <a:path extrusionOk="0" h="1194106" w="1054396">
                  <a:moveTo>
                    <a:pt x="1001353" y="658439"/>
                  </a:moveTo>
                  <a:cubicBezTo>
                    <a:pt x="986096" y="615146"/>
                    <a:pt x="961484" y="579320"/>
                    <a:pt x="927084" y="550530"/>
                  </a:cubicBezTo>
                  <a:cubicBezTo>
                    <a:pt x="892972" y="521524"/>
                    <a:pt x="851663" y="497473"/>
                    <a:pt x="803661" y="478518"/>
                  </a:cubicBezTo>
                  <a:cubicBezTo>
                    <a:pt x="755659" y="459277"/>
                    <a:pt x="702188" y="444487"/>
                    <a:pt x="643463" y="433431"/>
                  </a:cubicBezTo>
                  <a:cubicBezTo>
                    <a:pt x="630725" y="431349"/>
                    <a:pt x="614964" y="428405"/>
                    <a:pt x="596109" y="424456"/>
                  </a:cubicBezTo>
                  <a:cubicBezTo>
                    <a:pt x="577470" y="420795"/>
                    <a:pt x="559118" y="415482"/>
                    <a:pt x="540551" y="408877"/>
                  </a:cubicBezTo>
                  <a:cubicBezTo>
                    <a:pt x="522847" y="402487"/>
                    <a:pt x="508310" y="394877"/>
                    <a:pt x="496867" y="386046"/>
                  </a:cubicBezTo>
                  <a:cubicBezTo>
                    <a:pt x="485424" y="377215"/>
                    <a:pt x="479451" y="363717"/>
                    <a:pt x="481106" y="350004"/>
                  </a:cubicBezTo>
                  <a:cubicBezTo>
                    <a:pt x="482762" y="336291"/>
                    <a:pt x="489095" y="324732"/>
                    <a:pt x="499890" y="316547"/>
                  </a:cubicBezTo>
                  <a:cubicBezTo>
                    <a:pt x="510613" y="308363"/>
                    <a:pt x="525078" y="302332"/>
                    <a:pt x="542998" y="298598"/>
                  </a:cubicBezTo>
                  <a:cubicBezTo>
                    <a:pt x="560917" y="294650"/>
                    <a:pt x="582579" y="292783"/>
                    <a:pt x="607696" y="292783"/>
                  </a:cubicBezTo>
                  <a:cubicBezTo>
                    <a:pt x="634971" y="292783"/>
                    <a:pt x="662031" y="296229"/>
                    <a:pt x="689234" y="303337"/>
                  </a:cubicBezTo>
                  <a:cubicBezTo>
                    <a:pt x="716149" y="310445"/>
                    <a:pt x="742130" y="321286"/>
                    <a:pt x="766526" y="336076"/>
                  </a:cubicBezTo>
                  <a:cubicBezTo>
                    <a:pt x="783222" y="346199"/>
                    <a:pt x="799199" y="358117"/>
                    <a:pt x="814456" y="371974"/>
                  </a:cubicBezTo>
                  <a:cubicBezTo>
                    <a:pt x="826906" y="383317"/>
                    <a:pt x="845905" y="383317"/>
                    <a:pt x="858715" y="372404"/>
                  </a:cubicBezTo>
                  <a:lnTo>
                    <a:pt x="1042806" y="213951"/>
                  </a:lnTo>
                  <a:cubicBezTo>
                    <a:pt x="1056192" y="202392"/>
                    <a:pt x="1058135" y="182648"/>
                    <a:pt x="1047844" y="168289"/>
                  </a:cubicBezTo>
                  <a:cubicBezTo>
                    <a:pt x="1027477" y="139786"/>
                    <a:pt x="1003440" y="114299"/>
                    <a:pt x="975805" y="91540"/>
                  </a:cubicBezTo>
                  <a:cubicBezTo>
                    <a:pt x="939894" y="62247"/>
                    <a:pt x="893907" y="39559"/>
                    <a:pt x="837845" y="23764"/>
                  </a:cubicBezTo>
                  <a:cubicBezTo>
                    <a:pt x="781783" y="7969"/>
                    <a:pt x="710536" y="0"/>
                    <a:pt x="624320" y="0"/>
                  </a:cubicBezTo>
                  <a:cubicBezTo>
                    <a:pt x="565091" y="0"/>
                    <a:pt x="506942" y="8687"/>
                    <a:pt x="449873" y="26134"/>
                  </a:cubicBezTo>
                  <a:cubicBezTo>
                    <a:pt x="392515" y="43795"/>
                    <a:pt x="340339" y="68852"/>
                    <a:pt x="293417" y="101591"/>
                  </a:cubicBezTo>
                  <a:cubicBezTo>
                    <a:pt x="246207" y="134330"/>
                    <a:pt x="207201" y="173387"/>
                    <a:pt x="176111" y="219264"/>
                  </a:cubicBezTo>
                  <a:cubicBezTo>
                    <a:pt x="145022" y="265142"/>
                    <a:pt x="126095" y="315829"/>
                    <a:pt x="119546" y="371471"/>
                  </a:cubicBezTo>
                  <a:cubicBezTo>
                    <a:pt x="113716" y="420508"/>
                    <a:pt x="116451" y="464590"/>
                    <a:pt x="127678" y="503934"/>
                  </a:cubicBezTo>
                  <a:cubicBezTo>
                    <a:pt x="138905" y="543278"/>
                    <a:pt x="159127" y="578099"/>
                    <a:pt x="188274" y="608684"/>
                  </a:cubicBezTo>
                  <a:cubicBezTo>
                    <a:pt x="217492" y="639054"/>
                    <a:pt x="255347" y="665403"/>
                    <a:pt x="301981" y="687013"/>
                  </a:cubicBezTo>
                  <a:cubicBezTo>
                    <a:pt x="348616" y="708911"/>
                    <a:pt x="403814" y="727362"/>
                    <a:pt x="467576" y="742655"/>
                  </a:cubicBezTo>
                  <a:cubicBezTo>
                    <a:pt x="480459" y="745814"/>
                    <a:pt x="495068" y="749260"/>
                    <a:pt x="511620" y="752419"/>
                  </a:cubicBezTo>
                  <a:cubicBezTo>
                    <a:pt x="528173" y="755865"/>
                    <a:pt x="545157" y="759814"/>
                    <a:pt x="562501" y="764840"/>
                  </a:cubicBezTo>
                  <a:cubicBezTo>
                    <a:pt x="579917" y="769578"/>
                    <a:pt x="595893" y="775681"/>
                    <a:pt x="610359" y="782789"/>
                  </a:cubicBezTo>
                  <a:cubicBezTo>
                    <a:pt x="624824" y="789897"/>
                    <a:pt x="636266" y="798368"/>
                    <a:pt x="644399" y="808133"/>
                  </a:cubicBezTo>
                  <a:cubicBezTo>
                    <a:pt x="652531" y="817897"/>
                    <a:pt x="655554" y="830030"/>
                    <a:pt x="653898" y="844031"/>
                  </a:cubicBezTo>
                  <a:cubicBezTo>
                    <a:pt x="652099" y="859323"/>
                    <a:pt x="646414" y="871457"/>
                    <a:pt x="636698" y="880144"/>
                  </a:cubicBezTo>
                  <a:cubicBezTo>
                    <a:pt x="626911" y="888831"/>
                    <a:pt x="613525" y="895149"/>
                    <a:pt x="596685" y="898882"/>
                  </a:cubicBezTo>
                  <a:cubicBezTo>
                    <a:pt x="579845" y="902831"/>
                    <a:pt x="561061" y="904698"/>
                    <a:pt x="540191" y="904698"/>
                  </a:cubicBezTo>
                  <a:cubicBezTo>
                    <a:pt x="487799" y="904698"/>
                    <a:pt x="433105" y="893354"/>
                    <a:pt x="376179" y="871169"/>
                  </a:cubicBezTo>
                  <a:cubicBezTo>
                    <a:pt x="328249" y="852287"/>
                    <a:pt x="283990" y="816461"/>
                    <a:pt x="243400" y="763978"/>
                  </a:cubicBezTo>
                  <a:cubicBezTo>
                    <a:pt x="231094" y="748040"/>
                    <a:pt x="207561" y="746388"/>
                    <a:pt x="193168" y="760532"/>
                  </a:cubicBezTo>
                  <a:lnTo>
                    <a:pt x="10156" y="941170"/>
                  </a:lnTo>
                  <a:cubicBezTo>
                    <a:pt x="-1862" y="953088"/>
                    <a:pt x="-3589" y="972329"/>
                    <a:pt x="6990" y="985540"/>
                  </a:cubicBezTo>
                  <a:cubicBezTo>
                    <a:pt x="36712" y="1022658"/>
                    <a:pt x="70393" y="1055541"/>
                    <a:pt x="108175" y="1084618"/>
                  </a:cubicBezTo>
                  <a:cubicBezTo>
                    <a:pt x="153802" y="1119439"/>
                    <a:pt x="208496" y="1146362"/>
                    <a:pt x="272331" y="1165604"/>
                  </a:cubicBezTo>
                  <a:cubicBezTo>
                    <a:pt x="336237" y="1184630"/>
                    <a:pt x="411515" y="1194107"/>
                    <a:pt x="497731" y="1194107"/>
                  </a:cubicBezTo>
                  <a:cubicBezTo>
                    <a:pt x="583947" y="1194107"/>
                    <a:pt x="666349" y="1179604"/>
                    <a:pt x="740618" y="1150814"/>
                  </a:cubicBezTo>
                  <a:cubicBezTo>
                    <a:pt x="815176" y="1121808"/>
                    <a:pt x="876851" y="1079018"/>
                    <a:pt x="925572" y="1022299"/>
                  </a:cubicBezTo>
                  <a:cubicBezTo>
                    <a:pt x="974294" y="965581"/>
                    <a:pt x="1003800" y="895364"/>
                    <a:pt x="1013732" y="811220"/>
                  </a:cubicBezTo>
                  <a:cubicBezTo>
                    <a:pt x="1020712" y="752419"/>
                    <a:pt x="1016610" y="701444"/>
                    <a:pt x="1001353" y="6584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8"/>
            <p:cNvSpPr/>
            <p:nvPr/>
          </p:nvSpPr>
          <p:spPr>
            <a:xfrm>
              <a:off x="6346942" y="2172529"/>
              <a:ext cx="810806" cy="868712"/>
            </a:xfrm>
            <a:custGeom>
              <a:rect b="b" l="l" r="r" t="t"/>
              <a:pathLst>
                <a:path extrusionOk="0" h="1194106" w="1114510">
                  <a:moveTo>
                    <a:pt x="817712" y="823497"/>
                  </a:moveTo>
                  <a:cubicBezTo>
                    <a:pt x="791804" y="839292"/>
                    <a:pt x="763593" y="852000"/>
                    <a:pt x="732791" y="862051"/>
                  </a:cubicBezTo>
                  <a:cubicBezTo>
                    <a:pt x="702278" y="871816"/>
                    <a:pt x="670540" y="876554"/>
                    <a:pt x="637723" y="876554"/>
                  </a:cubicBezTo>
                  <a:cubicBezTo>
                    <a:pt x="591737" y="876554"/>
                    <a:pt x="550932" y="870236"/>
                    <a:pt x="515452" y="857026"/>
                  </a:cubicBezTo>
                  <a:cubicBezTo>
                    <a:pt x="479757" y="843815"/>
                    <a:pt x="450178" y="825364"/>
                    <a:pt x="426789" y="801384"/>
                  </a:cubicBezTo>
                  <a:cubicBezTo>
                    <a:pt x="403472" y="777404"/>
                    <a:pt x="386488" y="748614"/>
                    <a:pt x="376197" y="714870"/>
                  </a:cubicBezTo>
                  <a:cubicBezTo>
                    <a:pt x="366193" y="681126"/>
                    <a:pt x="363458" y="643362"/>
                    <a:pt x="368352" y="601935"/>
                  </a:cubicBezTo>
                  <a:cubicBezTo>
                    <a:pt x="373750" y="556058"/>
                    <a:pt x="385696" y="515637"/>
                    <a:pt x="403832" y="480816"/>
                  </a:cubicBezTo>
                  <a:cubicBezTo>
                    <a:pt x="422255" y="445995"/>
                    <a:pt x="445285" y="416415"/>
                    <a:pt x="472704" y="392435"/>
                  </a:cubicBezTo>
                  <a:cubicBezTo>
                    <a:pt x="500123" y="368456"/>
                    <a:pt x="531141" y="350220"/>
                    <a:pt x="565901" y="337583"/>
                  </a:cubicBezTo>
                  <a:cubicBezTo>
                    <a:pt x="600661" y="325163"/>
                    <a:pt x="636572" y="318845"/>
                    <a:pt x="673923" y="318845"/>
                  </a:cubicBezTo>
                  <a:cubicBezTo>
                    <a:pt x="711274" y="318845"/>
                    <a:pt x="741356" y="323583"/>
                    <a:pt x="768271" y="332845"/>
                  </a:cubicBezTo>
                  <a:cubicBezTo>
                    <a:pt x="794971" y="342107"/>
                    <a:pt x="818072" y="354456"/>
                    <a:pt x="837719" y="369533"/>
                  </a:cubicBezTo>
                  <a:cubicBezTo>
                    <a:pt x="847362" y="377215"/>
                    <a:pt x="856358" y="385256"/>
                    <a:pt x="864562" y="393728"/>
                  </a:cubicBezTo>
                  <a:cubicBezTo>
                    <a:pt x="877804" y="407441"/>
                    <a:pt x="900186" y="406651"/>
                    <a:pt x="913500" y="392938"/>
                  </a:cubicBezTo>
                  <a:lnTo>
                    <a:pt x="1105075" y="196074"/>
                  </a:lnTo>
                  <a:cubicBezTo>
                    <a:pt x="1118101" y="182720"/>
                    <a:pt x="1117453" y="161612"/>
                    <a:pt x="1104283" y="148402"/>
                  </a:cubicBezTo>
                  <a:cubicBezTo>
                    <a:pt x="1076432" y="120258"/>
                    <a:pt x="1045487" y="96063"/>
                    <a:pt x="1011806" y="75960"/>
                  </a:cubicBezTo>
                  <a:cubicBezTo>
                    <a:pt x="968266" y="50401"/>
                    <a:pt x="921344" y="31375"/>
                    <a:pt x="870968" y="18739"/>
                  </a:cubicBezTo>
                  <a:cubicBezTo>
                    <a:pt x="820303" y="6318"/>
                    <a:pt x="768487" y="0"/>
                    <a:pt x="715016" y="0"/>
                  </a:cubicBezTo>
                  <a:cubicBezTo>
                    <a:pt x="620883" y="0"/>
                    <a:pt x="532940" y="14790"/>
                    <a:pt x="451402" y="44298"/>
                  </a:cubicBezTo>
                  <a:cubicBezTo>
                    <a:pt x="369648" y="73591"/>
                    <a:pt x="297393" y="114730"/>
                    <a:pt x="234206" y="167787"/>
                  </a:cubicBezTo>
                  <a:cubicBezTo>
                    <a:pt x="171092" y="220557"/>
                    <a:pt x="119779" y="283593"/>
                    <a:pt x="79910" y="356681"/>
                  </a:cubicBezTo>
                  <a:cubicBezTo>
                    <a:pt x="40040" y="429769"/>
                    <a:pt x="15284" y="509965"/>
                    <a:pt x="4993" y="597053"/>
                  </a:cubicBezTo>
                  <a:cubicBezTo>
                    <a:pt x="-5299" y="684357"/>
                    <a:pt x="243" y="764553"/>
                    <a:pt x="22337" y="837641"/>
                  </a:cubicBezTo>
                  <a:cubicBezTo>
                    <a:pt x="44358" y="910729"/>
                    <a:pt x="80342" y="973550"/>
                    <a:pt x="130430" y="1026535"/>
                  </a:cubicBezTo>
                  <a:cubicBezTo>
                    <a:pt x="180519" y="1079305"/>
                    <a:pt x="242338" y="1120444"/>
                    <a:pt x="315745" y="1150024"/>
                  </a:cubicBezTo>
                  <a:cubicBezTo>
                    <a:pt x="389510" y="1179317"/>
                    <a:pt x="472128" y="1194107"/>
                    <a:pt x="563886" y="1194107"/>
                  </a:cubicBezTo>
                  <a:cubicBezTo>
                    <a:pt x="621819" y="1194107"/>
                    <a:pt x="679968" y="1187214"/>
                    <a:pt x="738477" y="1173788"/>
                  </a:cubicBezTo>
                  <a:cubicBezTo>
                    <a:pt x="796986" y="1160075"/>
                    <a:pt x="851249" y="1141337"/>
                    <a:pt x="900906" y="1117357"/>
                  </a:cubicBezTo>
                  <a:cubicBezTo>
                    <a:pt x="940559" y="1098331"/>
                    <a:pt x="974528" y="1077223"/>
                    <a:pt x="1002883" y="1054033"/>
                  </a:cubicBezTo>
                  <a:cubicBezTo>
                    <a:pt x="1015333" y="1043838"/>
                    <a:pt x="1019075" y="1026535"/>
                    <a:pt x="1011734" y="1012248"/>
                  </a:cubicBezTo>
                  <a:lnTo>
                    <a:pt x="906159" y="808563"/>
                  </a:lnTo>
                  <a:cubicBezTo>
                    <a:pt x="896300" y="789538"/>
                    <a:pt x="871759" y="784943"/>
                    <a:pt x="854775" y="798081"/>
                  </a:cubicBezTo>
                  <a:cubicBezTo>
                    <a:pt x="843189" y="807128"/>
                    <a:pt x="830810" y="815671"/>
                    <a:pt x="817640" y="8237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8"/>
            <p:cNvSpPr/>
            <p:nvPr/>
          </p:nvSpPr>
          <p:spPr>
            <a:xfrm>
              <a:off x="7116758" y="2196150"/>
              <a:ext cx="847001" cy="833038"/>
            </a:xfrm>
            <a:custGeom>
              <a:rect b="b" l="l" r="r" t="t"/>
              <a:pathLst>
                <a:path extrusionOk="0" h="1145070" w="1164263">
                  <a:moveTo>
                    <a:pt x="1143284" y="341963"/>
                  </a:moveTo>
                  <a:cubicBezTo>
                    <a:pt x="1122702" y="272034"/>
                    <a:pt x="1088590" y="211869"/>
                    <a:pt x="1040876" y="161253"/>
                  </a:cubicBezTo>
                  <a:cubicBezTo>
                    <a:pt x="993162" y="110565"/>
                    <a:pt x="935157" y="71006"/>
                    <a:pt x="866357" y="42503"/>
                  </a:cubicBezTo>
                  <a:cubicBezTo>
                    <a:pt x="797485" y="14287"/>
                    <a:pt x="719832" y="0"/>
                    <a:pt x="633616" y="0"/>
                  </a:cubicBezTo>
                  <a:lnTo>
                    <a:pt x="176844" y="0"/>
                  </a:lnTo>
                  <a:cubicBezTo>
                    <a:pt x="149281" y="0"/>
                    <a:pt x="126107" y="20605"/>
                    <a:pt x="122869" y="47888"/>
                  </a:cubicBezTo>
                  <a:lnTo>
                    <a:pt x="382" y="1084475"/>
                  </a:lnTo>
                  <a:cubicBezTo>
                    <a:pt x="-3433" y="1116711"/>
                    <a:pt x="21828" y="1145070"/>
                    <a:pt x="54357" y="1145070"/>
                  </a:cubicBezTo>
                  <a:lnTo>
                    <a:pt x="498319" y="1145070"/>
                  </a:lnTo>
                  <a:cubicBezTo>
                    <a:pt x="584535" y="1145070"/>
                    <a:pt x="665498" y="1131070"/>
                    <a:pt x="741063" y="1102567"/>
                  </a:cubicBezTo>
                  <a:cubicBezTo>
                    <a:pt x="816628" y="1074064"/>
                    <a:pt x="883917" y="1034792"/>
                    <a:pt x="943649" y="983817"/>
                  </a:cubicBezTo>
                  <a:cubicBezTo>
                    <a:pt x="1003309" y="933129"/>
                    <a:pt x="1051743" y="872749"/>
                    <a:pt x="1088878" y="802317"/>
                  </a:cubicBezTo>
                  <a:cubicBezTo>
                    <a:pt x="1126228" y="732173"/>
                    <a:pt x="1149617" y="655351"/>
                    <a:pt x="1159405" y="572499"/>
                  </a:cubicBezTo>
                  <a:cubicBezTo>
                    <a:pt x="1169336" y="488570"/>
                    <a:pt x="1164083" y="411820"/>
                    <a:pt x="1143284" y="341891"/>
                  </a:cubicBezTo>
                  <a:close/>
                  <a:moveTo>
                    <a:pt x="771289" y="681270"/>
                  </a:moveTo>
                  <a:cubicBezTo>
                    <a:pt x="755168" y="714798"/>
                    <a:pt x="734874" y="743301"/>
                    <a:pt x="710117" y="767281"/>
                  </a:cubicBezTo>
                  <a:cubicBezTo>
                    <a:pt x="685577" y="791261"/>
                    <a:pt x="657725" y="809999"/>
                    <a:pt x="626492" y="823712"/>
                  </a:cubicBezTo>
                  <a:cubicBezTo>
                    <a:pt x="595258" y="837425"/>
                    <a:pt x="561650" y="844031"/>
                    <a:pt x="525738" y="844031"/>
                  </a:cubicBezTo>
                  <a:lnTo>
                    <a:pt x="422394" y="844031"/>
                  </a:lnTo>
                  <a:cubicBezTo>
                    <a:pt x="401524" y="844031"/>
                    <a:pt x="385331" y="825866"/>
                    <a:pt x="387778" y="805189"/>
                  </a:cubicBezTo>
                  <a:lnTo>
                    <a:pt x="443696" y="331768"/>
                  </a:lnTo>
                  <a:cubicBezTo>
                    <a:pt x="445784" y="314250"/>
                    <a:pt x="460609" y="301040"/>
                    <a:pt x="478312" y="301040"/>
                  </a:cubicBezTo>
                  <a:lnTo>
                    <a:pt x="589861" y="301040"/>
                  </a:lnTo>
                  <a:cubicBezTo>
                    <a:pt x="625844" y="301040"/>
                    <a:pt x="657797" y="307932"/>
                    <a:pt x="685864" y="321358"/>
                  </a:cubicBezTo>
                  <a:cubicBezTo>
                    <a:pt x="713859" y="335071"/>
                    <a:pt x="737249" y="354097"/>
                    <a:pt x="756176" y="377789"/>
                  </a:cubicBezTo>
                  <a:cubicBezTo>
                    <a:pt x="775319" y="401769"/>
                    <a:pt x="788849" y="430559"/>
                    <a:pt x="797053" y="463800"/>
                  </a:cubicBezTo>
                  <a:cubicBezTo>
                    <a:pt x="805041" y="497042"/>
                    <a:pt x="806840" y="533155"/>
                    <a:pt x="802162" y="572499"/>
                  </a:cubicBezTo>
                  <a:cubicBezTo>
                    <a:pt x="797485" y="611843"/>
                    <a:pt x="787193" y="647956"/>
                    <a:pt x="771361" y="6811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8"/>
            <p:cNvSpPr/>
            <p:nvPr/>
          </p:nvSpPr>
          <p:spPr>
            <a:xfrm>
              <a:off x="7964203" y="2196202"/>
              <a:ext cx="346155" cy="833038"/>
            </a:xfrm>
            <a:custGeom>
              <a:rect b="b" l="l" r="r" t="t"/>
              <a:pathLst>
                <a:path extrusionOk="0" h="1145070" w="475815">
                  <a:moveTo>
                    <a:pt x="122869" y="47888"/>
                  </a:moveTo>
                  <a:lnTo>
                    <a:pt x="382" y="1084475"/>
                  </a:lnTo>
                  <a:cubicBezTo>
                    <a:pt x="-3432" y="1116711"/>
                    <a:pt x="21828" y="1145070"/>
                    <a:pt x="54357" y="1145070"/>
                  </a:cubicBezTo>
                  <a:lnTo>
                    <a:pt x="298972" y="1145070"/>
                  </a:lnTo>
                  <a:cubicBezTo>
                    <a:pt x="326535" y="1145070"/>
                    <a:pt x="349708" y="1124465"/>
                    <a:pt x="352947" y="1097182"/>
                  </a:cubicBezTo>
                  <a:lnTo>
                    <a:pt x="475434" y="60596"/>
                  </a:lnTo>
                  <a:cubicBezTo>
                    <a:pt x="479248" y="28359"/>
                    <a:pt x="453988" y="0"/>
                    <a:pt x="421459" y="0"/>
                  </a:cubicBezTo>
                  <a:lnTo>
                    <a:pt x="176844" y="0"/>
                  </a:lnTo>
                  <a:cubicBezTo>
                    <a:pt x="149281" y="0"/>
                    <a:pt x="126108" y="20605"/>
                    <a:pt x="122869" y="478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5" name="Google Shape;95;p18" title="logobuenosair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125" y="4308800"/>
            <a:ext cx="812334" cy="26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15330" l="0" r="13734" t="11879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/>
          <p:nvPr/>
        </p:nvSpPr>
        <p:spPr>
          <a:xfrm>
            <a:off x="-39688" y="0"/>
            <a:ext cx="9144000" cy="5045700"/>
          </a:xfrm>
          <a:prstGeom prst="rect">
            <a:avLst/>
          </a:prstGeom>
          <a:solidFill>
            <a:srgbClr val="000000">
              <a:alpha val="50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0" y="5045807"/>
            <a:ext cx="9144300" cy="97800"/>
          </a:xfrm>
          <a:prstGeom prst="rect">
            <a:avLst/>
          </a:pr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608850" y="1932531"/>
            <a:ext cx="90900" cy="453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8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608850" y="2449443"/>
            <a:ext cx="90900" cy="453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8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608850" y="2966356"/>
            <a:ext cx="90900" cy="453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8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608850" y="3483269"/>
            <a:ext cx="90900" cy="453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8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144350" y="1957873"/>
            <a:ext cx="402600" cy="4026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8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3</a:t>
            </a:r>
            <a:endParaRPr b="1" sz="158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144350" y="2474782"/>
            <a:ext cx="402600" cy="4026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8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4</a:t>
            </a:r>
            <a:endParaRPr b="1" sz="158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144350" y="2991691"/>
            <a:ext cx="402600" cy="4026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8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5</a:t>
            </a:r>
            <a:endParaRPr b="1" sz="158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144350" y="3508600"/>
            <a:ext cx="402600" cy="4026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8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6</a:t>
            </a:r>
            <a:endParaRPr b="1" sz="158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793481" y="1940475"/>
            <a:ext cx="30000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50" lIns="68950" spcFirstLastPara="1" rIns="68950" wrap="square" tIns="689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3"/>
              </a:spcBef>
              <a:spcAft>
                <a:spcPts val="603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sz="98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785759" y="2513171"/>
            <a:ext cx="31605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50" lIns="68950" spcFirstLastPara="1" rIns="68950" wrap="square" tIns="68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3"/>
              </a:spcBef>
              <a:spcAft>
                <a:spcPts val="603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sz="98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793445" y="3482450"/>
            <a:ext cx="32094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50" lIns="68950" spcFirstLastPara="1" rIns="68950" wrap="square" tIns="689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3"/>
              </a:spcBef>
              <a:spcAft>
                <a:spcPts val="603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sz="98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793482" y="2968425"/>
            <a:ext cx="31605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50" lIns="68950" spcFirstLastPara="1" rIns="68950" wrap="square" tIns="689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3"/>
              </a:spcBef>
              <a:spcAft>
                <a:spcPts val="603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sz="98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199092" y="122254"/>
            <a:ext cx="8307300" cy="2796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Índice</a:t>
            </a:r>
            <a:endParaRPr b="1"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5448669" y="1060949"/>
            <a:ext cx="120600" cy="6009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5448669" y="1746303"/>
            <a:ext cx="120600" cy="6009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5448669" y="3117458"/>
            <a:ext cx="120600" cy="6009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4832807" y="1094549"/>
            <a:ext cx="533700" cy="5337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1</a:t>
            </a:r>
            <a:endParaRPr b="1" sz="21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4832807" y="1779899"/>
            <a:ext cx="533700" cy="5337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2</a:t>
            </a:r>
            <a:endParaRPr b="1" sz="21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4832807" y="3151049"/>
            <a:ext cx="533700" cy="5337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4</a:t>
            </a:r>
            <a:endParaRPr b="1" sz="21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5651458" y="3217174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16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5651458" y="1854303"/>
            <a:ext cx="418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13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5651458" y="1168942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13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4875867" y="513758"/>
            <a:ext cx="2870100" cy="279600"/>
          </a:xfrm>
          <a:prstGeom prst="roundRect">
            <a:avLst>
              <a:gd fmla="val 50000" name="adj"/>
            </a:avLst>
          </a:prstGeom>
          <a:solidFill>
            <a:srgbClr val="FFCC1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DG Análisis y Datos</a:t>
            </a:r>
            <a:endParaRPr sz="12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615199" y="4508744"/>
            <a:ext cx="90900" cy="453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8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150699" y="4534076"/>
            <a:ext cx="402600" cy="4026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8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8</a:t>
            </a:r>
            <a:endParaRPr b="1" sz="158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833225" y="4528292"/>
            <a:ext cx="3412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50" lIns="68950" spcFirstLastPara="1" rIns="68950" wrap="square" tIns="68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3"/>
              </a:spcBef>
              <a:spcAft>
                <a:spcPts val="603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98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615199" y="3990827"/>
            <a:ext cx="90900" cy="453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8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150699" y="4016159"/>
            <a:ext cx="402600" cy="4026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8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7</a:t>
            </a:r>
            <a:endParaRPr b="1" sz="158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799806" y="4075181"/>
            <a:ext cx="3412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50" lIns="68950" spcFirstLastPara="1" rIns="68950" wrap="square" tIns="68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3"/>
              </a:spcBef>
              <a:spcAft>
                <a:spcPts val="603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sz="98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612124" y="933133"/>
            <a:ext cx="90900" cy="453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8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12124" y="1450046"/>
            <a:ext cx="90900" cy="453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8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147624" y="958475"/>
            <a:ext cx="402600" cy="4026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8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1</a:t>
            </a:r>
            <a:endParaRPr b="1" sz="158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147624" y="1475384"/>
            <a:ext cx="402600" cy="4026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68950" lIns="68950" spcFirstLastPara="1" rIns="68950" wrap="square" tIns="68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8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2</a:t>
            </a:r>
            <a:endParaRPr b="1" sz="158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796737" y="941065"/>
            <a:ext cx="19233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50" lIns="68950" spcFirstLastPara="1" rIns="68950" wrap="square" tIns="68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sz="98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796734" y="1429276"/>
            <a:ext cx="16134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50" lIns="68950" spcFirstLastPara="1" rIns="68950" wrap="square" tIns="689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3"/>
              </a:spcBef>
              <a:spcAft>
                <a:spcPts val="603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13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546942" y="513758"/>
            <a:ext cx="2870100" cy="279600"/>
          </a:xfrm>
          <a:prstGeom prst="roundRect">
            <a:avLst>
              <a:gd fmla="val 50000" name="adj"/>
            </a:avLst>
          </a:prstGeom>
          <a:solidFill>
            <a:srgbClr val="FFCC1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DG Planificación Estrategica</a:t>
            </a:r>
            <a:endParaRPr b="1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5448669" y="2431658"/>
            <a:ext cx="120600" cy="6009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832807" y="2465249"/>
            <a:ext cx="533700" cy="533700"/>
          </a:xfrm>
          <a:prstGeom prst="ellipse">
            <a:avLst/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3</a:t>
            </a:r>
            <a:endParaRPr b="1" sz="21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5651458" y="2531374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13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0"/>
          <p:cNvPicPr preferRelativeResize="0"/>
          <p:nvPr/>
        </p:nvPicPr>
        <p:blipFill rotWithShape="1">
          <a:blip r:embed="rId3">
            <a:alphaModFix/>
          </a:blip>
          <a:srcRect b="15675" l="0" r="0" t="51"/>
          <a:stretch/>
        </p:blipFill>
        <p:spPr>
          <a:xfrm>
            <a:off x="6300" y="75"/>
            <a:ext cx="9144300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/>
          <p:nvPr/>
        </p:nvSpPr>
        <p:spPr>
          <a:xfrm>
            <a:off x="0" y="1997000"/>
            <a:ext cx="9144000" cy="3146400"/>
          </a:xfrm>
          <a:prstGeom prst="rect">
            <a:avLst/>
          </a:prstGeom>
          <a:gradFill>
            <a:gsLst>
              <a:gs pos="0">
                <a:srgbClr val="123546"/>
              </a:gs>
              <a:gs pos="100000">
                <a:srgbClr val="123546">
                  <a:alpha val="0"/>
                </a:srgbClr>
              </a:gs>
            </a:gsLst>
            <a:lin ang="1619866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" name="Google Shape;148;p20"/>
          <p:cNvGrpSpPr/>
          <p:nvPr/>
        </p:nvGrpSpPr>
        <p:grpSpPr>
          <a:xfrm>
            <a:off x="-7" y="5049979"/>
            <a:ext cx="9144055" cy="93320"/>
            <a:chOff x="1" y="3602363"/>
            <a:chExt cx="9144055" cy="96326"/>
          </a:xfrm>
        </p:grpSpPr>
        <p:sp>
          <p:nvSpPr>
            <p:cNvPr id="149" name="Google Shape;149;p20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0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0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" name="Google Shape;152;p20"/>
          <p:cNvGrpSpPr/>
          <p:nvPr/>
        </p:nvGrpSpPr>
        <p:grpSpPr>
          <a:xfrm>
            <a:off x="1401234" y="382061"/>
            <a:ext cx="606198" cy="152912"/>
            <a:chOff x="4866049" y="2172425"/>
            <a:chExt cx="3444309" cy="868816"/>
          </a:xfrm>
        </p:grpSpPr>
        <p:sp>
          <p:nvSpPr>
            <p:cNvPr id="153" name="Google Shape;153;p20"/>
            <p:cNvSpPr/>
            <p:nvPr/>
          </p:nvSpPr>
          <p:spPr>
            <a:xfrm>
              <a:off x="4866049" y="2172425"/>
              <a:ext cx="767027" cy="868660"/>
            </a:xfrm>
            <a:custGeom>
              <a:rect b="b" l="l" r="r" t="t"/>
              <a:pathLst>
                <a:path extrusionOk="0" h="1194034" w="1054333">
                  <a:moveTo>
                    <a:pt x="1001281" y="658439"/>
                  </a:moveTo>
                  <a:cubicBezTo>
                    <a:pt x="986024" y="615146"/>
                    <a:pt x="961412" y="579320"/>
                    <a:pt x="927012" y="550530"/>
                  </a:cubicBezTo>
                  <a:cubicBezTo>
                    <a:pt x="892900" y="521524"/>
                    <a:pt x="851591" y="497473"/>
                    <a:pt x="803589" y="478518"/>
                  </a:cubicBezTo>
                  <a:cubicBezTo>
                    <a:pt x="755587" y="459277"/>
                    <a:pt x="702116" y="444487"/>
                    <a:pt x="643391" y="433431"/>
                  </a:cubicBezTo>
                  <a:cubicBezTo>
                    <a:pt x="630437" y="431349"/>
                    <a:pt x="614604" y="428405"/>
                    <a:pt x="596037" y="424456"/>
                  </a:cubicBezTo>
                  <a:cubicBezTo>
                    <a:pt x="577398" y="420795"/>
                    <a:pt x="558758" y="415482"/>
                    <a:pt x="540479" y="408877"/>
                  </a:cubicBezTo>
                  <a:cubicBezTo>
                    <a:pt x="522775" y="402487"/>
                    <a:pt x="508238" y="394877"/>
                    <a:pt x="496795" y="386046"/>
                  </a:cubicBezTo>
                  <a:cubicBezTo>
                    <a:pt x="485856" y="377574"/>
                    <a:pt x="479379" y="363717"/>
                    <a:pt x="481034" y="350004"/>
                  </a:cubicBezTo>
                  <a:cubicBezTo>
                    <a:pt x="482690" y="336291"/>
                    <a:pt x="489094" y="324732"/>
                    <a:pt x="499818" y="316547"/>
                  </a:cubicBezTo>
                  <a:cubicBezTo>
                    <a:pt x="510541" y="308363"/>
                    <a:pt x="525006" y="302332"/>
                    <a:pt x="542926" y="298598"/>
                  </a:cubicBezTo>
                  <a:cubicBezTo>
                    <a:pt x="560845" y="294650"/>
                    <a:pt x="582219" y="292783"/>
                    <a:pt x="607624" y="292783"/>
                  </a:cubicBezTo>
                  <a:cubicBezTo>
                    <a:pt x="634827" y="292783"/>
                    <a:pt x="661959" y="296229"/>
                    <a:pt x="689162" y="303337"/>
                  </a:cubicBezTo>
                  <a:cubicBezTo>
                    <a:pt x="716077" y="310445"/>
                    <a:pt x="741770" y="321286"/>
                    <a:pt x="766454" y="336076"/>
                  </a:cubicBezTo>
                  <a:cubicBezTo>
                    <a:pt x="783150" y="346199"/>
                    <a:pt x="799127" y="358117"/>
                    <a:pt x="814384" y="371974"/>
                  </a:cubicBezTo>
                  <a:cubicBezTo>
                    <a:pt x="826834" y="383317"/>
                    <a:pt x="845833" y="383317"/>
                    <a:pt x="858643" y="372404"/>
                  </a:cubicBezTo>
                  <a:lnTo>
                    <a:pt x="1042734" y="214023"/>
                  </a:lnTo>
                  <a:cubicBezTo>
                    <a:pt x="1056192" y="202464"/>
                    <a:pt x="1058063" y="182648"/>
                    <a:pt x="1047700" y="168289"/>
                  </a:cubicBezTo>
                  <a:cubicBezTo>
                    <a:pt x="1027261" y="139858"/>
                    <a:pt x="1003152" y="114299"/>
                    <a:pt x="975733" y="91540"/>
                  </a:cubicBezTo>
                  <a:cubicBezTo>
                    <a:pt x="939750" y="62247"/>
                    <a:pt x="893835" y="39559"/>
                    <a:pt x="837773" y="23764"/>
                  </a:cubicBezTo>
                  <a:cubicBezTo>
                    <a:pt x="781711" y="7969"/>
                    <a:pt x="710464" y="0"/>
                    <a:pt x="623960" y="0"/>
                  </a:cubicBezTo>
                  <a:cubicBezTo>
                    <a:pt x="565019" y="0"/>
                    <a:pt x="506870" y="8687"/>
                    <a:pt x="449801" y="26134"/>
                  </a:cubicBezTo>
                  <a:cubicBezTo>
                    <a:pt x="392443" y="43795"/>
                    <a:pt x="340267" y="68852"/>
                    <a:pt x="293345" y="101591"/>
                  </a:cubicBezTo>
                  <a:cubicBezTo>
                    <a:pt x="246135" y="134330"/>
                    <a:pt x="207129" y="173387"/>
                    <a:pt x="176039" y="219264"/>
                  </a:cubicBezTo>
                  <a:cubicBezTo>
                    <a:pt x="144950" y="265142"/>
                    <a:pt x="126023" y="315829"/>
                    <a:pt x="119474" y="371471"/>
                  </a:cubicBezTo>
                  <a:cubicBezTo>
                    <a:pt x="113644" y="420508"/>
                    <a:pt x="116379" y="464590"/>
                    <a:pt x="127606" y="503934"/>
                  </a:cubicBezTo>
                  <a:cubicBezTo>
                    <a:pt x="138833" y="543278"/>
                    <a:pt x="159055" y="578099"/>
                    <a:pt x="188202" y="608684"/>
                  </a:cubicBezTo>
                  <a:cubicBezTo>
                    <a:pt x="217420" y="639054"/>
                    <a:pt x="255275" y="665403"/>
                    <a:pt x="301909" y="687013"/>
                  </a:cubicBezTo>
                  <a:cubicBezTo>
                    <a:pt x="348544" y="708911"/>
                    <a:pt x="403742" y="727362"/>
                    <a:pt x="467504" y="742655"/>
                  </a:cubicBezTo>
                  <a:cubicBezTo>
                    <a:pt x="480387" y="745814"/>
                    <a:pt x="494780" y="749260"/>
                    <a:pt x="511548" y="752419"/>
                  </a:cubicBezTo>
                  <a:cubicBezTo>
                    <a:pt x="528101" y="755865"/>
                    <a:pt x="545085" y="759814"/>
                    <a:pt x="562429" y="764840"/>
                  </a:cubicBezTo>
                  <a:cubicBezTo>
                    <a:pt x="579845" y="769578"/>
                    <a:pt x="595821" y="775681"/>
                    <a:pt x="610286" y="782789"/>
                  </a:cubicBezTo>
                  <a:cubicBezTo>
                    <a:pt x="624752" y="789897"/>
                    <a:pt x="635978" y="798368"/>
                    <a:pt x="644327" y="808133"/>
                  </a:cubicBezTo>
                  <a:cubicBezTo>
                    <a:pt x="652459" y="817897"/>
                    <a:pt x="655481" y="830030"/>
                    <a:pt x="653826" y="844031"/>
                  </a:cubicBezTo>
                  <a:cubicBezTo>
                    <a:pt x="652027" y="859323"/>
                    <a:pt x="646342" y="871457"/>
                    <a:pt x="636626" y="880144"/>
                  </a:cubicBezTo>
                  <a:cubicBezTo>
                    <a:pt x="626911" y="888831"/>
                    <a:pt x="613453" y="895149"/>
                    <a:pt x="596613" y="898882"/>
                  </a:cubicBezTo>
                  <a:cubicBezTo>
                    <a:pt x="579773" y="902831"/>
                    <a:pt x="560989" y="904698"/>
                    <a:pt x="540119" y="904698"/>
                  </a:cubicBezTo>
                  <a:cubicBezTo>
                    <a:pt x="487727" y="904698"/>
                    <a:pt x="433033" y="893354"/>
                    <a:pt x="376107" y="871169"/>
                  </a:cubicBezTo>
                  <a:cubicBezTo>
                    <a:pt x="327961" y="852287"/>
                    <a:pt x="283702" y="816533"/>
                    <a:pt x="243328" y="764050"/>
                  </a:cubicBezTo>
                  <a:cubicBezTo>
                    <a:pt x="231022" y="748040"/>
                    <a:pt x="207417" y="746388"/>
                    <a:pt x="193096" y="760532"/>
                  </a:cubicBezTo>
                  <a:lnTo>
                    <a:pt x="10156" y="941098"/>
                  </a:lnTo>
                  <a:cubicBezTo>
                    <a:pt x="-1862" y="953016"/>
                    <a:pt x="-3589" y="972258"/>
                    <a:pt x="6990" y="985468"/>
                  </a:cubicBezTo>
                  <a:cubicBezTo>
                    <a:pt x="36712" y="1022586"/>
                    <a:pt x="70392" y="1055469"/>
                    <a:pt x="108175" y="1084546"/>
                  </a:cubicBezTo>
                  <a:cubicBezTo>
                    <a:pt x="153802" y="1119367"/>
                    <a:pt x="208497" y="1146291"/>
                    <a:pt x="272331" y="1165532"/>
                  </a:cubicBezTo>
                  <a:cubicBezTo>
                    <a:pt x="336237" y="1184558"/>
                    <a:pt x="411514" y="1194035"/>
                    <a:pt x="497731" y="1194035"/>
                  </a:cubicBezTo>
                  <a:cubicBezTo>
                    <a:pt x="583947" y="1194035"/>
                    <a:pt x="666348" y="1179532"/>
                    <a:pt x="740618" y="1150742"/>
                  </a:cubicBezTo>
                  <a:cubicBezTo>
                    <a:pt x="815175" y="1121736"/>
                    <a:pt x="876851" y="1078946"/>
                    <a:pt x="925572" y="1022228"/>
                  </a:cubicBezTo>
                  <a:cubicBezTo>
                    <a:pt x="974294" y="965509"/>
                    <a:pt x="1003800" y="895293"/>
                    <a:pt x="1013731" y="811148"/>
                  </a:cubicBezTo>
                  <a:cubicBezTo>
                    <a:pt x="1020712" y="752347"/>
                    <a:pt x="1016394" y="701372"/>
                    <a:pt x="1001353" y="6583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5577875" y="2172425"/>
              <a:ext cx="767073" cy="868712"/>
            </a:xfrm>
            <a:custGeom>
              <a:rect b="b" l="l" r="r" t="t"/>
              <a:pathLst>
                <a:path extrusionOk="0" h="1194106" w="1054396">
                  <a:moveTo>
                    <a:pt x="1001353" y="658439"/>
                  </a:moveTo>
                  <a:cubicBezTo>
                    <a:pt x="986096" y="615146"/>
                    <a:pt x="961484" y="579320"/>
                    <a:pt x="927084" y="550530"/>
                  </a:cubicBezTo>
                  <a:cubicBezTo>
                    <a:pt x="892972" y="521524"/>
                    <a:pt x="851663" y="497473"/>
                    <a:pt x="803661" y="478518"/>
                  </a:cubicBezTo>
                  <a:cubicBezTo>
                    <a:pt x="755659" y="459277"/>
                    <a:pt x="702188" y="444487"/>
                    <a:pt x="643463" y="433431"/>
                  </a:cubicBezTo>
                  <a:cubicBezTo>
                    <a:pt x="630725" y="431349"/>
                    <a:pt x="614964" y="428405"/>
                    <a:pt x="596109" y="424456"/>
                  </a:cubicBezTo>
                  <a:cubicBezTo>
                    <a:pt x="577470" y="420795"/>
                    <a:pt x="559118" y="415482"/>
                    <a:pt x="540551" y="408877"/>
                  </a:cubicBezTo>
                  <a:cubicBezTo>
                    <a:pt x="522847" y="402487"/>
                    <a:pt x="508310" y="394877"/>
                    <a:pt x="496867" y="386046"/>
                  </a:cubicBezTo>
                  <a:cubicBezTo>
                    <a:pt x="485424" y="377215"/>
                    <a:pt x="479451" y="363717"/>
                    <a:pt x="481106" y="350004"/>
                  </a:cubicBezTo>
                  <a:cubicBezTo>
                    <a:pt x="482762" y="336291"/>
                    <a:pt x="489095" y="324732"/>
                    <a:pt x="499890" y="316547"/>
                  </a:cubicBezTo>
                  <a:cubicBezTo>
                    <a:pt x="510613" y="308363"/>
                    <a:pt x="525078" y="302332"/>
                    <a:pt x="542998" y="298598"/>
                  </a:cubicBezTo>
                  <a:cubicBezTo>
                    <a:pt x="560917" y="294650"/>
                    <a:pt x="582579" y="292783"/>
                    <a:pt x="607696" y="292783"/>
                  </a:cubicBezTo>
                  <a:cubicBezTo>
                    <a:pt x="634971" y="292783"/>
                    <a:pt x="662031" y="296229"/>
                    <a:pt x="689234" y="303337"/>
                  </a:cubicBezTo>
                  <a:cubicBezTo>
                    <a:pt x="716149" y="310445"/>
                    <a:pt x="742130" y="321286"/>
                    <a:pt x="766526" y="336076"/>
                  </a:cubicBezTo>
                  <a:cubicBezTo>
                    <a:pt x="783222" y="346199"/>
                    <a:pt x="799199" y="358117"/>
                    <a:pt x="814456" y="371974"/>
                  </a:cubicBezTo>
                  <a:cubicBezTo>
                    <a:pt x="826906" y="383317"/>
                    <a:pt x="845905" y="383317"/>
                    <a:pt x="858715" y="372404"/>
                  </a:cubicBezTo>
                  <a:lnTo>
                    <a:pt x="1042806" y="213951"/>
                  </a:lnTo>
                  <a:cubicBezTo>
                    <a:pt x="1056192" y="202392"/>
                    <a:pt x="1058135" y="182648"/>
                    <a:pt x="1047844" y="168289"/>
                  </a:cubicBezTo>
                  <a:cubicBezTo>
                    <a:pt x="1027477" y="139786"/>
                    <a:pt x="1003440" y="114299"/>
                    <a:pt x="975805" y="91540"/>
                  </a:cubicBezTo>
                  <a:cubicBezTo>
                    <a:pt x="939894" y="62247"/>
                    <a:pt x="893907" y="39559"/>
                    <a:pt x="837845" y="23764"/>
                  </a:cubicBezTo>
                  <a:cubicBezTo>
                    <a:pt x="781783" y="7969"/>
                    <a:pt x="710536" y="0"/>
                    <a:pt x="624320" y="0"/>
                  </a:cubicBezTo>
                  <a:cubicBezTo>
                    <a:pt x="565091" y="0"/>
                    <a:pt x="506942" y="8687"/>
                    <a:pt x="449873" y="26134"/>
                  </a:cubicBezTo>
                  <a:cubicBezTo>
                    <a:pt x="392515" y="43795"/>
                    <a:pt x="340339" y="68852"/>
                    <a:pt x="293417" y="101591"/>
                  </a:cubicBezTo>
                  <a:cubicBezTo>
                    <a:pt x="246207" y="134330"/>
                    <a:pt x="207201" y="173387"/>
                    <a:pt x="176111" y="219264"/>
                  </a:cubicBezTo>
                  <a:cubicBezTo>
                    <a:pt x="145022" y="265142"/>
                    <a:pt x="126095" y="315829"/>
                    <a:pt x="119546" y="371471"/>
                  </a:cubicBezTo>
                  <a:cubicBezTo>
                    <a:pt x="113716" y="420508"/>
                    <a:pt x="116451" y="464590"/>
                    <a:pt x="127678" y="503934"/>
                  </a:cubicBezTo>
                  <a:cubicBezTo>
                    <a:pt x="138905" y="543278"/>
                    <a:pt x="159127" y="578099"/>
                    <a:pt x="188274" y="608684"/>
                  </a:cubicBezTo>
                  <a:cubicBezTo>
                    <a:pt x="217492" y="639054"/>
                    <a:pt x="255347" y="665403"/>
                    <a:pt x="301981" y="687013"/>
                  </a:cubicBezTo>
                  <a:cubicBezTo>
                    <a:pt x="348616" y="708911"/>
                    <a:pt x="403814" y="727362"/>
                    <a:pt x="467576" y="742655"/>
                  </a:cubicBezTo>
                  <a:cubicBezTo>
                    <a:pt x="480459" y="745814"/>
                    <a:pt x="495068" y="749260"/>
                    <a:pt x="511620" y="752419"/>
                  </a:cubicBezTo>
                  <a:cubicBezTo>
                    <a:pt x="528173" y="755865"/>
                    <a:pt x="545157" y="759814"/>
                    <a:pt x="562501" y="764840"/>
                  </a:cubicBezTo>
                  <a:cubicBezTo>
                    <a:pt x="579917" y="769578"/>
                    <a:pt x="595893" y="775681"/>
                    <a:pt x="610359" y="782789"/>
                  </a:cubicBezTo>
                  <a:cubicBezTo>
                    <a:pt x="624824" y="789897"/>
                    <a:pt x="636266" y="798368"/>
                    <a:pt x="644399" y="808133"/>
                  </a:cubicBezTo>
                  <a:cubicBezTo>
                    <a:pt x="652531" y="817897"/>
                    <a:pt x="655554" y="830030"/>
                    <a:pt x="653898" y="844031"/>
                  </a:cubicBezTo>
                  <a:cubicBezTo>
                    <a:pt x="652099" y="859323"/>
                    <a:pt x="646414" y="871457"/>
                    <a:pt x="636698" y="880144"/>
                  </a:cubicBezTo>
                  <a:cubicBezTo>
                    <a:pt x="626911" y="888831"/>
                    <a:pt x="613525" y="895149"/>
                    <a:pt x="596685" y="898882"/>
                  </a:cubicBezTo>
                  <a:cubicBezTo>
                    <a:pt x="579845" y="902831"/>
                    <a:pt x="561061" y="904698"/>
                    <a:pt x="540191" y="904698"/>
                  </a:cubicBezTo>
                  <a:cubicBezTo>
                    <a:pt x="487799" y="904698"/>
                    <a:pt x="433105" y="893354"/>
                    <a:pt x="376179" y="871169"/>
                  </a:cubicBezTo>
                  <a:cubicBezTo>
                    <a:pt x="328249" y="852287"/>
                    <a:pt x="283990" y="816461"/>
                    <a:pt x="243400" y="763978"/>
                  </a:cubicBezTo>
                  <a:cubicBezTo>
                    <a:pt x="231094" y="748040"/>
                    <a:pt x="207561" y="746388"/>
                    <a:pt x="193168" y="760532"/>
                  </a:cubicBezTo>
                  <a:lnTo>
                    <a:pt x="10156" y="941170"/>
                  </a:lnTo>
                  <a:cubicBezTo>
                    <a:pt x="-1862" y="953088"/>
                    <a:pt x="-3589" y="972329"/>
                    <a:pt x="6990" y="985540"/>
                  </a:cubicBezTo>
                  <a:cubicBezTo>
                    <a:pt x="36712" y="1022658"/>
                    <a:pt x="70393" y="1055541"/>
                    <a:pt x="108175" y="1084618"/>
                  </a:cubicBezTo>
                  <a:cubicBezTo>
                    <a:pt x="153802" y="1119439"/>
                    <a:pt x="208496" y="1146362"/>
                    <a:pt x="272331" y="1165604"/>
                  </a:cubicBezTo>
                  <a:cubicBezTo>
                    <a:pt x="336237" y="1184630"/>
                    <a:pt x="411515" y="1194107"/>
                    <a:pt x="497731" y="1194107"/>
                  </a:cubicBezTo>
                  <a:cubicBezTo>
                    <a:pt x="583947" y="1194107"/>
                    <a:pt x="666349" y="1179604"/>
                    <a:pt x="740618" y="1150814"/>
                  </a:cubicBezTo>
                  <a:cubicBezTo>
                    <a:pt x="815176" y="1121808"/>
                    <a:pt x="876851" y="1079018"/>
                    <a:pt x="925572" y="1022299"/>
                  </a:cubicBezTo>
                  <a:cubicBezTo>
                    <a:pt x="974294" y="965581"/>
                    <a:pt x="1003800" y="895364"/>
                    <a:pt x="1013732" y="811220"/>
                  </a:cubicBezTo>
                  <a:cubicBezTo>
                    <a:pt x="1020712" y="752419"/>
                    <a:pt x="1016610" y="701444"/>
                    <a:pt x="1001353" y="6584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0"/>
            <p:cNvSpPr/>
            <p:nvPr/>
          </p:nvSpPr>
          <p:spPr>
            <a:xfrm>
              <a:off x="6346942" y="2172529"/>
              <a:ext cx="810806" cy="868712"/>
            </a:xfrm>
            <a:custGeom>
              <a:rect b="b" l="l" r="r" t="t"/>
              <a:pathLst>
                <a:path extrusionOk="0" h="1194106" w="1114510">
                  <a:moveTo>
                    <a:pt x="817712" y="823497"/>
                  </a:moveTo>
                  <a:cubicBezTo>
                    <a:pt x="791804" y="839292"/>
                    <a:pt x="763593" y="852000"/>
                    <a:pt x="732791" y="862051"/>
                  </a:cubicBezTo>
                  <a:cubicBezTo>
                    <a:pt x="702278" y="871816"/>
                    <a:pt x="670540" y="876554"/>
                    <a:pt x="637723" y="876554"/>
                  </a:cubicBezTo>
                  <a:cubicBezTo>
                    <a:pt x="591737" y="876554"/>
                    <a:pt x="550932" y="870236"/>
                    <a:pt x="515452" y="857026"/>
                  </a:cubicBezTo>
                  <a:cubicBezTo>
                    <a:pt x="479757" y="843815"/>
                    <a:pt x="450178" y="825364"/>
                    <a:pt x="426789" y="801384"/>
                  </a:cubicBezTo>
                  <a:cubicBezTo>
                    <a:pt x="403472" y="777404"/>
                    <a:pt x="386488" y="748614"/>
                    <a:pt x="376197" y="714870"/>
                  </a:cubicBezTo>
                  <a:cubicBezTo>
                    <a:pt x="366193" y="681126"/>
                    <a:pt x="363458" y="643362"/>
                    <a:pt x="368352" y="601935"/>
                  </a:cubicBezTo>
                  <a:cubicBezTo>
                    <a:pt x="373750" y="556058"/>
                    <a:pt x="385696" y="515637"/>
                    <a:pt x="403832" y="480816"/>
                  </a:cubicBezTo>
                  <a:cubicBezTo>
                    <a:pt x="422255" y="445995"/>
                    <a:pt x="445285" y="416415"/>
                    <a:pt x="472704" y="392435"/>
                  </a:cubicBezTo>
                  <a:cubicBezTo>
                    <a:pt x="500123" y="368456"/>
                    <a:pt x="531141" y="350220"/>
                    <a:pt x="565901" y="337583"/>
                  </a:cubicBezTo>
                  <a:cubicBezTo>
                    <a:pt x="600661" y="325163"/>
                    <a:pt x="636572" y="318845"/>
                    <a:pt x="673923" y="318845"/>
                  </a:cubicBezTo>
                  <a:cubicBezTo>
                    <a:pt x="711274" y="318845"/>
                    <a:pt x="741356" y="323583"/>
                    <a:pt x="768271" y="332845"/>
                  </a:cubicBezTo>
                  <a:cubicBezTo>
                    <a:pt x="794971" y="342107"/>
                    <a:pt x="818072" y="354456"/>
                    <a:pt x="837719" y="369533"/>
                  </a:cubicBezTo>
                  <a:cubicBezTo>
                    <a:pt x="847362" y="377215"/>
                    <a:pt x="856358" y="385256"/>
                    <a:pt x="864562" y="393728"/>
                  </a:cubicBezTo>
                  <a:cubicBezTo>
                    <a:pt x="877804" y="407441"/>
                    <a:pt x="900186" y="406651"/>
                    <a:pt x="913500" y="392938"/>
                  </a:cubicBezTo>
                  <a:lnTo>
                    <a:pt x="1105075" y="196074"/>
                  </a:lnTo>
                  <a:cubicBezTo>
                    <a:pt x="1118101" y="182720"/>
                    <a:pt x="1117453" y="161612"/>
                    <a:pt x="1104283" y="148402"/>
                  </a:cubicBezTo>
                  <a:cubicBezTo>
                    <a:pt x="1076432" y="120258"/>
                    <a:pt x="1045487" y="96063"/>
                    <a:pt x="1011806" y="75960"/>
                  </a:cubicBezTo>
                  <a:cubicBezTo>
                    <a:pt x="968266" y="50401"/>
                    <a:pt x="921344" y="31375"/>
                    <a:pt x="870968" y="18739"/>
                  </a:cubicBezTo>
                  <a:cubicBezTo>
                    <a:pt x="820303" y="6318"/>
                    <a:pt x="768487" y="0"/>
                    <a:pt x="715016" y="0"/>
                  </a:cubicBezTo>
                  <a:cubicBezTo>
                    <a:pt x="620883" y="0"/>
                    <a:pt x="532940" y="14790"/>
                    <a:pt x="451402" y="44298"/>
                  </a:cubicBezTo>
                  <a:cubicBezTo>
                    <a:pt x="369648" y="73591"/>
                    <a:pt x="297393" y="114730"/>
                    <a:pt x="234206" y="167787"/>
                  </a:cubicBezTo>
                  <a:cubicBezTo>
                    <a:pt x="171092" y="220557"/>
                    <a:pt x="119779" y="283593"/>
                    <a:pt x="79910" y="356681"/>
                  </a:cubicBezTo>
                  <a:cubicBezTo>
                    <a:pt x="40040" y="429769"/>
                    <a:pt x="15284" y="509965"/>
                    <a:pt x="4993" y="597053"/>
                  </a:cubicBezTo>
                  <a:cubicBezTo>
                    <a:pt x="-5299" y="684357"/>
                    <a:pt x="243" y="764553"/>
                    <a:pt x="22337" y="837641"/>
                  </a:cubicBezTo>
                  <a:cubicBezTo>
                    <a:pt x="44358" y="910729"/>
                    <a:pt x="80342" y="973550"/>
                    <a:pt x="130430" y="1026535"/>
                  </a:cubicBezTo>
                  <a:cubicBezTo>
                    <a:pt x="180519" y="1079305"/>
                    <a:pt x="242338" y="1120444"/>
                    <a:pt x="315745" y="1150024"/>
                  </a:cubicBezTo>
                  <a:cubicBezTo>
                    <a:pt x="389510" y="1179317"/>
                    <a:pt x="472128" y="1194107"/>
                    <a:pt x="563886" y="1194107"/>
                  </a:cubicBezTo>
                  <a:cubicBezTo>
                    <a:pt x="621819" y="1194107"/>
                    <a:pt x="679968" y="1187214"/>
                    <a:pt x="738477" y="1173788"/>
                  </a:cubicBezTo>
                  <a:cubicBezTo>
                    <a:pt x="796986" y="1160075"/>
                    <a:pt x="851249" y="1141337"/>
                    <a:pt x="900906" y="1117357"/>
                  </a:cubicBezTo>
                  <a:cubicBezTo>
                    <a:pt x="940559" y="1098331"/>
                    <a:pt x="974528" y="1077223"/>
                    <a:pt x="1002883" y="1054033"/>
                  </a:cubicBezTo>
                  <a:cubicBezTo>
                    <a:pt x="1015333" y="1043838"/>
                    <a:pt x="1019075" y="1026535"/>
                    <a:pt x="1011734" y="1012248"/>
                  </a:cubicBezTo>
                  <a:lnTo>
                    <a:pt x="906159" y="808563"/>
                  </a:lnTo>
                  <a:cubicBezTo>
                    <a:pt x="896300" y="789538"/>
                    <a:pt x="871759" y="784943"/>
                    <a:pt x="854775" y="798081"/>
                  </a:cubicBezTo>
                  <a:cubicBezTo>
                    <a:pt x="843189" y="807128"/>
                    <a:pt x="830810" y="815671"/>
                    <a:pt x="817640" y="8237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7116758" y="2196150"/>
              <a:ext cx="847001" cy="833038"/>
            </a:xfrm>
            <a:custGeom>
              <a:rect b="b" l="l" r="r" t="t"/>
              <a:pathLst>
                <a:path extrusionOk="0" h="1145070" w="1164263">
                  <a:moveTo>
                    <a:pt x="1143284" y="341963"/>
                  </a:moveTo>
                  <a:cubicBezTo>
                    <a:pt x="1122702" y="272034"/>
                    <a:pt x="1088590" y="211869"/>
                    <a:pt x="1040876" y="161253"/>
                  </a:cubicBezTo>
                  <a:cubicBezTo>
                    <a:pt x="993162" y="110565"/>
                    <a:pt x="935157" y="71006"/>
                    <a:pt x="866357" y="42503"/>
                  </a:cubicBezTo>
                  <a:cubicBezTo>
                    <a:pt x="797485" y="14287"/>
                    <a:pt x="719832" y="0"/>
                    <a:pt x="633616" y="0"/>
                  </a:cubicBezTo>
                  <a:lnTo>
                    <a:pt x="176844" y="0"/>
                  </a:lnTo>
                  <a:cubicBezTo>
                    <a:pt x="149281" y="0"/>
                    <a:pt x="126107" y="20605"/>
                    <a:pt x="122869" y="47888"/>
                  </a:cubicBezTo>
                  <a:lnTo>
                    <a:pt x="382" y="1084475"/>
                  </a:lnTo>
                  <a:cubicBezTo>
                    <a:pt x="-3433" y="1116711"/>
                    <a:pt x="21828" y="1145070"/>
                    <a:pt x="54357" y="1145070"/>
                  </a:cubicBezTo>
                  <a:lnTo>
                    <a:pt x="498319" y="1145070"/>
                  </a:lnTo>
                  <a:cubicBezTo>
                    <a:pt x="584535" y="1145070"/>
                    <a:pt x="665498" y="1131070"/>
                    <a:pt x="741063" y="1102567"/>
                  </a:cubicBezTo>
                  <a:cubicBezTo>
                    <a:pt x="816628" y="1074064"/>
                    <a:pt x="883917" y="1034792"/>
                    <a:pt x="943649" y="983817"/>
                  </a:cubicBezTo>
                  <a:cubicBezTo>
                    <a:pt x="1003309" y="933129"/>
                    <a:pt x="1051743" y="872749"/>
                    <a:pt x="1088878" y="802317"/>
                  </a:cubicBezTo>
                  <a:cubicBezTo>
                    <a:pt x="1126228" y="732173"/>
                    <a:pt x="1149617" y="655351"/>
                    <a:pt x="1159405" y="572499"/>
                  </a:cubicBezTo>
                  <a:cubicBezTo>
                    <a:pt x="1169336" y="488570"/>
                    <a:pt x="1164083" y="411820"/>
                    <a:pt x="1143284" y="341891"/>
                  </a:cubicBezTo>
                  <a:close/>
                  <a:moveTo>
                    <a:pt x="771289" y="681270"/>
                  </a:moveTo>
                  <a:cubicBezTo>
                    <a:pt x="755168" y="714798"/>
                    <a:pt x="734874" y="743301"/>
                    <a:pt x="710117" y="767281"/>
                  </a:cubicBezTo>
                  <a:cubicBezTo>
                    <a:pt x="685577" y="791261"/>
                    <a:pt x="657725" y="809999"/>
                    <a:pt x="626492" y="823712"/>
                  </a:cubicBezTo>
                  <a:cubicBezTo>
                    <a:pt x="595258" y="837425"/>
                    <a:pt x="561650" y="844031"/>
                    <a:pt x="525738" y="844031"/>
                  </a:cubicBezTo>
                  <a:lnTo>
                    <a:pt x="422394" y="844031"/>
                  </a:lnTo>
                  <a:cubicBezTo>
                    <a:pt x="401524" y="844031"/>
                    <a:pt x="385331" y="825866"/>
                    <a:pt x="387778" y="805189"/>
                  </a:cubicBezTo>
                  <a:lnTo>
                    <a:pt x="443696" y="331768"/>
                  </a:lnTo>
                  <a:cubicBezTo>
                    <a:pt x="445784" y="314250"/>
                    <a:pt x="460609" y="301040"/>
                    <a:pt x="478312" y="301040"/>
                  </a:cubicBezTo>
                  <a:lnTo>
                    <a:pt x="589861" y="301040"/>
                  </a:lnTo>
                  <a:cubicBezTo>
                    <a:pt x="625844" y="301040"/>
                    <a:pt x="657797" y="307932"/>
                    <a:pt x="685864" y="321358"/>
                  </a:cubicBezTo>
                  <a:cubicBezTo>
                    <a:pt x="713859" y="335071"/>
                    <a:pt x="737249" y="354097"/>
                    <a:pt x="756176" y="377789"/>
                  </a:cubicBezTo>
                  <a:cubicBezTo>
                    <a:pt x="775319" y="401769"/>
                    <a:pt x="788849" y="430559"/>
                    <a:pt x="797053" y="463800"/>
                  </a:cubicBezTo>
                  <a:cubicBezTo>
                    <a:pt x="805041" y="497042"/>
                    <a:pt x="806840" y="533155"/>
                    <a:pt x="802162" y="572499"/>
                  </a:cubicBezTo>
                  <a:cubicBezTo>
                    <a:pt x="797485" y="611843"/>
                    <a:pt x="787193" y="647956"/>
                    <a:pt x="771361" y="6811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0"/>
            <p:cNvSpPr/>
            <p:nvPr/>
          </p:nvSpPr>
          <p:spPr>
            <a:xfrm>
              <a:off x="7964203" y="2196202"/>
              <a:ext cx="346155" cy="833038"/>
            </a:xfrm>
            <a:custGeom>
              <a:rect b="b" l="l" r="r" t="t"/>
              <a:pathLst>
                <a:path extrusionOk="0" h="1145070" w="475815">
                  <a:moveTo>
                    <a:pt x="122869" y="47888"/>
                  </a:moveTo>
                  <a:lnTo>
                    <a:pt x="382" y="1084475"/>
                  </a:lnTo>
                  <a:cubicBezTo>
                    <a:pt x="-3432" y="1116711"/>
                    <a:pt x="21828" y="1145070"/>
                    <a:pt x="54357" y="1145070"/>
                  </a:cubicBezTo>
                  <a:lnTo>
                    <a:pt x="298972" y="1145070"/>
                  </a:lnTo>
                  <a:cubicBezTo>
                    <a:pt x="326535" y="1145070"/>
                    <a:pt x="349708" y="1124465"/>
                    <a:pt x="352947" y="1097182"/>
                  </a:cubicBezTo>
                  <a:lnTo>
                    <a:pt x="475434" y="60596"/>
                  </a:lnTo>
                  <a:cubicBezTo>
                    <a:pt x="479248" y="28359"/>
                    <a:pt x="453988" y="0"/>
                    <a:pt x="421459" y="0"/>
                  </a:cubicBezTo>
                  <a:lnTo>
                    <a:pt x="176844" y="0"/>
                  </a:lnTo>
                  <a:cubicBezTo>
                    <a:pt x="149281" y="0"/>
                    <a:pt x="126108" y="20605"/>
                    <a:pt x="122869" y="478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8" name="Google Shape;158;p20" title="logobuenosair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125" y="355525"/>
            <a:ext cx="631900" cy="2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/>
        </p:nvSpPr>
        <p:spPr>
          <a:xfrm>
            <a:off x="5626250" y="355525"/>
            <a:ext cx="302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Febrero 2026</a:t>
            </a:r>
            <a:endParaRPr b="1" sz="16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496125" y="3203775"/>
            <a:ext cx="8293500" cy="13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42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Comunicación </a:t>
            </a:r>
            <a:r>
              <a:rPr b="1" lang="es" sz="42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Digital y Directa</a:t>
            </a:r>
            <a:endParaRPr b="1" sz="42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496125" y="2268600"/>
            <a:ext cx="606300" cy="606300"/>
          </a:xfrm>
          <a:prstGeom prst="roundRect">
            <a:avLst>
              <a:gd fmla="val 16667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2" name="Google Shape;162;p20"/>
          <p:cNvSpPr txBox="1"/>
          <p:nvPr/>
        </p:nvSpPr>
        <p:spPr>
          <a:xfrm>
            <a:off x="496125" y="3493050"/>
            <a:ext cx="400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Campañas destacadas</a:t>
            </a:r>
            <a:endParaRPr b="1" sz="21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63" name="Google Shape;163;p20"/>
          <p:cNvGrpSpPr/>
          <p:nvPr/>
        </p:nvGrpSpPr>
        <p:grpSpPr>
          <a:xfrm>
            <a:off x="616153" y="2376758"/>
            <a:ext cx="391834" cy="390119"/>
            <a:chOff x="2134400" y="1188200"/>
            <a:chExt cx="3351875" cy="3337200"/>
          </a:xfrm>
        </p:grpSpPr>
        <p:sp>
          <p:nvSpPr>
            <p:cNvPr id="164" name="Google Shape;164;p20"/>
            <p:cNvSpPr/>
            <p:nvPr/>
          </p:nvSpPr>
          <p:spPr>
            <a:xfrm>
              <a:off x="4405550" y="2315025"/>
              <a:ext cx="1080725" cy="880950"/>
            </a:xfrm>
            <a:custGeom>
              <a:rect b="b" l="l" r="r" t="t"/>
              <a:pathLst>
                <a:path extrusionOk="0" h="35238" w="43229">
                  <a:moveTo>
                    <a:pt x="21125" y="1"/>
                  </a:moveTo>
                  <a:lnTo>
                    <a:pt x="18946" y="196"/>
                  </a:lnTo>
                  <a:lnTo>
                    <a:pt x="17856" y="392"/>
                  </a:lnTo>
                  <a:lnTo>
                    <a:pt x="16738" y="615"/>
                  </a:lnTo>
                  <a:lnTo>
                    <a:pt x="14587" y="1258"/>
                  </a:lnTo>
                  <a:lnTo>
                    <a:pt x="12575" y="2069"/>
                  </a:lnTo>
                  <a:lnTo>
                    <a:pt x="10675" y="3047"/>
                  </a:lnTo>
                  <a:lnTo>
                    <a:pt x="8914" y="4164"/>
                  </a:lnTo>
                  <a:lnTo>
                    <a:pt x="7293" y="5450"/>
                  </a:lnTo>
                  <a:lnTo>
                    <a:pt x="5812" y="6875"/>
                  </a:lnTo>
                  <a:lnTo>
                    <a:pt x="4471" y="8412"/>
                  </a:lnTo>
                  <a:lnTo>
                    <a:pt x="3297" y="10088"/>
                  </a:lnTo>
                  <a:lnTo>
                    <a:pt x="2291" y="11849"/>
                  </a:lnTo>
                  <a:lnTo>
                    <a:pt x="1453" y="13749"/>
                  </a:lnTo>
                  <a:lnTo>
                    <a:pt x="810" y="15705"/>
                  </a:lnTo>
                  <a:lnTo>
                    <a:pt x="363" y="17745"/>
                  </a:lnTo>
                  <a:lnTo>
                    <a:pt x="84" y="19869"/>
                  </a:lnTo>
                  <a:lnTo>
                    <a:pt x="0" y="22048"/>
                  </a:lnTo>
                  <a:lnTo>
                    <a:pt x="140" y="24284"/>
                  </a:lnTo>
                  <a:lnTo>
                    <a:pt x="307" y="25402"/>
                  </a:lnTo>
                  <a:lnTo>
                    <a:pt x="559" y="26743"/>
                  </a:lnTo>
                  <a:lnTo>
                    <a:pt x="1313" y="29342"/>
                  </a:lnTo>
                  <a:lnTo>
                    <a:pt x="2431" y="31773"/>
                  </a:lnTo>
                  <a:lnTo>
                    <a:pt x="3912" y="34120"/>
                  </a:lnTo>
                  <a:lnTo>
                    <a:pt x="4778" y="35238"/>
                  </a:lnTo>
                  <a:lnTo>
                    <a:pt x="5253" y="34371"/>
                  </a:lnTo>
                  <a:lnTo>
                    <a:pt x="6259" y="32751"/>
                  </a:lnTo>
                  <a:lnTo>
                    <a:pt x="7405" y="31270"/>
                  </a:lnTo>
                  <a:lnTo>
                    <a:pt x="8663" y="29900"/>
                  </a:lnTo>
                  <a:lnTo>
                    <a:pt x="9361" y="29286"/>
                  </a:lnTo>
                  <a:lnTo>
                    <a:pt x="10088" y="28671"/>
                  </a:lnTo>
                  <a:lnTo>
                    <a:pt x="11597" y="27637"/>
                  </a:lnTo>
                  <a:lnTo>
                    <a:pt x="13189" y="26715"/>
                  </a:lnTo>
                  <a:lnTo>
                    <a:pt x="14894" y="25960"/>
                  </a:lnTo>
                  <a:lnTo>
                    <a:pt x="15788" y="25597"/>
                  </a:lnTo>
                  <a:lnTo>
                    <a:pt x="14810" y="24759"/>
                  </a:lnTo>
                  <a:lnTo>
                    <a:pt x="13329" y="22915"/>
                  </a:lnTo>
                  <a:lnTo>
                    <a:pt x="12351" y="20931"/>
                  </a:lnTo>
                  <a:lnTo>
                    <a:pt x="11848" y="18919"/>
                  </a:lnTo>
                  <a:lnTo>
                    <a:pt x="11764" y="16907"/>
                  </a:lnTo>
                  <a:lnTo>
                    <a:pt x="12100" y="14951"/>
                  </a:lnTo>
                  <a:lnTo>
                    <a:pt x="12798" y="13162"/>
                  </a:lnTo>
                  <a:lnTo>
                    <a:pt x="13804" y="11541"/>
                  </a:lnTo>
                  <a:lnTo>
                    <a:pt x="14447" y="10843"/>
                  </a:lnTo>
                  <a:lnTo>
                    <a:pt x="15173" y="10116"/>
                  </a:lnTo>
                  <a:lnTo>
                    <a:pt x="16794" y="8971"/>
                  </a:lnTo>
                  <a:lnTo>
                    <a:pt x="18583" y="8216"/>
                  </a:lnTo>
                  <a:lnTo>
                    <a:pt x="20483" y="7825"/>
                  </a:lnTo>
                  <a:lnTo>
                    <a:pt x="22383" y="7769"/>
                  </a:lnTo>
                  <a:lnTo>
                    <a:pt x="24283" y="8104"/>
                  </a:lnTo>
                  <a:lnTo>
                    <a:pt x="26099" y="8803"/>
                  </a:lnTo>
                  <a:lnTo>
                    <a:pt x="27748" y="9893"/>
                  </a:lnTo>
                  <a:lnTo>
                    <a:pt x="28531" y="10563"/>
                  </a:lnTo>
                  <a:lnTo>
                    <a:pt x="29117" y="11206"/>
                  </a:lnTo>
                  <a:lnTo>
                    <a:pt x="30179" y="12715"/>
                  </a:lnTo>
                  <a:lnTo>
                    <a:pt x="30934" y="14476"/>
                  </a:lnTo>
                  <a:lnTo>
                    <a:pt x="31381" y="16404"/>
                  </a:lnTo>
                  <a:lnTo>
                    <a:pt x="31437" y="18444"/>
                  </a:lnTo>
                  <a:lnTo>
                    <a:pt x="30990" y="20539"/>
                  </a:lnTo>
                  <a:lnTo>
                    <a:pt x="30319" y="22104"/>
                  </a:lnTo>
                  <a:lnTo>
                    <a:pt x="29704" y="23138"/>
                  </a:lnTo>
                  <a:lnTo>
                    <a:pt x="28922" y="24144"/>
                  </a:lnTo>
                  <a:lnTo>
                    <a:pt x="27972" y="25150"/>
                  </a:lnTo>
                  <a:lnTo>
                    <a:pt x="27441" y="25625"/>
                  </a:lnTo>
                  <a:lnTo>
                    <a:pt x="28363" y="25960"/>
                  </a:lnTo>
                  <a:lnTo>
                    <a:pt x="30067" y="26743"/>
                  </a:lnTo>
                  <a:lnTo>
                    <a:pt x="31688" y="27665"/>
                  </a:lnTo>
                  <a:lnTo>
                    <a:pt x="33169" y="28727"/>
                  </a:lnTo>
                  <a:lnTo>
                    <a:pt x="34538" y="29928"/>
                  </a:lnTo>
                  <a:lnTo>
                    <a:pt x="35796" y="31270"/>
                  </a:lnTo>
                  <a:lnTo>
                    <a:pt x="36942" y="32751"/>
                  </a:lnTo>
                  <a:lnTo>
                    <a:pt x="37948" y="34371"/>
                  </a:lnTo>
                  <a:lnTo>
                    <a:pt x="38423" y="35238"/>
                  </a:lnTo>
                  <a:lnTo>
                    <a:pt x="39065" y="34427"/>
                  </a:lnTo>
                  <a:lnTo>
                    <a:pt x="40183" y="32751"/>
                  </a:lnTo>
                  <a:lnTo>
                    <a:pt x="41105" y="31018"/>
                  </a:lnTo>
                  <a:lnTo>
                    <a:pt x="41860" y="29230"/>
                  </a:lnTo>
                  <a:lnTo>
                    <a:pt x="42195" y="28280"/>
                  </a:lnTo>
                  <a:lnTo>
                    <a:pt x="42726" y="26435"/>
                  </a:lnTo>
                  <a:lnTo>
                    <a:pt x="43229" y="24591"/>
                  </a:lnTo>
                  <a:lnTo>
                    <a:pt x="43229" y="23809"/>
                  </a:lnTo>
                  <a:lnTo>
                    <a:pt x="43229" y="23026"/>
                  </a:lnTo>
                  <a:lnTo>
                    <a:pt x="43089" y="22635"/>
                  </a:lnTo>
                  <a:lnTo>
                    <a:pt x="43089" y="21853"/>
                  </a:lnTo>
                  <a:lnTo>
                    <a:pt x="43229" y="21461"/>
                  </a:lnTo>
                  <a:lnTo>
                    <a:pt x="43229" y="19086"/>
                  </a:lnTo>
                  <a:lnTo>
                    <a:pt x="43033" y="18974"/>
                  </a:lnTo>
                  <a:lnTo>
                    <a:pt x="42977" y="18611"/>
                  </a:lnTo>
                  <a:lnTo>
                    <a:pt x="42977" y="18444"/>
                  </a:lnTo>
                  <a:lnTo>
                    <a:pt x="42810" y="17326"/>
                  </a:lnTo>
                  <a:lnTo>
                    <a:pt x="42279" y="15202"/>
                  </a:lnTo>
                  <a:lnTo>
                    <a:pt x="41524" y="13162"/>
                  </a:lnTo>
                  <a:lnTo>
                    <a:pt x="40546" y="11206"/>
                  </a:lnTo>
                  <a:lnTo>
                    <a:pt x="39429" y="9390"/>
                  </a:lnTo>
                  <a:lnTo>
                    <a:pt x="38115" y="7713"/>
                  </a:lnTo>
                  <a:lnTo>
                    <a:pt x="36634" y="6148"/>
                  </a:lnTo>
                  <a:lnTo>
                    <a:pt x="35041" y="4751"/>
                  </a:lnTo>
                  <a:lnTo>
                    <a:pt x="33309" y="3494"/>
                  </a:lnTo>
                  <a:lnTo>
                    <a:pt x="31465" y="2432"/>
                  </a:lnTo>
                  <a:lnTo>
                    <a:pt x="29509" y="1538"/>
                  </a:lnTo>
                  <a:lnTo>
                    <a:pt x="27497" y="839"/>
                  </a:lnTo>
                  <a:lnTo>
                    <a:pt x="25429" y="336"/>
                  </a:lnTo>
                  <a:lnTo>
                    <a:pt x="23277" y="57"/>
                  </a:lnTo>
                  <a:lnTo>
                    <a:pt x="21125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2134400" y="2491775"/>
              <a:ext cx="327675" cy="732150"/>
            </a:xfrm>
            <a:custGeom>
              <a:rect b="b" l="l" r="r" t="t"/>
              <a:pathLst>
                <a:path extrusionOk="0" h="29286" w="13107">
                  <a:moveTo>
                    <a:pt x="12296" y="0"/>
                  </a:moveTo>
                  <a:lnTo>
                    <a:pt x="10005" y="28"/>
                  </a:lnTo>
                  <a:lnTo>
                    <a:pt x="7713" y="56"/>
                  </a:lnTo>
                  <a:lnTo>
                    <a:pt x="7043" y="112"/>
                  </a:lnTo>
                  <a:lnTo>
                    <a:pt x="5757" y="364"/>
                  </a:lnTo>
                  <a:lnTo>
                    <a:pt x="4584" y="783"/>
                  </a:lnTo>
                  <a:lnTo>
                    <a:pt x="3494" y="1398"/>
                  </a:lnTo>
                  <a:lnTo>
                    <a:pt x="2544" y="2152"/>
                  </a:lnTo>
                  <a:lnTo>
                    <a:pt x="1706" y="3074"/>
                  </a:lnTo>
                  <a:lnTo>
                    <a:pt x="1035" y="4136"/>
                  </a:lnTo>
                  <a:lnTo>
                    <a:pt x="476" y="5310"/>
                  </a:lnTo>
                  <a:lnTo>
                    <a:pt x="280" y="5952"/>
                  </a:lnTo>
                  <a:lnTo>
                    <a:pt x="225" y="6120"/>
                  </a:lnTo>
                  <a:lnTo>
                    <a:pt x="141" y="6428"/>
                  </a:lnTo>
                  <a:lnTo>
                    <a:pt x="1" y="6539"/>
                  </a:lnTo>
                  <a:lnTo>
                    <a:pt x="1" y="22747"/>
                  </a:lnTo>
                  <a:lnTo>
                    <a:pt x="141" y="22970"/>
                  </a:lnTo>
                  <a:lnTo>
                    <a:pt x="252" y="23194"/>
                  </a:lnTo>
                  <a:lnTo>
                    <a:pt x="448" y="23836"/>
                  </a:lnTo>
                  <a:lnTo>
                    <a:pt x="979" y="25038"/>
                  </a:lnTo>
                  <a:lnTo>
                    <a:pt x="1622" y="26072"/>
                  </a:lnTo>
                  <a:lnTo>
                    <a:pt x="2404" y="26994"/>
                  </a:lnTo>
                  <a:lnTo>
                    <a:pt x="3298" y="27749"/>
                  </a:lnTo>
                  <a:lnTo>
                    <a:pt x="4304" y="28363"/>
                  </a:lnTo>
                  <a:lnTo>
                    <a:pt x="5422" y="28810"/>
                  </a:lnTo>
                  <a:lnTo>
                    <a:pt x="6680" y="29118"/>
                  </a:lnTo>
                  <a:lnTo>
                    <a:pt x="7322" y="29202"/>
                  </a:lnTo>
                  <a:lnTo>
                    <a:pt x="9893" y="29285"/>
                  </a:lnTo>
                  <a:lnTo>
                    <a:pt x="12436" y="29258"/>
                  </a:lnTo>
                  <a:lnTo>
                    <a:pt x="12659" y="29258"/>
                  </a:lnTo>
                  <a:lnTo>
                    <a:pt x="12939" y="29146"/>
                  </a:lnTo>
                  <a:lnTo>
                    <a:pt x="13107" y="28810"/>
                  </a:lnTo>
                  <a:lnTo>
                    <a:pt x="13107" y="28447"/>
                  </a:lnTo>
                  <a:lnTo>
                    <a:pt x="13107" y="14643"/>
                  </a:lnTo>
                  <a:lnTo>
                    <a:pt x="13107" y="839"/>
                  </a:lnTo>
                  <a:lnTo>
                    <a:pt x="13107" y="420"/>
                  </a:lnTo>
                  <a:lnTo>
                    <a:pt x="12855" y="84"/>
                  </a:lnTo>
                  <a:lnTo>
                    <a:pt x="12520" y="0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5479275" y="2851550"/>
              <a:ext cx="7000" cy="39150"/>
            </a:xfrm>
            <a:custGeom>
              <a:rect b="b" l="l" r="r" t="t"/>
              <a:pathLst>
                <a:path extrusionOk="0" h="1566" w="280">
                  <a:moveTo>
                    <a:pt x="280" y="0"/>
                  </a:moveTo>
                  <a:lnTo>
                    <a:pt x="140" y="196"/>
                  </a:lnTo>
                  <a:lnTo>
                    <a:pt x="1" y="587"/>
                  </a:lnTo>
                  <a:lnTo>
                    <a:pt x="1" y="979"/>
                  </a:lnTo>
                  <a:lnTo>
                    <a:pt x="140" y="1370"/>
                  </a:lnTo>
                  <a:lnTo>
                    <a:pt x="280" y="1565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2529825" y="2278000"/>
              <a:ext cx="643425" cy="1159700"/>
            </a:xfrm>
            <a:custGeom>
              <a:rect b="b" l="l" r="r" t="t"/>
              <a:pathLst>
                <a:path extrusionOk="0" h="46388" w="25737">
                  <a:moveTo>
                    <a:pt x="25736" y="1"/>
                  </a:moveTo>
                  <a:lnTo>
                    <a:pt x="20259" y="3158"/>
                  </a:lnTo>
                  <a:lnTo>
                    <a:pt x="14894" y="6260"/>
                  </a:lnTo>
                  <a:lnTo>
                    <a:pt x="13553" y="7015"/>
                  </a:lnTo>
                  <a:lnTo>
                    <a:pt x="11457" y="7909"/>
                  </a:lnTo>
                  <a:lnTo>
                    <a:pt x="9976" y="8300"/>
                  </a:lnTo>
                  <a:lnTo>
                    <a:pt x="9194" y="8412"/>
                  </a:lnTo>
                  <a:lnTo>
                    <a:pt x="8188" y="8524"/>
                  </a:lnTo>
                  <a:lnTo>
                    <a:pt x="6176" y="8607"/>
                  </a:lnTo>
                  <a:lnTo>
                    <a:pt x="3130" y="8579"/>
                  </a:lnTo>
                  <a:lnTo>
                    <a:pt x="1090" y="8551"/>
                  </a:lnTo>
                  <a:lnTo>
                    <a:pt x="783" y="8551"/>
                  </a:lnTo>
                  <a:lnTo>
                    <a:pt x="363" y="8663"/>
                  </a:lnTo>
                  <a:lnTo>
                    <a:pt x="112" y="8915"/>
                  </a:lnTo>
                  <a:lnTo>
                    <a:pt x="0" y="9334"/>
                  </a:lnTo>
                  <a:lnTo>
                    <a:pt x="0" y="9641"/>
                  </a:lnTo>
                  <a:lnTo>
                    <a:pt x="28" y="13637"/>
                  </a:lnTo>
                  <a:lnTo>
                    <a:pt x="0" y="17633"/>
                  </a:lnTo>
                  <a:lnTo>
                    <a:pt x="28" y="27106"/>
                  </a:lnTo>
                  <a:lnTo>
                    <a:pt x="0" y="36607"/>
                  </a:lnTo>
                  <a:lnTo>
                    <a:pt x="0" y="36942"/>
                  </a:lnTo>
                  <a:lnTo>
                    <a:pt x="112" y="37445"/>
                  </a:lnTo>
                  <a:lnTo>
                    <a:pt x="391" y="37725"/>
                  </a:lnTo>
                  <a:lnTo>
                    <a:pt x="866" y="37836"/>
                  </a:lnTo>
                  <a:lnTo>
                    <a:pt x="1230" y="37836"/>
                  </a:lnTo>
                  <a:lnTo>
                    <a:pt x="3521" y="37809"/>
                  </a:lnTo>
                  <a:lnTo>
                    <a:pt x="5812" y="37809"/>
                  </a:lnTo>
                  <a:lnTo>
                    <a:pt x="7098" y="37781"/>
                  </a:lnTo>
                  <a:lnTo>
                    <a:pt x="9585" y="38060"/>
                  </a:lnTo>
                  <a:lnTo>
                    <a:pt x="11960" y="38703"/>
                  </a:lnTo>
                  <a:lnTo>
                    <a:pt x="14251" y="39737"/>
                  </a:lnTo>
                  <a:lnTo>
                    <a:pt x="15341" y="40379"/>
                  </a:lnTo>
                  <a:lnTo>
                    <a:pt x="20455" y="43397"/>
                  </a:lnTo>
                  <a:lnTo>
                    <a:pt x="25736" y="46387"/>
                  </a:lnTo>
                  <a:lnTo>
                    <a:pt x="25736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3243075" y="2105450"/>
              <a:ext cx="327675" cy="1505500"/>
            </a:xfrm>
            <a:custGeom>
              <a:rect b="b" l="l" r="r" t="t"/>
              <a:pathLst>
                <a:path extrusionOk="0" h="60220" w="13107">
                  <a:moveTo>
                    <a:pt x="10340" y="1"/>
                  </a:moveTo>
                  <a:lnTo>
                    <a:pt x="9390" y="112"/>
                  </a:lnTo>
                  <a:lnTo>
                    <a:pt x="8328" y="476"/>
                  </a:lnTo>
                  <a:lnTo>
                    <a:pt x="7769" y="783"/>
                  </a:lnTo>
                  <a:lnTo>
                    <a:pt x="4276" y="2823"/>
                  </a:lnTo>
                  <a:lnTo>
                    <a:pt x="755" y="4835"/>
                  </a:lnTo>
                  <a:lnTo>
                    <a:pt x="392" y="5058"/>
                  </a:lnTo>
                  <a:lnTo>
                    <a:pt x="29" y="5701"/>
                  </a:lnTo>
                  <a:lnTo>
                    <a:pt x="1" y="6148"/>
                  </a:lnTo>
                  <a:lnTo>
                    <a:pt x="1" y="30096"/>
                  </a:lnTo>
                  <a:lnTo>
                    <a:pt x="1" y="54044"/>
                  </a:lnTo>
                  <a:lnTo>
                    <a:pt x="1" y="54435"/>
                  </a:lnTo>
                  <a:lnTo>
                    <a:pt x="308" y="55050"/>
                  </a:lnTo>
                  <a:lnTo>
                    <a:pt x="643" y="55301"/>
                  </a:lnTo>
                  <a:lnTo>
                    <a:pt x="4583" y="57537"/>
                  </a:lnTo>
                  <a:lnTo>
                    <a:pt x="8468" y="59800"/>
                  </a:lnTo>
                  <a:lnTo>
                    <a:pt x="8887" y="59996"/>
                  </a:lnTo>
                  <a:lnTo>
                    <a:pt x="9669" y="60219"/>
                  </a:lnTo>
                  <a:lnTo>
                    <a:pt x="10480" y="60191"/>
                  </a:lnTo>
                  <a:lnTo>
                    <a:pt x="11290" y="59912"/>
                  </a:lnTo>
                  <a:lnTo>
                    <a:pt x="11681" y="59688"/>
                  </a:lnTo>
                  <a:lnTo>
                    <a:pt x="12100" y="59409"/>
                  </a:lnTo>
                  <a:lnTo>
                    <a:pt x="12659" y="58710"/>
                  </a:lnTo>
                  <a:lnTo>
                    <a:pt x="12967" y="57900"/>
                  </a:lnTo>
                  <a:lnTo>
                    <a:pt x="13078" y="57006"/>
                  </a:lnTo>
                  <a:lnTo>
                    <a:pt x="13106" y="56531"/>
                  </a:lnTo>
                  <a:lnTo>
                    <a:pt x="13078" y="43313"/>
                  </a:lnTo>
                  <a:lnTo>
                    <a:pt x="13078" y="30096"/>
                  </a:lnTo>
                  <a:lnTo>
                    <a:pt x="13078" y="16962"/>
                  </a:lnTo>
                  <a:lnTo>
                    <a:pt x="13078" y="3801"/>
                  </a:lnTo>
                  <a:lnTo>
                    <a:pt x="13050" y="3158"/>
                  </a:lnTo>
                  <a:lnTo>
                    <a:pt x="12855" y="2068"/>
                  </a:lnTo>
                  <a:lnTo>
                    <a:pt x="12464" y="1202"/>
                  </a:lnTo>
                  <a:lnTo>
                    <a:pt x="11905" y="559"/>
                  </a:lnTo>
                  <a:lnTo>
                    <a:pt x="11206" y="168"/>
                  </a:lnTo>
                  <a:lnTo>
                    <a:pt x="10340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0"/>
            <p:cNvSpPr/>
            <p:nvPr/>
          </p:nvSpPr>
          <p:spPr>
            <a:xfrm>
              <a:off x="4182675" y="3728275"/>
              <a:ext cx="798525" cy="637150"/>
            </a:xfrm>
            <a:custGeom>
              <a:rect b="b" l="l" r="r" t="t"/>
              <a:pathLst>
                <a:path extrusionOk="0" h="25486" w="31941">
                  <a:moveTo>
                    <a:pt x="15733" y="1"/>
                  </a:moveTo>
                  <a:lnTo>
                    <a:pt x="14196" y="85"/>
                  </a:lnTo>
                  <a:lnTo>
                    <a:pt x="12687" y="336"/>
                  </a:lnTo>
                  <a:lnTo>
                    <a:pt x="11178" y="699"/>
                  </a:lnTo>
                  <a:lnTo>
                    <a:pt x="9725" y="1230"/>
                  </a:lnTo>
                  <a:lnTo>
                    <a:pt x="8328" y="1929"/>
                  </a:lnTo>
                  <a:lnTo>
                    <a:pt x="6987" y="2739"/>
                  </a:lnTo>
                  <a:lnTo>
                    <a:pt x="5729" y="3689"/>
                  </a:lnTo>
                  <a:lnTo>
                    <a:pt x="4528" y="4807"/>
                  </a:lnTo>
                  <a:lnTo>
                    <a:pt x="3969" y="5422"/>
                  </a:lnTo>
                  <a:lnTo>
                    <a:pt x="3438" y="6065"/>
                  </a:lnTo>
                  <a:lnTo>
                    <a:pt x="2488" y="7378"/>
                  </a:lnTo>
                  <a:lnTo>
                    <a:pt x="1706" y="8775"/>
                  </a:lnTo>
                  <a:lnTo>
                    <a:pt x="1091" y="10172"/>
                  </a:lnTo>
                  <a:lnTo>
                    <a:pt x="616" y="11570"/>
                  </a:lnTo>
                  <a:lnTo>
                    <a:pt x="280" y="12995"/>
                  </a:lnTo>
                  <a:lnTo>
                    <a:pt x="1" y="15118"/>
                  </a:lnTo>
                  <a:lnTo>
                    <a:pt x="113" y="17885"/>
                  </a:lnTo>
                  <a:lnTo>
                    <a:pt x="616" y="20428"/>
                  </a:lnTo>
                  <a:lnTo>
                    <a:pt x="1482" y="22719"/>
                  </a:lnTo>
                  <a:lnTo>
                    <a:pt x="2656" y="24647"/>
                  </a:lnTo>
                  <a:lnTo>
                    <a:pt x="3326" y="25402"/>
                  </a:lnTo>
                  <a:lnTo>
                    <a:pt x="3997" y="24284"/>
                  </a:lnTo>
                  <a:lnTo>
                    <a:pt x="5590" y="22300"/>
                  </a:lnTo>
                  <a:lnTo>
                    <a:pt x="7490" y="20651"/>
                  </a:lnTo>
                  <a:lnTo>
                    <a:pt x="9670" y="19338"/>
                  </a:lnTo>
                  <a:lnTo>
                    <a:pt x="10871" y="18835"/>
                  </a:lnTo>
                  <a:lnTo>
                    <a:pt x="10228" y="18025"/>
                  </a:lnTo>
                  <a:lnTo>
                    <a:pt x="9250" y="16460"/>
                  </a:lnTo>
                  <a:lnTo>
                    <a:pt x="8608" y="14867"/>
                  </a:lnTo>
                  <a:lnTo>
                    <a:pt x="8272" y="13330"/>
                  </a:lnTo>
                  <a:lnTo>
                    <a:pt x="8244" y="11821"/>
                  </a:lnTo>
                  <a:lnTo>
                    <a:pt x="8552" y="10368"/>
                  </a:lnTo>
                  <a:lnTo>
                    <a:pt x="9194" y="8999"/>
                  </a:lnTo>
                  <a:lnTo>
                    <a:pt x="10145" y="7741"/>
                  </a:lnTo>
                  <a:lnTo>
                    <a:pt x="10759" y="7154"/>
                  </a:lnTo>
                  <a:lnTo>
                    <a:pt x="11318" y="6651"/>
                  </a:lnTo>
                  <a:lnTo>
                    <a:pt x="12576" y="5869"/>
                  </a:lnTo>
                  <a:lnTo>
                    <a:pt x="13945" y="5366"/>
                  </a:lnTo>
                  <a:lnTo>
                    <a:pt x="15342" y="5115"/>
                  </a:lnTo>
                  <a:lnTo>
                    <a:pt x="16767" y="5143"/>
                  </a:lnTo>
                  <a:lnTo>
                    <a:pt x="18164" y="5422"/>
                  </a:lnTo>
                  <a:lnTo>
                    <a:pt x="19506" y="5953"/>
                  </a:lnTo>
                  <a:lnTo>
                    <a:pt x="20763" y="6735"/>
                  </a:lnTo>
                  <a:lnTo>
                    <a:pt x="21322" y="7238"/>
                  </a:lnTo>
                  <a:lnTo>
                    <a:pt x="21909" y="7825"/>
                  </a:lnTo>
                  <a:lnTo>
                    <a:pt x="22803" y="9111"/>
                  </a:lnTo>
                  <a:lnTo>
                    <a:pt x="23418" y="10508"/>
                  </a:lnTo>
                  <a:lnTo>
                    <a:pt x="23697" y="11933"/>
                  </a:lnTo>
                  <a:lnTo>
                    <a:pt x="23669" y="13442"/>
                  </a:lnTo>
                  <a:lnTo>
                    <a:pt x="23306" y="14979"/>
                  </a:lnTo>
                  <a:lnTo>
                    <a:pt x="22663" y="16516"/>
                  </a:lnTo>
                  <a:lnTo>
                    <a:pt x="21685" y="18053"/>
                  </a:lnTo>
                  <a:lnTo>
                    <a:pt x="21071" y="18807"/>
                  </a:lnTo>
                  <a:lnTo>
                    <a:pt x="22300" y="19338"/>
                  </a:lnTo>
                  <a:lnTo>
                    <a:pt x="24508" y="20679"/>
                  </a:lnTo>
                  <a:lnTo>
                    <a:pt x="26408" y="22328"/>
                  </a:lnTo>
                  <a:lnTo>
                    <a:pt x="28001" y="24340"/>
                  </a:lnTo>
                  <a:lnTo>
                    <a:pt x="28671" y="25486"/>
                  </a:lnTo>
                  <a:lnTo>
                    <a:pt x="29146" y="24927"/>
                  </a:lnTo>
                  <a:lnTo>
                    <a:pt x="29957" y="23753"/>
                  </a:lnTo>
                  <a:lnTo>
                    <a:pt x="30627" y="22468"/>
                  </a:lnTo>
                  <a:lnTo>
                    <a:pt x="31158" y="21126"/>
                  </a:lnTo>
                  <a:lnTo>
                    <a:pt x="31577" y="19729"/>
                  </a:lnTo>
                  <a:lnTo>
                    <a:pt x="31829" y="18304"/>
                  </a:lnTo>
                  <a:lnTo>
                    <a:pt x="31941" y="16823"/>
                  </a:lnTo>
                  <a:lnTo>
                    <a:pt x="31941" y="15342"/>
                  </a:lnTo>
                  <a:lnTo>
                    <a:pt x="31801" y="13861"/>
                  </a:lnTo>
                  <a:lnTo>
                    <a:pt x="31522" y="12408"/>
                  </a:lnTo>
                  <a:lnTo>
                    <a:pt x="31130" y="10955"/>
                  </a:lnTo>
                  <a:lnTo>
                    <a:pt x="30571" y="9558"/>
                  </a:lnTo>
                  <a:lnTo>
                    <a:pt x="29929" y="8188"/>
                  </a:lnTo>
                  <a:lnTo>
                    <a:pt x="29146" y="6903"/>
                  </a:lnTo>
                  <a:lnTo>
                    <a:pt x="28224" y="5701"/>
                  </a:lnTo>
                  <a:lnTo>
                    <a:pt x="27190" y="4584"/>
                  </a:lnTo>
                  <a:lnTo>
                    <a:pt x="26631" y="4053"/>
                  </a:lnTo>
                  <a:lnTo>
                    <a:pt x="25989" y="3522"/>
                  </a:lnTo>
                  <a:lnTo>
                    <a:pt x="24647" y="2572"/>
                  </a:lnTo>
                  <a:lnTo>
                    <a:pt x="23250" y="1761"/>
                  </a:lnTo>
                  <a:lnTo>
                    <a:pt x="21797" y="1119"/>
                  </a:lnTo>
                  <a:lnTo>
                    <a:pt x="20316" y="616"/>
                  </a:lnTo>
                  <a:lnTo>
                    <a:pt x="18807" y="252"/>
                  </a:lnTo>
                  <a:lnTo>
                    <a:pt x="17270" y="57"/>
                  </a:lnTo>
                  <a:lnTo>
                    <a:pt x="15733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>
              <a:off x="4182675" y="1188200"/>
              <a:ext cx="799225" cy="637150"/>
            </a:xfrm>
            <a:custGeom>
              <a:rect b="b" l="l" r="r" t="t"/>
              <a:pathLst>
                <a:path extrusionOk="0" h="25486" w="31969">
                  <a:moveTo>
                    <a:pt x="15929" y="0"/>
                  </a:moveTo>
                  <a:lnTo>
                    <a:pt x="14392" y="84"/>
                  </a:lnTo>
                  <a:lnTo>
                    <a:pt x="12855" y="308"/>
                  </a:lnTo>
                  <a:lnTo>
                    <a:pt x="11346" y="699"/>
                  </a:lnTo>
                  <a:lnTo>
                    <a:pt x="9865" y="1230"/>
                  </a:lnTo>
                  <a:lnTo>
                    <a:pt x="8440" y="1901"/>
                  </a:lnTo>
                  <a:lnTo>
                    <a:pt x="7071" y="2739"/>
                  </a:lnTo>
                  <a:lnTo>
                    <a:pt x="5785" y="3717"/>
                  </a:lnTo>
                  <a:lnTo>
                    <a:pt x="4584" y="4835"/>
                  </a:lnTo>
                  <a:lnTo>
                    <a:pt x="3997" y="5449"/>
                  </a:lnTo>
                  <a:lnTo>
                    <a:pt x="3466" y="6092"/>
                  </a:lnTo>
                  <a:lnTo>
                    <a:pt x="2488" y="7434"/>
                  </a:lnTo>
                  <a:lnTo>
                    <a:pt x="1706" y="8831"/>
                  </a:lnTo>
                  <a:lnTo>
                    <a:pt x="1063" y="10256"/>
                  </a:lnTo>
                  <a:lnTo>
                    <a:pt x="588" y="11681"/>
                  </a:lnTo>
                  <a:lnTo>
                    <a:pt x="280" y="13106"/>
                  </a:lnTo>
                  <a:lnTo>
                    <a:pt x="1" y="15230"/>
                  </a:lnTo>
                  <a:lnTo>
                    <a:pt x="113" y="17996"/>
                  </a:lnTo>
                  <a:lnTo>
                    <a:pt x="644" y="20539"/>
                  </a:lnTo>
                  <a:lnTo>
                    <a:pt x="1510" y="22803"/>
                  </a:lnTo>
                  <a:lnTo>
                    <a:pt x="2656" y="24675"/>
                  </a:lnTo>
                  <a:lnTo>
                    <a:pt x="3326" y="25401"/>
                  </a:lnTo>
                  <a:lnTo>
                    <a:pt x="4025" y="24339"/>
                  </a:lnTo>
                  <a:lnTo>
                    <a:pt x="5171" y="22803"/>
                  </a:lnTo>
                  <a:lnTo>
                    <a:pt x="6624" y="21489"/>
                  </a:lnTo>
                  <a:lnTo>
                    <a:pt x="8999" y="19896"/>
                  </a:lnTo>
                  <a:lnTo>
                    <a:pt x="10815" y="18779"/>
                  </a:lnTo>
                  <a:lnTo>
                    <a:pt x="10200" y="18024"/>
                  </a:lnTo>
                  <a:lnTo>
                    <a:pt x="9250" y="16543"/>
                  </a:lnTo>
                  <a:lnTo>
                    <a:pt x="8608" y="15034"/>
                  </a:lnTo>
                  <a:lnTo>
                    <a:pt x="8272" y="13553"/>
                  </a:lnTo>
                  <a:lnTo>
                    <a:pt x="8216" y="12072"/>
                  </a:lnTo>
                  <a:lnTo>
                    <a:pt x="8496" y="10647"/>
                  </a:lnTo>
                  <a:lnTo>
                    <a:pt x="9055" y="9306"/>
                  </a:lnTo>
                  <a:lnTo>
                    <a:pt x="9921" y="8020"/>
                  </a:lnTo>
                  <a:lnTo>
                    <a:pt x="10508" y="7406"/>
                  </a:lnTo>
                  <a:lnTo>
                    <a:pt x="11039" y="6903"/>
                  </a:lnTo>
                  <a:lnTo>
                    <a:pt x="12268" y="6064"/>
                  </a:lnTo>
                  <a:lnTo>
                    <a:pt x="13610" y="5505"/>
                  </a:lnTo>
                  <a:lnTo>
                    <a:pt x="15007" y="5198"/>
                  </a:lnTo>
                  <a:lnTo>
                    <a:pt x="16432" y="5142"/>
                  </a:lnTo>
                  <a:lnTo>
                    <a:pt x="17857" y="5338"/>
                  </a:lnTo>
                  <a:lnTo>
                    <a:pt x="19198" y="5813"/>
                  </a:lnTo>
                  <a:lnTo>
                    <a:pt x="20484" y="6539"/>
                  </a:lnTo>
                  <a:lnTo>
                    <a:pt x="21071" y="7042"/>
                  </a:lnTo>
                  <a:lnTo>
                    <a:pt x="21601" y="7545"/>
                  </a:lnTo>
                  <a:lnTo>
                    <a:pt x="22496" y="8635"/>
                  </a:lnTo>
                  <a:lnTo>
                    <a:pt x="23138" y="9893"/>
                  </a:lnTo>
                  <a:lnTo>
                    <a:pt x="23558" y="11262"/>
                  </a:lnTo>
                  <a:lnTo>
                    <a:pt x="23669" y="11988"/>
                  </a:lnTo>
                  <a:lnTo>
                    <a:pt x="23753" y="12994"/>
                  </a:lnTo>
                  <a:lnTo>
                    <a:pt x="23502" y="14839"/>
                  </a:lnTo>
                  <a:lnTo>
                    <a:pt x="22831" y="16543"/>
                  </a:lnTo>
                  <a:lnTo>
                    <a:pt x="21741" y="18108"/>
                  </a:lnTo>
                  <a:lnTo>
                    <a:pt x="21043" y="18835"/>
                  </a:lnTo>
                  <a:lnTo>
                    <a:pt x="22300" y="19365"/>
                  </a:lnTo>
                  <a:lnTo>
                    <a:pt x="24508" y="20707"/>
                  </a:lnTo>
                  <a:lnTo>
                    <a:pt x="26408" y="22383"/>
                  </a:lnTo>
                  <a:lnTo>
                    <a:pt x="28001" y="24367"/>
                  </a:lnTo>
                  <a:lnTo>
                    <a:pt x="28671" y="25485"/>
                  </a:lnTo>
                  <a:lnTo>
                    <a:pt x="29062" y="25010"/>
                  </a:lnTo>
                  <a:lnTo>
                    <a:pt x="29789" y="23948"/>
                  </a:lnTo>
                  <a:lnTo>
                    <a:pt x="30739" y="22188"/>
                  </a:lnTo>
                  <a:lnTo>
                    <a:pt x="31577" y="19589"/>
                  </a:lnTo>
                  <a:lnTo>
                    <a:pt x="31969" y="16795"/>
                  </a:lnTo>
                  <a:lnTo>
                    <a:pt x="31913" y="14615"/>
                  </a:lnTo>
                  <a:lnTo>
                    <a:pt x="31717" y="13162"/>
                  </a:lnTo>
                  <a:lnTo>
                    <a:pt x="31382" y="11709"/>
                  </a:lnTo>
                  <a:lnTo>
                    <a:pt x="30907" y="10284"/>
                  </a:lnTo>
                  <a:lnTo>
                    <a:pt x="30292" y="8859"/>
                  </a:lnTo>
                  <a:lnTo>
                    <a:pt x="29510" y="7489"/>
                  </a:lnTo>
                  <a:lnTo>
                    <a:pt x="28559" y="6176"/>
                  </a:lnTo>
                  <a:lnTo>
                    <a:pt x="27442" y="4891"/>
                  </a:lnTo>
                  <a:lnTo>
                    <a:pt x="26827" y="4304"/>
                  </a:lnTo>
                  <a:lnTo>
                    <a:pt x="26184" y="3745"/>
                  </a:lnTo>
                  <a:lnTo>
                    <a:pt x="24871" y="2739"/>
                  </a:lnTo>
                  <a:lnTo>
                    <a:pt x="23474" y="1901"/>
                  </a:lnTo>
                  <a:lnTo>
                    <a:pt x="22021" y="1202"/>
                  </a:lnTo>
                  <a:lnTo>
                    <a:pt x="20540" y="671"/>
                  </a:lnTo>
                  <a:lnTo>
                    <a:pt x="19031" y="308"/>
                  </a:lnTo>
                  <a:lnTo>
                    <a:pt x="17466" y="84"/>
                  </a:lnTo>
                  <a:lnTo>
                    <a:pt x="15929" y="0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4580175" y="3002450"/>
              <a:ext cx="730775" cy="396825"/>
            </a:xfrm>
            <a:custGeom>
              <a:rect b="b" l="l" r="r" t="t"/>
              <a:pathLst>
                <a:path extrusionOk="0" h="15873" w="29231">
                  <a:moveTo>
                    <a:pt x="14532" y="0"/>
                  </a:moveTo>
                  <a:lnTo>
                    <a:pt x="13302" y="56"/>
                  </a:lnTo>
                  <a:lnTo>
                    <a:pt x="11011" y="364"/>
                  </a:lnTo>
                  <a:lnTo>
                    <a:pt x="8887" y="950"/>
                  </a:lnTo>
                  <a:lnTo>
                    <a:pt x="6959" y="1817"/>
                  </a:lnTo>
                  <a:lnTo>
                    <a:pt x="5171" y="2990"/>
                  </a:lnTo>
                  <a:lnTo>
                    <a:pt x="3550" y="4415"/>
                  </a:lnTo>
                  <a:lnTo>
                    <a:pt x="2069" y="6064"/>
                  </a:lnTo>
                  <a:lnTo>
                    <a:pt x="783" y="7992"/>
                  </a:lnTo>
                  <a:lnTo>
                    <a:pt x="197" y="9082"/>
                  </a:lnTo>
                  <a:lnTo>
                    <a:pt x="57" y="9334"/>
                  </a:lnTo>
                  <a:lnTo>
                    <a:pt x="1" y="9781"/>
                  </a:lnTo>
                  <a:lnTo>
                    <a:pt x="85" y="10144"/>
                  </a:lnTo>
                  <a:lnTo>
                    <a:pt x="392" y="10507"/>
                  </a:lnTo>
                  <a:lnTo>
                    <a:pt x="588" y="10675"/>
                  </a:lnTo>
                  <a:lnTo>
                    <a:pt x="1342" y="11318"/>
                  </a:lnTo>
                  <a:lnTo>
                    <a:pt x="2935" y="12407"/>
                  </a:lnTo>
                  <a:lnTo>
                    <a:pt x="4584" y="13385"/>
                  </a:lnTo>
                  <a:lnTo>
                    <a:pt x="6288" y="14168"/>
                  </a:lnTo>
                  <a:lnTo>
                    <a:pt x="8049" y="14811"/>
                  </a:lnTo>
                  <a:lnTo>
                    <a:pt x="9865" y="15313"/>
                  </a:lnTo>
                  <a:lnTo>
                    <a:pt x="11737" y="15649"/>
                  </a:lnTo>
                  <a:lnTo>
                    <a:pt x="13665" y="15844"/>
                  </a:lnTo>
                  <a:lnTo>
                    <a:pt x="14671" y="15872"/>
                  </a:lnTo>
                  <a:lnTo>
                    <a:pt x="15649" y="15816"/>
                  </a:lnTo>
                  <a:lnTo>
                    <a:pt x="17550" y="15649"/>
                  </a:lnTo>
                  <a:lnTo>
                    <a:pt x="19422" y="15313"/>
                  </a:lnTo>
                  <a:lnTo>
                    <a:pt x="21238" y="14811"/>
                  </a:lnTo>
                  <a:lnTo>
                    <a:pt x="22971" y="14168"/>
                  </a:lnTo>
                  <a:lnTo>
                    <a:pt x="24675" y="13357"/>
                  </a:lnTo>
                  <a:lnTo>
                    <a:pt x="26324" y="12407"/>
                  </a:lnTo>
                  <a:lnTo>
                    <a:pt x="27889" y="11290"/>
                  </a:lnTo>
                  <a:lnTo>
                    <a:pt x="28671" y="10647"/>
                  </a:lnTo>
                  <a:lnTo>
                    <a:pt x="28895" y="10479"/>
                  </a:lnTo>
                  <a:lnTo>
                    <a:pt x="29146" y="10116"/>
                  </a:lnTo>
                  <a:lnTo>
                    <a:pt x="29230" y="9725"/>
                  </a:lnTo>
                  <a:lnTo>
                    <a:pt x="29118" y="9278"/>
                  </a:lnTo>
                  <a:lnTo>
                    <a:pt x="29007" y="9026"/>
                  </a:lnTo>
                  <a:lnTo>
                    <a:pt x="28420" y="7964"/>
                  </a:lnTo>
                  <a:lnTo>
                    <a:pt x="27106" y="6008"/>
                  </a:lnTo>
                  <a:lnTo>
                    <a:pt x="25625" y="4332"/>
                  </a:lnTo>
                  <a:lnTo>
                    <a:pt x="23977" y="2906"/>
                  </a:lnTo>
                  <a:lnTo>
                    <a:pt x="22188" y="1761"/>
                  </a:lnTo>
                  <a:lnTo>
                    <a:pt x="20204" y="895"/>
                  </a:lnTo>
                  <a:lnTo>
                    <a:pt x="18053" y="336"/>
                  </a:lnTo>
                  <a:lnTo>
                    <a:pt x="15761" y="28"/>
                  </a:lnTo>
                  <a:lnTo>
                    <a:pt x="14532" y="0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2375425" y="3289575"/>
              <a:ext cx="242450" cy="642725"/>
            </a:xfrm>
            <a:custGeom>
              <a:rect b="b" l="l" r="r" t="t"/>
              <a:pathLst>
                <a:path extrusionOk="0" h="25709" w="9698">
                  <a:moveTo>
                    <a:pt x="867" y="0"/>
                  </a:moveTo>
                  <a:lnTo>
                    <a:pt x="392" y="112"/>
                  </a:lnTo>
                  <a:lnTo>
                    <a:pt x="112" y="391"/>
                  </a:lnTo>
                  <a:lnTo>
                    <a:pt x="1" y="866"/>
                  </a:lnTo>
                  <a:lnTo>
                    <a:pt x="1" y="1230"/>
                  </a:lnTo>
                  <a:lnTo>
                    <a:pt x="29" y="10898"/>
                  </a:lnTo>
                  <a:lnTo>
                    <a:pt x="29" y="20595"/>
                  </a:lnTo>
                  <a:lnTo>
                    <a:pt x="29" y="21377"/>
                  </a:lnTo>
                  <a:lnTo>
                    <a:pt x="168" y="22160"/>
                  </a:lnTo>
                  <a:lnTo>
                    <a:pt x="308" y="22579"/>
                  </a:lnTo>
                  <a:lnTo>
                    <a:pt x="671" y="23361"/>
                  </a:lnTo>
                  <a:lnTo>
                    <a:pt x="1174" y="24060"/>
                  </a:lnTo>
                  <a:lnTo>
                    <a:pt x="1789" y="24647"/>
                  </a:lnTo>
                  <a:lnTo>
                    <a:pt x="2460" y="25122"/>
                  </a:lnTo>
                  <a:lnTo>
                    <a:pt x="3242" y="25457"/>
                  </a:lnTo>
                  <a:lnTo>
                    <a:pt x="4080" y="25653"/>
                  </a:lnTo>
                  <a:lnTo>
                    <a:pt x="4975" y="25708"/>
                  </a:lnTo>
                  <a:lnTo>
                    <a:pt x="5450" y="25680"/>
                  </a:lnTo>
                  <a:lnTo>
                    <a:pt x="5869" y="25625"/>
                  </a:lnTo>
                  <a:lnTo>
                    <a:pt x="6707" y="25373"/>
                  </a:lnTo>
                  <a:lnTo>
                    <a:pt x="7462" y="24982"/>
                  </a:lnTo>
                  <a:lnTo>
                    <a:pt x="8132" y="24451"/>
                  </a:lnTo>
                  <a:lnTo>
                    <a:pt x="8691" y="23808"/>
                  </a:lnTo>
                  <a:lnTo>
                    <a:pt x="9138" y="23054"/>
                  </a:lnTo>
                  <a:lnTo>
                    <a:pt x="9473" y="22215"/>
                  </a:lnTo>
                  <a:lnTo>
                    <a:pt x="9641" y="21293"/>
                  </a:lnTo>
                  <a:lnTo>
                    <a:pt x="9669" y="20818"/>
                  </a:lnTo>
                  <a:lnTo>
                    <a:pt x="9697" y="15900"/>
                  </a:lnTo>
                  <a:lnTo>
                    <a:pt x="9669" y="11010"/>
                  </a:lnTo>
                  <a:lnTo>
                    <a:pt x="9669" y="6008"/>
                  </a:lnTo>
                  <a:lnTo>
                    <a:pt x="9697" y="1062"/>
                  </a:lnTo>
                  <a:lnTo>
                    <a:pt x="9697" y="755"/>
                  </a:lnTo>
                  <a:lnTo>
                    <a:pt x="9613" y="363"/>
                  </a:lnTo>
                  <a:lnTo>
                    <a:pt x="9362" y="112"/>
                  </a:lnTo>
                  <a:lnTo>
                    <a:pt x="8970" y="28"/>
                  </a:lnTo>
                  <a:lnTo>
                    <a:pt x="8691" y="28"/>
                  </a:lnTo>
                  <a:lnTo>
                    <a:pt x="4947" y="84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3638475" y="2563025"/>
              <a:ext cx="264800" cy="589650"/>
            </a:xfrm>
            <a:custGeom>
              <a:rect b="b" l="l" r="r" t="t"/>
              <a:pathLst>
                <a:path extrusionOk="0" h="23586" w="10592">
                  <a:moveTo>
                    <a:pt x="420" y="1"/>
                  </a:moveTo>
                  <a:lnTo>
                    <a:pt x="141" y="196"/>
                  </a:lnTo>
                  <a:lnTo>
                    <a:pt x="1" y="615"/>
                  </a:lnTo>
                  <a:lnTo>
                    <a:pt x="1" y="951"/>
                  </a:lnTo>
                  <a:lnTo>
                    <a:pt x="57" y="6400"/>
                  </a:lnTo>
                  <a:lnTo>
                    <a:pt x="29" y="11821"/>
                  </a:lnTo>
                  <a:lnTo>
                    <a:pt x="57" y="17242"/>
                  </a:lnTo>
                  <a:lnTo>
                    <a:pt x="1" y="22691"/>
                  </a:lnTo>
                  <a:lnTo>
                    <a:pt x="29" y="22998"/>
                  </a:lnTo>
                  <a:lnTo>
                    <a:pt x="141" y="23390"/>
                  </a:lnTo>
                  <a:lnTo>
                    <a:pt x="392" y="23585"/>
                  </a:lnTo>
                  <a:lnTo>
                    <a:pt x="783" y="23585"/>
                  </a:lnTo>
                  <a:lnTo>
                    <a:pt x="1063" y="23529"/>
                  </a:lnTo>
                  <a:lnTo>
                    <a:pt x="2069" y="23306"/>
                  </a:lnTo>
                  <a:lnTo>
                    <a:pt x="3941" y="22579"/>
                  </a:lnTo>
                  <a:lnTo>
                    <a:pt x="5673" y="21517"/>
                  </a:lnTo>
                  <a:lnTo>
                    <a:pt x="7182" y="20204"/>
                  </a:lnTo>
                  <a:lnTo>
                    <a:pt x="8440" y="18667"/>
                  </a:lnTo>
                  <a:lnTo>
                    <a:pt x="9446" y="16935"/>
                  </a:lnTo>
                  <a:lnTo>
                    <a:pt x="10172" y="15034"/>
                  </a:lnTo>
                  <a:lnTo>
                    <a:pt x="10536" y="12995"/>
                  </a:lnTo>
                  <a:lnTo>
                    <a:pt x="10591" y="11961"/>
                  </a:lnTo>
                  <a:lnTo>
                    <a:pt x="10564" y="10899"/>
                  </a:lnTo>
                  <a:lnTo>
                    <a:pt x="10228" y="8831"/>
                  </a:lnTo>
                  <a:lnTo>
                    <a:pt x="9558" y="6875"/>
                  </a:lnTo>
                  <a:lnTo>
                    <a:pt x="8580" y="5114"/>
                  </a:lnTo>
                  <a:lnTo>
                    <a:pt x="7322" y="3522"/>
                  </a:lnTo>
                  <a:lnTo>
                    <a:pt x="5813" y="2180"/>
                  </a:lnTo>
                  <a:lnTo>
                    <a:pt x="4081" y="1091"/>
                  </a:lnTo>
                  <a:lnTo>
                    <a:pt x="2152" y="308"/>
                  </a:lnTo>
                  <a:lnTo>
                    <a:pt x="1147" y="85"/>
                  </a:lnTo>
                  <a:lnTo>
                    <a:pt x="839" y="2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4317525" y="1705850"/>
              <a:ext cx="529550" cy="282275"/>
            </a:xfrm>
            <a:custGeom>
              <a:rect b="b" l="l" r="r" t="t"/>
              <a:pathLst>
                <a:path extrusionOk="0" h="11291" w="21182">
                  <a:moveTo>
                    <a:pt x="10507" y="1"/>
                  </a:moveTo>
                  <a:lnTo>
                    <a:pt x="9669" y="29"/>
                  </a:lnTo>
                  <a:lnTo>
                    <a:pt x="8048" y="224"/>
                  </a:lnTo>
                  <a:lnTo>
                    <a:pt x="6539" y="643"/>
                  </a:lnTo>
                  <a:lnTo>
                    <a:pt x="5142" y="1258"/>
                  </a:lnTo>
                  <a:lnTo>
                    <a:pt x="3856" y="2041"/>
                  </a:lnTo>
                  <a:lnTo>
                    <a:pt x="2683" y="3019"/>
                  </a:lnTo>
                  <a:lnTo>
                    <a:pt x="1621" y="4164"/>
                  </a:lnTo>
                  <a:lnTo>
                    <a:pt x="643" y="5506"/>
                  </a:lnTo>
                  <a:lnTo>
                    <a:pt x="196" y="6232"/>
                  </a:lnTo>
                  <a:lnTo>
                    <a:pt x="84" y="6484"/>
                  </a:lnTo>
                  <a:lnTo>
                    <a:pt x="0" y="6875"/>
                  </a:lnTo>
                  <a:lnTo>
                    <a:pt x="196" y="7406"/>
                  </a:lnTo>
                  <a:lnTo>
                    <a:pt x="559" y="7713"/>
                  </a:lnTo>
                  <a:lnTo>
                    <a:pt x="1677" y="8552"/>
                  </a:lnTo>
                  <a:lnTo>
                    <a:pt x="4052" y="9865"/>
                  </a:lnTo>
                  <a:lnTo>
                    <a:pt x="6567" y="10759"/>
                  </a:lnTo>
                  <a:lnTo>
                    <a:pt x="9222" y="11234"/>
                  </a:lnTo>
                  <a:lnTo>
                    <a:pt x="10619" y="11290"/>
                  </a:lnTo>
                  <a:lnTo>
                    <a:pt x="12016" y="11206"/>
                  </a:lnTo>
                  <a:lnTo>
                    <a:pt x="14643" y="10759"/>
                  </a:lnTo>
                  <a:lnTo>
                    <a:pt x="17158" y="9865"/>
                  </a:lnTo>
                  <a:lnTo>
                    <a:pt x="19505" y="8552"/>
                  </a:lnTo>
                  <a:lnTo>
                    <a:pt x="20623" y="7713"/>
                  </a:lnTo>
                  <a:lnTo>
                    <a:pt x="20986" y="7406"/>
                  </a:lnTo>
                  <a:lnTo>
                    <a:pt x="21181" y="6903"/>
                  </a:lnTo>
                  <a:lnTo>
                    <a:pt x="21098" y="6484"/>
                  </a:lnTo>
                  <a:lnTo>
                    <a:pt x="20958" y="6232"/>
                  </a:lnTo>
                  <a:lnTo>
                    <a:pt x="20511" y="5478"/>
                  </a:lnTo>
                  <a:lnTo>
                    <a:pt x="19533" y="4136"/>
                  </a:lnTo>
                  <a:lnTo>
                    <a:pt x="18471" y="2991"/>
                  </a:lnTo>
                  <a:lnTo>
                    <a:pt x="17269" y="2013"/>
                  </a:lnTo>
                  <a:lnTo>
                    <a:pt x="15956" y="1202"/>
                  </a:lnTo>
                  <a:lnTo>
                    <a:pt x="14559" y="616"/>
                  </a:lnTo>
                  <a:lnTo>
                    <a:pt x="13022" y="224"/>
                  </a:lnTo>
                  <a:lnTo>
                    <a:pt x="11401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4317525" y="4243850"/>
              <a:ext cx="528850" cy="281550"/>
            </a:xfrm>
            <a:custGeom>
              <a:rect b="b" l="l" r="r" t="t"/>
              <a:pathLst>
                <a:path extrusionOk="0" h="11262" w="21154">
                  <a:moveTo>
                    <a:pt x="10619" y="0"/>
                  </a:moveTo>
                  <a:lnTo>
                    <a:pt x="9752" y="56"/>
                  </a:lnTo>
                  <a:lnTo>
                    <a:pt x="8132" y="280"/>
                  </a:lnTo>
                  <a:lnTo>
                    <a:pt x="6623" y="699"/>
                  </a:lnTo>
                  <a:lnTo>
                    <a:pt x="5226" y="1314"/>
                  </a:lnTo>
                  <a:lnTo>
                    <a:pt x="3912" y="2096"/>
                  </a:lnTo>
                  <a:lnTo>
                    <a:pt x="2739" y="3046"/>
                  </a:lnTo>
                  <a:lnTo>
                    <a:pt x="1649" y="4192"/>
                  </a:lnTo>
                  <a:lnTo>
                    <a:pt x="699" y="5505"/>
                  </a:lnTo>
                  <a:lnTo>
                    <a:pt x="252" y="6232"/>
                  </a:lnTo>
                  <a:lnTo>
                    <a:pt x="112" y="6455"/>
                  </a:lnTo>
                  <a:lnTo>
                    <a:pt x="0" y="6847"/>
                  </a:lnTo>
                  <a:lnTo>
                    <a:pt x="56" y="7210"/>
                  </a:lnTo>
                  <a:lnTo>
                    <a:pt x="308" y="7545"/>
                  </a:lnTo>
                  <a:lnTo>
                    <a:pt x="531" y="7741"/>
                  </a:lnTo>
                  <a:lnTo>
                    <a:pt x="1034" y="8188"/>
                  </a:lnTo>
                  <a:lnTo>
                    <a:pt x="2180" y="8942"/>
                  </a:lnTo>
                  <a:lnTo>
                    <a:pt x="3968" y="9920"/>
                  </a:lnTo>
                  <a:lnTo>
                    <a:pt x="6539" y="10815"/>
                  </a:lnTo>
                  <a:lnTo>
                    <a:pt x="9249" y="11262"/>
                  </a:lnTo>
                  <a:lnTo>
                    <a:pt x="11988" y="11262"/>
                  </a:lnTo>
                  <a:lnTo>
                    <a:pt x="14671" y="10815"/>
                  </a:lnTo>
                  <a:lnTo>
                    <a:pt x="17241" y="9920"/>
                  </a:lnTo>
                  <a:lnTo>
                    <a:pt x="19030" y="8942"/>
                  </a:lnTo>
                  <a:lnTo>
                    <a:pt x="20148" y="8188"/>
                  </a:lnTo>
                  <a:lnTo>
                    <a:pt x="20678" y="7741"/>
                  </a:lnTo>
                  <a:lnTo>
                    <a:pt x="20874" y="7545"/>
                  </a:lnTo>
                  <a:lnTo>
                    <a:pt x="21126" y="7210"/>
                  </a:lnTo>
                  <a:lnTo>
                    <a:pt x="21154" y="6847"/>
                  </a:lnTo>
                  <a:lnTo>
                    <a:pt x="21042" y="6455"/>
                  </a:lnTo>
                  <a:lnTo>
                    <a:pt x="20930" y="6232"/>
                  </a:lnTo>
                  <a:lnTo>
                    <a:pt x="20483" y="5505"/>
                  </a:lnTo>
                  <a:lnTo>
                    <a:pt x="19533" y="4192"/>
                  </a:lnTo>
                  <a:lnTo>
                    <a:pt x="18443" y="3046"/>
                  </a:lnTo>
                  <a:lnTo>
                    <a:pt x="17269" y="2096"/>
                  </a:lnTo>
                  <a:lnTo>
                    <a:pt x="15984" y="1314"/>
                  </a:lnTo>
                  <a:lnTo>
                    <a:pt x="14587" y="699"/>
                  </a:lnTo>
                  <a:lnTo>
                    <a:pt x="13078" y="280"/>
                  </a:lnTo>
                  <a:lnTo>
                    <a:pt x="11457" y="56"/>
                  </a:lnTo>
                  <a:lnTo>
                    <a:pt x="10619" y="0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4767400" y="2577000"/>
              <a:ext cx="355625" cy="355600"/>
            </a:xfrm>
            <a:custGeom>
              <a:rect b="b" l="l" r="r" t="t"/>
              <a:pathLst>
                <a:path extrusionOk="0" h="14224" w="14225">
                  <a:moveTo>
                    <a:pt x="7099" y="1"/>
                  </a:moveTo>
                  <a:lnTo>
                    <a:pt x="6372" y="29"/>
                  </a:lnTo>
                  <a:lnTo>
                    <a:pt x="5003" y="336"/>
                  </a:lnTo>
                  <a:lnTo>
                    <a:pt x="3745" y="867"/>
                  </a:lnTo>
                  <a:lnTo>
                    <a:pt x="2600" y="1649"/>
                  </a:lnTo>
                  <a:lnTo>
                    <a:pt x="1622" y="2599"/>
                  </a:lnTo>
                  <a:lnTo>
                    <a:pt x="867" y="3745"/>
                  </a:lnTo>
                  <a:lnTo>
                    <a:pt x="308" y="5003"/>
                  </a:lnTo>
                  <a:lnTo>
                    <a:pt x="29" y="6372"/>
                  </a:lnTo>
                  <a:lnTo>
                    <a:pt x="1" y="7098"/>
                  </a:lnTo>
                  <a:lnTo>
                    <a:pt x="1" y="7825"/>
                  </a:lnTo>
                  <a:lnTo>
                    <a:pt x="280" y="9222"/>
                  </a:lnTo>
                  <a:lnTo>
                    <a:pt x="839" y="10507"/>
                  </a:lnTo>
                  <a:lnTo>
                    <a:pt x="1594" y="11625"/>
                  </a:lnTo>
                  <a:lnTo>
                    <a:pt x="2572" y="12603"/>
                  </a:lnTo>
                  <a:lnTo>
                    <a:pt x="3717" y="13386"/>
                  </a:lnTo>
                  <a:lnTo>
                    <a:pt x="5003" y="13917"/>
                  </a:lnTo>
                  <a:lnTo>
                    <a:pt x="6400" y="14196"/>
                  </a:lnTo>
                  <a:lnTo>
                    <a:pt x="7154" y="14224"/>
                  </a:lnTo>
                  <a:lnTo>
                    <a:pt x="7881" y="14196"/>
                  </a:lnTo>
                  <a:lnTo>
                    <a:pt x="9250" y="13917"/>
                  </a:lnTo>
                  <a:lnTo>
                    <a:pt x="10508" y="13386"/>
                  </a:lnTo>
                  <a:lnTo>
                    <a:pt x="11625" y="12631"/>
                  </a:lnTo>
                  <a:lnTo>
                    <a:pt x="12604" y="11681"/>
                  </a:lnTo>
                  <a:lnTo>
                    <a:pt x="13358" y="10563"/>
                  </a:lnTo>
                  <a:lnTo>
                    <a:pt x="13917" y="9278"/>
                  </a:lnTo>
                  <a:lnTo>
                    <a:pt x="14196" y="7909"/>
                  </a:lnTo>
                  <a:lnTo>
                    <a:pt x="14224" y="7182"/>
                  </a:lnTo>
                  <a:lnTo>
                    <a:pt x="14224" y="6428"/>
                  </a:lnTo>
                  <a:lnTo>
                    <a:pt x="13945" y="5030"/>
                  </a:lnTo>
                  <a:lnTo>
                    <a:pt x="13386" y="3745"/>
                  </a:lnTo>
                  <a:lnTo>
                    <a:pt x="12631" y="2599"/>
                  </a:lnTo>
                  <a:lnTo>
                    <a:pt x="11653" y="1621"/>
                  </a:lnTo>
                  <a:lnTo>
                    <a:pt x="10508" y="867"/>
                  </a:lnTo>
                  <a:lnTo>
                    <a:pt x="9222" y="308"/>
                  </a:lnTo>
                  <a:lnTo>
                    <a:pt x="7825" y="29"/>
                  </a:lnTo>
                  <a:lnTo>
                    <a:pt x="7099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3764925" y="3165925"/>
              <a:ext cx="495325" cy="665075"/>
            </a:xfrm>
            <a:custGeom>
              <a:rect b="b" l="l" r="r" t="t"/>
              <a:pathLst>
                <a:path extrusionOk="0" h="26603" w="19813">
                  <a:moveTo>
                    <a:pt x="1761" y="0"/>
                  </a:moveTo>
                  <a:lnTo>
                    <a:pt x="1035" y="224"/>
                  </a:lnTo>
                  <a:lnTo>
                    <a:pt x="615" y="503"/>
                  </a:lnTo>
                  <a:lnTo>
                    <a:pt x="336" y="699"/>
                  </a:lnTo>
                  <a:lnTo>
                    <a:pt x="29" y="1006"/>
                  </a:lnTo>
                  <a:lnTo>
                    <a:pt x="1" y="1341"/>
                  </a:lnTo>
                  <a:lnTo>
                    <a:pt x="196" y="1705"/>
                  </a:lnTo>
                  <a:lnTo>
                    <a:pt x="336" y="1928"/>
                  </a:lnTo>
                  <a:lnTo>
                    <a:pt x="3466" y="6204"/>
                  </a:lnTo>
                  <a:lnTo>
                    <a:pt x="6539" y="10479"/>
                  </a:lnTo>
                  <a:lnTo>
                    <a:pt x="12352" y="18527"/>
                  </a:lnTo>
                  <a:lnTo>
                    <a:pt x="18164" y="26603"/>
                  </a:lnTo>
                  <a:lnTo>
                    <a:pt x="18499" y="26295"/>
                  </a:lnTo>
                  <a:lnTo>
                    <a:pt x="18779" y="26044"/>
                  </a:lnTo>
                  <a:lnTo>
                    <a:pt x="19254" y="25569"/>
                  </a:lnTo>
                  <a:lnTo>
                    <a:pt x="19757" y="24898"/>
                  </a:lnTo>
                  <a:lnTo>
                    <a:pt x="19813" y="24367"/>
                  </a:lnTo>
                  <a:lnTo>
                    <a:pt x="19422" y="23668"/>
                  </a:lnTo>
                  <a:lnTo>
                    <a:pt x="19030" y="23138"/>
                  </a:lnTo>
                  <a:lnTo>
                    <a:pt x="11066" y="12128"/>
                  </a:lnTo>
                  <a:lnTo>
                    <a:pt x="3186" y="1090"/>
                  </a:lnTo>
                  <a:lnTo>
                    <a:pt x="2879" y="699"/>
                  </a:lnTo>
                  <a:lnTo>
                    <a:pt x="2320" y="168"/>
                  </a:lnTo>
                  <a:lnTo>
                    <a:pt x="1761" y="0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3837575" y="1955950"/>
              <a:ext cx="491850" cy="662300"/>
            </a:xfrm>
            <a:custGeom>
              <a:rect b="b" l="l" r="r" t="t"/>
              <a:pathLst>
                <a:path extrusionOk="0" h="26492" w="19674">
                  <a:moveTo>
                    <a:pt x="18052" y="1"/>
                  </a:moveTo>
                  <a:lnTo>
                    <a:pt x="17661" y="57"/>
                  </a:lnTo>
                  <a:lnTo>
                    <a:pt x="17298" y="364"/>
                  </a:lnTo>
                  <a:lnTo>
                    <a:pt x="17074" y="643"/>
                  </a:lnTo>
                  <a:lnTo>
                    <a:pt x="8803" y="12240"/>
                  </a:lnTo>
                  <a:lnTo>
                    <a:pt x="504" y="23809"/>
                  </a:lnTo>
                  <a:lnTo>
                    <a:pt x="308" y="24032"/>
                  </a:lnTo>
                  <a:lnTo>
                    <a:pt x="1" y="24368"/>
                  </a:lnTo>
                  <a:lnTo>
                    <a:pt x="1" y="24647"/>
                  </a:lnTo>
                  <a:lnTo>
                    <a:pt x="113" y="24787"/>
                  </a:lnTo>
                  <a:lnTo>
                    <a:pt x="923" y="25625"/>
                  </a:lnTo>
                  <a:lnTo>
                    <a:pt x="1873" y="26491"/>
                  </a:lnTo>
                  <a:lnTo>
                    <a:pt x="2208" y="26044"/>
                  </a:lnTo>
                  <a:lnTo>
                    <a:pt x="2516" y="25653"/>
                  </a:lnTo>
                  <a:lnTo>
                    <a:pt x="7797" y="18276"/>
                  </a:lnTo>
                  <a:lnTo>
                    <a:pt x="13106" y="10899"/>
                  </a:lnTo>
                  <a:lnTo>
                    <a:pt x="16068" y="6679"/>
                  </a:lnTo>
                  <a:lnTo>
                    <a:pt x="19142" y="2544"/>
                  </a:lnTo>
                  <a:lnTo>
                    <a:pt x="19394" y="2180"/>
                  </a:lnTo>
                  <a:lnTo>
                    <a:pt x="19673" y="1593"/>
                  </a:lnTo>
                  <a:lnTo>
                    <a:pt x="19589" y="1118"/>
                  </a:lnTo>
                  <a:lnTo>
                    <a:pt x="19170" y="671"/>
                  </a:lnTo>
                  <a:lnTo>
                    <a:pt x="18807" y="392"/>
                  </a:lnTo>
                  <a:lnTo>
                    <a:pt x="18500" y="224"/>
                  </a:lnTo>
                  <a:lnTo>
                    <a:pt x="18052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4457225" y="3924600"/>
              <a:ext cx="250125" cy="250800"/>
            </a:xfrm>
            <a:custGeom>
              <a:rect b="b" l="l" r="r" t="t"/>
              <a:pathLst>
                <a:path extrusionOk="0" h="10032" w="10005">
                  <a:moveTo>
                    <a:pt x="5031" y="0"/>
                  </a:moveTo>
                  <a:lnTo>
                    <a:pt x="4500" y="28"/>
                  </a:lnTo>
                  <a:lnTo>
                    <a:pt x="3522" y="224"/>
                  </a:lnTo>
                  <a:lnTo>
                    <a:pt x="2628" y="587"/>
                  </a:lnTo>
                  <a:lnTo>
                    <a:pt x="1817" y="1118"/>
                  </a:lnTo>
                  <a:lnTo>
                    <a:pt x="1119" y="1816"/>
                  </a:lnTo>
                  <a:lnTo>
                    <a:pt x="588" y="2599"/>
                  </a:lnTo>
                  <a:lnTo>
                    <a:pt x="224" y="3521"/>
                  </a:lnTo>
                  <a:lnTo>
                    <a:pt x="1" y="4527"/>
                  </a:lnTo>
                  <a:lnTo>
                    <a:pt x="1" y="5058"/>
                  </a:lnTo>
                  <a:lnTo>
                    <a:pt x="1" y="5561"/>
                  </a:lnTo>
                  <a:lnTo>
                    <a:pt x="224" y="6539"/>
                  </a:lnTo>
                  <a:lnTo>
                    <a:pt x="588" y="7433"/>
                  </a:lnTo>
                  <a:lnTo>
                    <a:pt x="1119" y="8216"/>
                  </a:lnTo>
                  <a:lnTo>
                    <a:pt x="1789" y="8886"/>
                  </a:lnTo>
                  <a:lnTo>
                    <a:pt x="2572" y="9445"/>
                  </a:lnTo>
                  <a:lnTo>
                    <a:pt x="3466" y="9808"/>
                  </a:lnTo>
                  <a:lnTo>
                    <a:pt x="4444" y="10004"/>
                  </a:lnTo>
                  <a:lnTo>
                    <a:pt x="4947" y="10032"/>
                  </a:lnTo>
                  <a:lnTo>
                    <a:pt x="5478" y="10004"/>
                  </a:lnTo>
                  <a:lnTo>
                    <a:pt x="6484" y="9808"/>
                  </a:lnTo>
                  <a:lnTo>
                    <a:pt x="7406" y="9445"/>
                  </a:lnTo>
                  <a:lnTo>
                    <a:pt x="8216" y="8914"/>
                  </a:lnTo>
                  <a:lnTo>
                    <a:pt x="8887" y="8216"/>
                  </a:lnTo>
                  <a:lnTo>
                    <a:pt x="9418" y="7433"/>
                  </a:lnTo>
                  <a:lnTo>
                    <a:pt x="9809" y="6511"/>
                  </a:lnTo>
                  <a:lnTo>
                    <a:pt x="10005" y="5533"/>
                  </a:lnTo>
                  <a:lnTo>
                    <a:pt x="10005" y="5002"/>
                  </a:lnTo>
                  <a:lnTo>
                    <a:pt x="10005" y="4471"/>
                  </a:lnTo>
                  <a:lnTo>
                    <a:pt x="9781" y="3521"/>
                  </a:lnTo>
                  <a:lnTo>
                    <a:pt x="9418" y="2627"/>
                  </a:lnTo>
                  <a:lnTo>
                    <a:pt x="8887" y="1816"/>
                  </a:lnTo>
                  <a:lnTo>
                    <a:pt x="8216" y="1146"/>
                  </a:lnTo>
                  <a:lnTo>
                    <a:pt x="7406" y="615"/>
                  </a:lnTo>
                  <a:lnTo>
                    <a:pt x="6512" y="224"/>
                  </a:lnTo>
                  <a:lnTo>
                    <a:pt x="5562" y="28"/>
                  </a:lnTo>
                  <a:lnTo>
                    <a:pt x="5031" y="0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4457225" y="1385200"/>
              <a:ext cx="250125" cy="250825"/>
            </a:xfrm>
            <a:custGeom>
              <a:rect b="b" l="l" r="r" t="t"/>
              <a:pathLst>
                <a:path extrusionOk="0" h="10033" w="10005">
                  <a:moveTo>
                    <a:pt x="4975" y="1"/>
                  </a:moveTo>
                  <a:lnTo>
                    <a:pt x="4444" y="29"/>
                  </a:lnTo>
                  <a:lnTo>
                    <a:pt x="3466" y="224"/>
                  </a:lnTo>
                  <a:lnTo>
                    <a:pt x="2572" y="615"/>
                  </a:lnTo>
                  <a:lnTo>
                    <a:pt x="1761" y="1174"/>
                  </a:lnTo>
                  <a:lnTo>
                    <a:pt x="1091" y="1845"/>
                  </a:lnTo>
                  <a:lnTo>
                    <a:pt x="560" y="2683"/>
                  </a:lnTo>
                  <a:lnTo>
                    <a:pt x="196" y="3605"/>
                  </a:lnTo>
                  <a:lnTo>
                    <a:pt x="1" y="4583"/>
                  </a:lnTo>
                  <a:lnTo>
                    <a:pt x="1" y="5114"/>
                  </a:lnTo>
                  <a:lnTo>
                    <a:pt x="29" y="5645"/>
                  </a:lnTo>
                  <a:lnTo>
                    <a:pt x="224" y="6595"/>
                  </a:lnTo>
                  <a:lnTo>
                    <a:pt x="616" y="7490"/>
                  </a:lnTo>
                  <a:lnTo>
                    <a:pt x="1147" y="8272"/>
                  </a:lnTo>
                  <a:lnTo>
                    <a:pt x="1845" y="8943"/>
                  </a:lnTo>
                  <a:lnTo>
                    <a:pt x="2628" y="9474"/>
                  </a:lnTo>
                  <a:lnTo>
                    <a:pt x="3550" y="9837"/>
                  </a:lnTo>
                  <a:lnTo>
                    <a:pt x="4528" y="10032"/>
                  </a:lnTo>
                  <a:lnTo>
                    <a:pt x="5031" y="10032"/>
                  </a:lnTo>
                  <a:lnTo>
                    <a:pt x="5562" y="10004"/>
                  </a:lnTo>
                  <a:lnTo>
                    <a:pt x="6540" y="9809"/>
                  </a:lnTo>
                  <a:lnTo>
                    <a:pt x="7462" y="9418"/>
                  </a:lnTo>
                  <a:lnTo>
                    <a:pt x="8244" y="8859"/>
                  </a:lnTo>
                  <a:lnTo>
                    <a:pt x="8915" y="8160"/>
                  </a:lnTo>
                  <a:lnTo>
                    <a:pt x="9446" y="7350"/>
                  </a:lnTo>
                  <a:lnTo>
                    <a:pt x="9809" y="6456"/>
                  </a:lnTo>
                  <a:lnTo>
                    <a:pt x="10005" y="5450"/>
                  </a:lnTo>
                  <a:lnTo>
                    <a:pt x="10005" y="4919"/>
                  </a:lnTo>
                  <a:lnTo>
                    <a:pt x="9977" y="4416"/>
                  </a:lnTo>
                  <a:lnTo>
                    <a:pt x="9781" y="3438"/>
                  </a:lnTo>
                  <a:lnTo>
                    <a:pt x="9390" y="2571"/>
                  </a:lnTo>
                  <a:lnTo>
                    <a:pt x="8831" y="1789"/>
                  </a:lnTo>
                  <a:lnTo>
                    <a:pt x="8132" y="1118"/>
                  </a:lnTo>
                  <a:lnTo>
                    <a:pt x="7350" y="587"/>
                  </a:lnTo>
                  <a:lnTo>
                    <a:pt x="6456" y="196"/>
                  </a:lnTo>
                  <a:lnTo>
                    <a:pt x="5478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3970325" y="2823600"/>
              <a:ext cx="368175" cy="69200"/>
            </a:xfrm>
            <a:custGeom>
              <a:rect b="b" l="l" r="r" t="t"/>
              <a:pathLst>
                <a:path extrusionOk="0" h="2768" w="14727">
                  <a:moveTo>
                    <a:pt x="1090" y="1"/>
                  </a:moveTo>
                  <a:lnTo>
                    <a:pt x="503" y="85"/>
                  </a:lnTo>
                  <a:lnTo>
                    <a:pt x="168" y="392"/>
                  </a:lnTo>
                  <a:lnTo>
                    <a:pt x="0" y="979"/>
                  </a:lnTo>
                  <a:lnTo>
                    <a:pt x="0" y="1454"/>
                  </a:lnTo>
                  <a:lnTo>
                    <a:pt x="28" y="1817"/>
                  </a:lnTo>
                  <a:lnTo>
                    <a:pt x="168" y="2376"/>
                  </a:lnTo>
                  <a:lnTo>
                    <a:pt x="447" y="2655"/>
                  </a:lnTo>
                  <a:lnTo>
                    <a:pt x="978" y="2767"/>
                  </a:lnTo>
                  <a:lnTo>
                    <a:pt x="1341" y="2767"/>
                  </a:lnTo>
                  <a:lnTo>
                    <a:pt x="7545" y="2683"/>
                  </a:lnTo>
                  <a:lnTo>
                    <a:pt x="13776" y="2767"/>
                  </a:lnTo>
                  <a:lnTo>
                    <a:pt x="14168" y="2739"/>
                  </a:lnTo>
                  <a:lnTo>
                    <a:pt x="14615" y="2516"/>
                  </a:lnTo>
                  <a:lnTo>
                    <a:pt x="14726" y="1873"/>
                  </a:lnTo>
                  <a:lnTo>
                    <a:pt x="14671" y="1398"/>
                  </a:lnTo>
                  <a:lnTo>
                    <a:pt x="14726" y="895"/>
                  </a:lnTo>
                  <a:lnTo>
                    <a:pt x="14615" y="252"/>
                  </a:lnTo>
                  <a:lnTo>
                    <a:pt x="14196" y="29"/>
                  </a:lnTo>
                  <a:lnTo>
                    <a:pt x="13776" y="1"/>
                  </a:lnTo>
                  <a:lnTo>
                    <a:pt x="10591" y="57"/>
                  </a:lnTo>
                  <a:lnTo>
                    <a:pt x="7377" y="29"/>
                  </a:lnTo>
                  <a:lnTo>
                    <a:pt x="4443" y="57"/>
                  </a:lnTo>
                  <a:lnTo>
                    <a:pt x="1481" y="1"/>
                  </a:lnTo>
                  <a:close/>
                </a:path>
              </a:pathLst>
            </a:custGeom>
            <a:solidFill>
              <a:srgbClr val="1137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21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21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192" name="Google Shape;192;p21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" name="Google Shape;195;p21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Uno a uno en comunas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Comuna {{ecv_comuna}} ({{ecv_fecha}})</a:t>
            </a:r>
            <a:endParaRPr sz="22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" name="Google Shape;201;p22"/>
          <p:cNvGraphicFramePr/>
          <p:nvPr/>
        </p:nvGraphicFramePr>
        <p:xfrm>
          <a:off x="376120" y="9121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{E7B1C72E-6CB4-403D-B9BC-4C66F9ABA6A3}</a:tableStyleId>
              </a:tblPr>
              <a:tblGrid>
                <a:gridCol w="1376450"/>
                <a:gridCol w="1269950"/>
                <a:gridCol w="1145050"/>
                <a:gridCol w="1212775"/>
                <a:gridCol w="1296500"/>
                <a:gridCol w="958825"/>
                <a:gridCol w="1143225"/>
              </a:tblGrid>
              <a:tr h="493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Plataforma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Objetivo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Impresiones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Frecuencia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CTR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Programmatic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Meta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65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Google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5542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TOTALES</a:t>
                      </a:r>
                      <a:endParaRPr b="1" i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</a:tr>
            </a:tbl>
          </a:graphicData>
        </a:graphic>
      </p:graphicFrame>
      <p:sp>
        <p:nvSpPr>
          <p:cNvPr id="202" name="Google Shape;202;p22"/>
          <p:cNvSpPr txBox="1"/>
          <p:nvPr/>
        </p:nvSpPr>
        <p:spPr>
          <a:xfrm>
            <a:off x="740400" y="195325"/>
            <a:ext cx="4949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Uno a uno en Comuna {{ecv_comuna}} ({{ecv_fecha}}) </a:t>
            </a:r>
            <a:endParaRPr b="1" sz="2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274775" y="176254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4" name="Google Shape;204;p22"/>
          <p:cNvGrpSpPr/>
          <p:nvPr/>
        </p:nvGrpSpPr>
        <p:grpSpPr>
          <a:xfrm>
            <a:off x="376133" y="253929"/>
            <a:ext cx="190480" cy="211556"/>
            <a:chOff x="2169088" y="811743"/>
            <a:chExt cx="3848087" cy="4273857"/>
          </a:xfrm>
        </p:grpSpPr>
        <p:sp>
          <p:nvSpPr>
            <p:cNvPr id="205" name="Google Shape;205;p22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2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" name="Google Shape;207;p22"/>
          <p:cNvSpPr txBox="1"/>
          <p:nvPr/>
        </p:nvSpPr>
        <p:spPr>
          <a:xfrm>
            <a:off x="740400" y="499907"/>
            <a:ext cx="4949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Comunicación Digital | Resultados por plataforma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6566873" y="3958440"/>
            <a:ext cx="2364000" cy="97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1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Benchmarks CTR</a:t>
            </a:r>
            <a:r>
              <a:rPr i="1"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</a:t>
            </a:r>
            <a:endParaRPr i="1"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i="1"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Programmatic: {{u1_bench_prog}}%</a:t>
            </a:r>
            <a:endParaRPr i="1"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i="1"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Meta: {{u1_bench_meta}}%</a:t>
            </a:r>
            <a:endParaRPr i="1"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i="1"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Google: {{u1_bench_google}}%</a:t>
            </a:r>
            <a:endParaRPr i="1"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09" name="Google Shape;209;p22"/>
          <p:cNvGrpSpPr/>
          <p:nvPr/>
        </p:nvGrpSpPr>
        <p:grpSpPr>
          <a:xfrm>
            <a:off x="376129" y="4086298"/>
            <a:ext cx="5919178" cy="494837"/>
            <a:chOff x="476250" y="4524375"/>
            <a:chExt cx="8191500" cy="476400"/>
          </a:xfrm>
        </p:grpSpPr>
        <p:sp>
          <p:nvSpPr>
            <p:cNvPr id="210" name="Google Shape;210;p22"/>
            <p:cNvSpPr/>
            <p:nvPr/>
          </p:nvSpPr>
          <p:spPr>
            <a:xfrm>
              <a:off x="476250" y="4524375"/>
              <a:ext cx="8191500" cy="476400"/>
            </a:xfrm>
            <a:prstGeom prst="roundRect">
              <a:avLst>
                <a:gd fmla="val 50000" name="adj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2"/>
            <p:cNvSpPr txBox="1"/>
            <p:nvPr/>
          </p:nvSpPr>
          <p:spPr>
            <a:xfrm>
              <a:off x="666750" y="4524375"/>
              <a:ext cx="7810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s" sz="1200">
                  <a:solidFill>
                    <a:srgbClr val="8DE2D6"/>
                  </a:solidFill>
                  <a:latin typeface="Archivo"/>
                  <a:ea typeface="Archivo"/>
                  <a:cs typeface="Archivo"/>
                  <a:sym typeface="Archivo"/>
                </a:rPr>
                <a:t>Asistieron </a:t>
              </a:r>
              <a:r>
                <a:rPr b="1" i="1" lang="es" sz="1200">
                  <a:solidFill>
                    <a:srgbClr val="FFCC01"/>
                  </a:solidFill>
                  <a:latin typeface="Archivo"/>
                  <a:ea typeface="Archivo"/>
                  <a:cs typeface="Archivo"/>
                  <a:sym typeface="Archivo"/>
                </a:rPr>
                <a:t>{{ecv_asistentes}} </a:t>
              </a:r>
              <a:r>
                <a:rPr b="1" i="1" lang="es" sz="1200">
                  <a:solidFill>
                    <a:srgbClr val="FFCC01"/>
                  </a:solidFill>
                  <a:latin typeface="Archivo"/>
                  <a:ea typeface="Archivo"/>
                  <a:cs typeface="Archivo"/>
                  <a:sym typeface="Archivo"/>
                </a:rPr>
                <a:t>vecinos</a:t>
              </a:r>
              <a:r>
                <a:rPr i="1" lang="es" sz="1200">
                  <a:solidFill>
                    <a:srgbClr val="8DE2D6"/>
                  </a:solidFill>
                  <a:latin typeface="Archivo"/>
                  <a:ea typeface="Archivo"/>
                  <a:cs typeface="Archivo"/>
                  <a:sym typeface="Archivo"/>
                </a:rPr>
                <a:t> y los uno a uno duraron </a:t>
              </a:r>
              <a:r>
                <a:rPr b="1" i="1" lang="es" sz="1200">
                  <a:solidFill>
                    <a:srgbClr val="FFCC01"/>
                  </a:solidFill>
                  <a:latin typeface="Archivo"/>
                  <a:ea typeface="Archivo"/>
                  <a:cs typeface="Archivo"/>
                  <a:sym typeface="Archivo"/>
                </a:rPr>
                <a:t>{{ecv_minutos}} </a:t>
              </a:r>
              <a:r>
                <a:rPr b="1" i="1" lang="es" sz="1200">
                  <a:solidFill>
                    <a:srgbClr val="FFCC01"/>
                  </a:solidFill>
                  <a:latin typeface="Archivo"/>
                  <a:ea typeface="Archivo"/>
                  <a:cs typeface="Archivo"/>
                  <a:sym typeface="Archivo"/>
                </a:rPr>
                <a:t>minutos</a:t>
              </a:r>
              <a:r>
                <a:rPr i="1" lang="es" sz="1200">
                  <a:solidFill>
                    <a:srgbClr val="8DE2D6"/>
                  </a:solidFill>
                  <a:latin typeface="Archivo"/>
                  <a:ea typeface="Archivo"/>
                  <a:cs typeface="Archivo"/>
                  <a:sym typeface="Archivo"/>
                </a:rPr>
                <a:t> en promedio.</a:t>
              </a:r>
              <a:endParaRPr i="1" sz="12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23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0" name="Google Shape;220;p23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" name="Google Shape;221;p23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222" name="Google Shape;222;p23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3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3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23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Encuentro temático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278350" y="3429600"/>
            <a:ext cx="78255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{{et_nombre}}</a:t>
            </a: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 ({{et_fecha}})</a:t>
            </a:r>
            <a:endParaRPr sz="3600">
              <a:solidFill>
                <a:srgbClr val="8DE2D6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EA9999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 txBox="1"/>
          <p:nvPr/>
        </p:nvSpPr>
        <p:spPr>
          <a:xfrm>
            <a:off x="740400" y="195325"/>
            <a:ext cx="43284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{{et_nombre}}</a:t>
            </a: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 ({{et_fecha}})</a:t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274775" y="176254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" name="Google Shape;233;p24"/>
          <p:cNvGrpSpPr/>
          <p:nvPr/>
        </p:nvGrpSpPr>
        <p:grpSpPr>
          <a:xfrm>
            <a:off x="376133" y="253929"/>
            <a:ext cx="190480" cy="211556"/>
            <a:chOff x="2169088" y="811743"/>
            <a:chExt cx="3848087" cy="4273857"/>
          </a:xfrm>
        </p:grpSpPr>
        <p:sp>
          <p:nvSpPr>
            <p:cNvPr id="234" name="Google Shape;234;p24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4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24"/>
          <p:cNvSpPr txBox="1"/>
          <p:nvPr/>
        </p:nvSpPr>
        <p:spPr>
          <a:xfrm>
            <a:off x="740400" y="499900"/>
            <a:ext cx="3214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Estrategia de comunicación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425425" y="873825"/>
            <a:ext cx="4396500" cy="4026000"/>
          </a:xfrm>
          <a:prstGeom prst="roundRect">
            <a:avLst>
              <a:gd fmla="val 6282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t" bIns="0" lIns="32400" spcFirstLastPara="1" rIns="32400" wrap="square" tIns="309325">
            <a:noAutofit/>
          </a:bodyPr>
          <a:lstStyle/>
          <a:p>
            <a:pPr indent="-50400" lvl="0" marL="86399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 u="sng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b="1" sz="1000" u="sng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2100" lvl="0" marL="457200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000"/>
              <a:buFont typeface="Archivo"/>
              <a:buChar char="●"/>
            </a:pPr>
            <a:r>
              <a:rPr lang="es" sz="10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{{et_mail}}</a:t>
            </a:r>
            <a:endParaRPr sz="10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400" lvl="0" marL="86399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 u="sng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400" lvl="0" marL="86399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 u="sng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IVR</a:t>
            </a:r>
            <a:endParaRPr sz="10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2100" lvl="0" marL="457200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000"/>
              <a:buFont typeface="Archivo"/>
              <a:buChar char="●"/>
            </a:pPr>
            <a:r>
              <a:rPr lang="es" sz="10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{{et_ivr}}</a:t>
            </a:r>
            <a:endParaRPr sz="10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400" lvl="0" marL="86399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50400" lvl="0" marL="86399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 u="sng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CALL CENTER</a:t>
            </a:r>
            <a:endParaRPr sz="10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2100" lvl="0" marL="457200" marR="21970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000"/>
              <a:buFont typeface="Archivo"/>
              <a:buChar char="●"/>
            </a:pPr>
            <a:r>
              <a:rPr lang="es" sz="10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{{et_cc}}</a:t>
            </a:r>
            <a:endParaRPr sz="10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marR="142697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23647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425425" y="864200"/>
            <a:ext cx="4396500" cy="305400"/>
          </a:xfrm>
          <a:prstGeom prst="roundRect">
            <a:avLst>
              <a:gd fmla="val 26355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3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Directa</a:t>
            </a:r>
            <a:endParaRPr b="1" sz="113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4946800" y="859550"/>
            <a:ext cx="3974700" cy="4040400"/>
          </a:xfrm>
          <a:prstGeom prst="roundRect">
            <a:avLst>
              <a:gd fmla="val 6282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t" bIns="0" lIns="139200" spcFirstLastPara="1" rIns="139200" wrap="square" tIns="417600">
            <a:noAutofit/>
          </a:bodyPr>
          <a:lstStyle/>
          <a:p>
            <a:pPr indent="-279400" lvl="0" marL="26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100"/>
              <a:buFont typeface="Archivo"/>
              <a:buChar char="●"/>
            </a:pPr>
            <a:r>
              <a:rPr lang="es" sz="10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{{et_directa}}</a:t>
            </a:r>
            <a:endParaRPr sz="1000">
              <a:solidFill>
                <a:srgbClr val="45454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26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000" u="sng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Convocatoria</a:t>
            </a:r>
            <a:endParaRPr b="1" i="1" sz="1000" u="sng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87358" lvl="0" marL="26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225"/>
              <a:buFont typeface="Archivo"/>
              <a:buChar char="●"/>
            </a:pPr>
            <a:r>
              <a:rPr lang="es" sz="10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{{et_convocatoria}}</a:t>
            </a:r>
            <a:endParaRPr sz="10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30938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000" u="sng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Post</a:t>
            </a:r>
            <a:r>
              <a:rPr b="1" i="1" lang="es" sz="10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 (</a:t>
            </a:r>
            <a:r>
              <a:rPr b="1" i="1" lang="es" sz="1000" u="sng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{{et_post_periodo}}</a:t>
            </a:r>
            <a:r>
              <a:rPr b="1" i="1" lang="es" sz="10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i="1" sz="10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87358" lvl="0" marL="269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748"/>
              </a:buClr>
              <a:buSzPts val="1225"/>
              <a:buFont typeface="Archivo"/>
              <a:buChar char="●"/>
            </a:pPr>
            <a:r>
              <a:rPr lang="es" sz="10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{{et_digital}}</a:t>
            </a:r>
            <a:endParaRPr sz="1325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4946750" y="862309"/>
            <a:ext cx="3974700" cy="305400"/>
          </a:xfrm>
          <a:prstGeom prst="roundRect">
            <a:avLst>
              <a:gd fmla="val 26355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3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 sz="113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 txBox="1"/>
          <p:nvPr/>
        </p:nvSpPr>
        <p:spPr>
          <a:xfrm>
            <a:off x="740400" y="195325"/>
            <a:ext cx="48885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{{et_nombre}}</a:t>
            </a: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 ({{et_fecha}})</a:t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Iceberg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274775" y="176254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7" name="Google Shape;247;p25"/>
          <p:cNvGrpSpPr/>
          <p:nvPr/>
        </p:nvGrpSpPr>
        <p:grpSpPr>
          <a:xfrm>
            <a:off x="376133" y="253929"/>
            <a:ext cx="190480" cy="211556"/>
            <a:chOff x="2169088" y="811743"/>
            <a:chExt cx="3848087" cy="4273857"/>
          </a:xfrm>
        </p:grpSpPr>
        <p:sp>
          <p:nvSpPr>
            <p:cNvPr id="248" name="Google Shape;248;p25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5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25"/>
          <p:cNvGrpSpPr/>
          <p:nvPr/>
        </p:nvGrpSpPr>
        <p:grpSpPr>
          <a:xfrm>
            <a:off x="453636" y="870964"/>
            <a:ext cx="1933424" cy="3436679"/>
            <a:chOff x="500000" y="241213"/>
            <a:chExt cx="2676761" cy="4757966"/>
          </a:xfrm>
        </p:grpSpPr>
        <p:sp>
          <p:nvSpPr>
            <p:cNvPr id="251" name="Google Shape;251;p25"/>
            <p:cNvSpPr/>
            <p:nvPr/>
          </p:nvSpPr>
          <p:spPr>
            <a:xfrm>
              <a:off x="500000" y="2199076"/>
              <a:ext cx="2676761" cy="2800103"/>
            </a:xfrm>
            <a:custGeom>
              <a:rect b="b" l="l" r="r" t="t"/>
              <a:pathLst>
                <a:path extrusionOk="0" h="85382" w="81621">
                  <a:moveTo>
                    <a:pt x="1" y="0"/>
                  </a:moveTo>
                  <a:lnTo>
                    <a:pt x="4090" y="9978"/>
                  </a:lnTo>
                  <a:lnTo>
                    <a:pt x="3599" y="21754"/>
                  </a:lnTo>
                  <a:lnTo>
                    <a:pt x="3599" y="31405"/>
                  </a:lnTo>
                  <a:lnTo>
                    <a:pt x="15540" y="46453"/>
                  </a:lnTo>
                  <a:lnTo>
                    <a:pt x="26826" y="63136"/>
                  </a:lnTo>
                  <a:lnTo>
                    <a:pt x="32551" y="77530"/>
                  </a:lnTo>
                  <a:lnTo>
                    <a:pt x="43837" y="79820"/>
                  </a:lnTo>
                  <a:lnTo>
                    <a:pt x="46944" y="85381"/>
                  </a:lnTo>
                  <a:lnTo>
                    <a:pt x="63955" y="49397"/>
                  </a:lnTo>
                  <a:lnTo>
                    <a:pt x="67554" y="48579"/>
                  </a:lnTo>
                  <a:lnTo>
                    <a:pt x="81620" y="9978"/>
                  </a:lnTo>
                  <a:lnTo>
                    <a:pt x="77531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5"/>
            <p:cNvSpPr/>
            <p:nvPr/>
          </p:nvSpPr>
          <p:spPr>
            <a:xfrm>
              <a:off x="2221846" y="2199076"/>
              <a:ext cx="954859" cy="327229"/>
            </a:xfrm>
            <a:custGeom>
              <a:rect b="b" l="l" r="r" t="t"/>
              <a:pathLst>
                <a:path extrusionOk="0" h="9978" w="29116">
                  <a:moveTo>
                    <a:pt x="1" y="0"/>
                  </a:moveTo>
                  <a:lnTo>
                    <a:pt x="9651" y="9814"/>
                  </a:lnTo>
                  <a:lnTo>
                    <a:pt x="29115" y="9978"/>
                  </a:lnTo>
                  <a:lnTo>
                    <a:pt x="25026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5"/>
            <p:cNvSpPr/>
            <p:nvPr/>
          </p:nvSpPr>
          <p:spPr>
            <a:xfrm>
              <a:off x="618025" y="2199076"/>
              <a:ext cx="262885" cy="713455"/>
            </a:xfrm>
            <a:custGeom>
              <a:rect b="b" l="l" r="r" t="t"/>
              <a:pathLst>
                <a:path extrusionOk="0" h="21755" w="8016">
                  <a:moveTo>
                    <a:pt x="8015" y="0"/>
                  </a:moveTo>
                  <a:lnTo>
                    <a:pt x="491" y="9978"/>
                  </a:lnTo>
                  <a:lnTo>
                    <a:pt x="0" y="21754"/>
                  </a:lnTo>
                  <a:lnTo>
                    <a:pt x="0" y="2175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5"/>
            <p:cNvSpPr/>
            <p:nvPr/>
          </p:nvSpPr>
          <p:spPr>
            <a:xfrm>
              <a:off x="2538341" y="2520916"/>
              <a:ext cx="638355" cy="1271331"/>
            </a:xfrm>
            <a:custGeom>
              <a:rect b="b" l="l" r="r" t="t"/>
              <a:pathLst>
                <a:path extrusionOk="0" h="38766" w="19465">
                  <a:moveTo>
                    <a:pt x="0" y="0"/>
                  </a:moveTo>
                  <a:lnTo>
                    <a:pt x="5398" y="38765"/>
                  </a:lnTo>
                  <a:lnTo>
                    <a:pt x="19464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5"/>
            <p:cNvSpPr/>
            <p:nvPr/>
          </p:nvSpPr>
          <p:spPr>
            <a:xfrm>
              <a:off x="2538341" y="2520916"/>
              <a:ext cx="177027" cy="1298124"/>
            </a:xfrm>
            <a:custGeom>
              <a:rect b="b" l="l" r="r" t="t"/>
              <a:pathLst>
                <a:path extrusionOk="0" h="39583" w="5398">
                  <a:moveTo>
                    <a:pt x="0" y="0"/>
                  </a:moveTo>
                  <a:lnTo>
                    <a:pt x="1799" y="39583"/>
                  </a:lnTo>
                  <a:lnTo>
                    <a:pt x="5398" y="38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5"/>
            <p:cNvSpPr/>
            <p:nvPr/>
          </p:nvSpPr>
          <p:spPr>
            <a:xfrm>
              <a:off x="2039479" y="2520916"/>
              <a:ext cx="557909" cy="2478253"/>
            </a:xfrm>
            <a:custGeom>
              <a:rect b="b" l="l" r="r" t="t"/>
              <a:pathLst>
                <a:path extrusionOk="0" h="75568" w="17012">
                  <a:moveTo>
                    <a:pt x="15212" y="0"/>
                  </a:moveTo>
                  <a:lnTo>
                    <a:pt x="7688" y="24044"/>
                  </a:lnTo>
                  <a:lnTo>
                    <a:pt x="7688" y="44490"/>
                  </a:lnTo>
                  <a:lnTo>
                    <a:pt x="0" y="75567"/>
                  </a:lnTo>
                  <a:lnTo>
                    <a:pt x="17011" y="39583"/>
                  </a:lnTo>
                  <a:lnTo>
                    <a:pt x="15212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1937556" y="3979885"/>
              <a:ext cx="354088" cy="1019236"/>
            </a:xfrm>
            <a:custGeom>
              <a:rect b="b" l="l" r="r" t="t"/>
              <a:pathLst>
                <a:path extrusionOk="0" h="31079" w="10797">
                  <a:moveTo>
                    <a:pt x="1" y="1"/>
                  </a:moveTo>
                  <a:lnTo>
                    <a:pt x="1" y="25517"/>
                  </a:lnTo>
                  <a:lnTo>
                    <a:pt x="3108" y="31078"/>
                  </a:lnTo>
                  <a:lnTo>
                    <a:pt x="10796" y="1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1835632" y="3309413"/>
              <a:ext cx="456014" cy="670527"/>
            </a:xfrm>
            <a:custGeom>
              <a:rect b="b" l="l" r="r" t="t"/>
              <a:pathLst>
                <a:path extrusionOk="0" h="20446" w="13905">
                  <a:moveTo>
                    <a:pt x="1" y="0"/>
                  </a:moveTo>
                  <a:lnTo>
                    <a:pt x="3109" y="20446"/>
                  </a:lnTo>
                  <a:lnTo>
                    <a:pt x="13904" y="20446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5"/>
            <p:cNvSpPr/>
            <p:nvPr/>
          </p:nvSpPr>
          <p:spPr>
            <a:xfrm>
              <a:off x="1835632" y="2520916"/>
              <a:ext cx="702764" cy="788556"/>
            </a:xfrm>
            <a:custGeom>
              <a:rect b="b" l="l" r="r" t="t"/>
              <a:pathLst>
                <a:path extrusionOk="0" h="24045" w="21429">
                  <a:moveTo>
                    <a:pt x="12923" y="0"/>
                  </a:moveTo>
                  <a:lnTo>
                    <a:pt x="1" y="24044"/>
                  </a:lnTo>
                  <a:lnTo>
                    <a:pt x="13904" y="24044"/>
                  </a:lnTo>
                  <a:lnTo>
                    <a:pt x="21428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5"/>
            <p:cNvSpPr/>
            <p:nvPr/>
          </p:nvSpPr>
          <p:spPr>
            <a:xfrm>
              <a:off x="1835632" y="2199076"/>
              <a:ext cx="702764" cy="321883"/>
            </a:xfrm>
            <a:custGeom>
              <a:rect b="b" l="l" r="r" t="t"/>
              <a:pathLst>
                <a:path extrusionOk="0" h="9815" w="21429">
                  <a:moveTo>
                    <a:pt x="1" y="0"/>
                  </a:moveTo>
                  <a:lnTo>
                    <a:pt x="12923" y="9814"/>
                  </a:lnTo>
                  <a:lnTo>
                    <a:pt x="21428" y="9814"/>
                  </a:lnTo>
                  <a:lnTo>
                    <a:pt x="11778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880869" y="2199076"/>
              <a:ext cx="954826" cy="396951"/>
            </a:xfrm>
            <a:custGeom>
              <a:rect b="b" l="l" r="r" t="t"/>
              <a:pathLst>
                <a:path extrusionOk="0" h="12104" w="29115">
                  <a:moveTo>
                    <a:pt x="0" y="0"/>
                  </a:moveTo>
                  <a:lnTo>
                    <a:pt x="11941" y="12104"/>
                  </a:lnTo>
                  <a:lnTo>
                    <a:pt x="29115" y="12104"/>
                  </a:lnTo>
                  <a:lnTo>
                    <a:pt x="29115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5"/>
            <p:cNvSpPr/>
            <p:nvPr/>
          </p:nvSpPr>
          <p:spPr>
            <a:xfrm>
              <a:off x="618025" y="2199076"/>
              <a:ext cx="654457" cy="713455"/>
            </a:xfrm>
            <a:custGeom>
              <a:rect b="b" l="l" r="r" t="t"/>
              <a:pathLst>
                <a:path extrusionOk="0" h="21755" w="19956">
                  <a:moveTo>
                    <a:pt x="8015" y="0"/>
                  </a:moveTo>
                  <a:lnTo>
                    <a:pt x="0" y="21754"/>
                  </a:lnTo>
                  <a:lnTo>
                    <a:pt x="19956" y="1210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5"/>
            <p:cNvSpPr/>
            <p:nvPr/>
          </p:nvSpPr>
          <p:spPr>
            <a:xfrm>
              <a:off x="1272429" y="2595981"/>
              <a:ext cx="563254" cy="713488"/>
            </a:xfrm>
            <a:custGeom>
              <a:rect b="b" l="l" r="r" t="t"/>
              <a:pathLst>
                <a:path extrusionOk="0" h="21756" w="17175">
                  <a:moveTo>
                    <a:pt x="1" y="1"/>
                  </a:moveTo>
                  <a:lnTo>
                    <a:pt x="17175" y="21755"/>
                  </a:lnTo>
                  <a:lnTo>
                    <a:pt x="17175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5"/>
            <p:cNvSpPr/>
            <p:nvPr/>
          </p:nvSpPr>
          <p:spPr>
            <a:xfrm>
              <a:off x="1379698" y="3979885"/>
              <a:ext cx="557909" cy="836863"/>
            </a:xfrm>
            <a:custGeom>
              <a:rect b="b" l="l" r="r" t="t"/>
              <a:pathLst>
                <a:path extrusionOk="0" h="25518" w="17012">
                  <a:moveTo>
                    <a:pt x="17012" y="1"/>
                  </a:moveTo>
                  <a:lnTo>
                    <a:pt x="1" y="8833"/>
                  </a:lnTo>
                  <a:lnTo>
                    <a:pt x="17012" y="25517"/>
                  </a:lnTo>
                  <a:lnTo>
                    <a:pt x="17012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5"/>
            <p:cNvSpPr/>
            <p:nvPr/>
          </p:nvSpPr>
          <p:spPr>
            <a:xfrm>
              <a:off x="1379698" y="4269554"/>
              <a:ext cx="557909" cy="547185"/>
            </a:xfrm>
            <a:custGeom>
              <a:rect b="b" l="l" r="r" t="t"/>
              <a:pathLst>
                <a:path extrusionOk="0" h="16685" w="17012">
                  <a:moveTo>
                    <a:pt x="1" y="0"/>
                  </a:moveTo>
                  <a:lnTo>
                    <a:pt x="5726" y="14394"/>
                  </a:lnTo>
                  <a:lnTo>
                    <a:pt x="17012" y="166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5"/>
            <p:cNvSpPr/>
            <p:nvPr/>
          </p:nvSpPr>
          <p:spPr>
            <a:xfrm>
              <a:off x="1835632" y="2199076"/>
              <a:ext cx="423810" cy="1110406"/>
            </a:xfrm>
            <a:custGeom>
              <a:rect b="b" l="l" r="r" t="t"/>
              <a:pathLst>
                <a:path extrusionOk="0" h="33859" w="12923">
                  <a:moveTo>
                    <a:pt x="1" y="0"/>
                  </a:moveTo>
                  <a:lnTo>
                    <a:pt x="1" y="33858"/>
                  </a:lnTo>
                  <a:lnTo>
                    <a:pt x="12923" y="98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5"/>
            <p:cNvSpPr/>
            <p:nvPr/>
          </p:nvSpPr>
          <p:spPr>
            <a:xfrm>
              <a:off x="1009585" y="3722420"/>
              <a:ext cx="928033" cy="547185"/>
            </a:xfrm>
            <a:custGeom>
              <a:rect b="b" l="l" r="r" t="t"/>
              <a:pathLst>
                <a:path extrusionOk="0" h="16685" w="28298">
                  <a:moveTo>
                    <a:pt x="1" y="1"/>
                  </a:moveTo>
                  <a:lnTo>
                    <a:pt x="11287" y="16684"/>
                  </a:lnTo>
                  <a:lnTo>
                    <a:pt x="28298" y="78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5"/>
            <p:cNvSpPr/>
            <p:nvPr/>
          </p:nvSpPr>
          <p:spPr>
            <a:xfrm>
              <a:off x="618025" y="3223591"/>
              <a:ext cx="391605" cy="498878"/>
            </a:xfrm>
            <a:custGeom>
              <a:rect b="b" l="l" r="r" t="t"/>
              <a:pathLst>
                <a:path extrusionOk="0" h="15212" w="11941">
                  <a:moveTo>
                    <a:pt x="11941" y="0"/>
                  </a:moveTo>
                  <a:lnTo>
                    <a:pt x="0" y="164"/>
                  </a:lnTo>
                  <a:lnTo>
                    <a:pt x="11941" y="15212"/>
                  </a:lnTo>
                  <a:lnTo>
                    <a:pt x="1194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1009585" y="2595981"/>
              <a:ext cx="826106" cy="1126508"/>
            </a:xfrm>
            <a:custGeom>
              <a:rect b="b" l="l" r="r" t="t"/>
              <a:pathLst>
                <a:path extrusionOk="0" h="34350" w="25190">
                  <a:moveTo>
                    <a:pt x="8016" y="1"/>
                  </a:moveTo>
                  <a:lnTo>
                    <a:pt x="1" y="19138"/>
                  </a:lnTo>
                  <a:lnTo>
                    <a:pt x="1" y="34350"/>
                  </a:lnTo>
                  <a:lnTo>
                    <a:pt x="25190" y="21755"/>
                  </a:lnTo>
                  <a:lnTo>
                    <a:pt x="8016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1567443" y="4741590"/>
              <a:ext cx="472084" cy="257506"/>
            </a:xfrm>
            <a:custGeom>
              <a:rect b="b" l="l" r="r" t="t"/>
              <a:pathLst>
                <a:path extrusionOk="0" h="7852" w="14395">
                  <a:moveTo>
                    <a:pt x="1" y="0"/>
                  </a:moveTo>
                  <a:lnTo>
                    <a:pt x="14394" y="7851"/>
                  </a:lnTo>
                  <a:lnTo>
                    <a:pt x="11287" y="22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5"/>
            <p:cNvSpPr/>
            <p:nvPr/>
          </p:nvSpPr>
          <p:spPr>
            <a:xfrm>
              <a:off x="500000" y="241213"/>
              <a:ext cx="2542662" cy="1957960"/>
            </a:xfrm>
            <a:custGeom>
              <a:rect b="b" l="l" r="r" t="t"/>
              <a:pathLst>
                <a:path extrusionOk="0" h="59703" w="77532">
                  <a:moveTo>
                    <a:pt x="40729" y="1"/>
                  </a:moveTo>
                  <a:lnTo>
                    <a:pt x="35004" y="14231"/>
                  </a:lnTo>
                  <a:lnTo>
                    <a:pt x="30261" y="15212"/>
                  </a:lnTo>
                  <a:lnTo>
                    <a:pt x="25190" y="27807"/>
                  </a:lnTo>
                  <a:lnTo>
                    <a:pt x="19629" y="27807"/>
                  </a:lnTo>
                  <a:lnTo>
                    <a:pt x="11614" y="47762"/>
                  </a:lnTo>
                  <a:lnTo>
                    <a:pt x="1" y="59702"/>
                  </a:lnTo>
                  <a:lnTo>
                    <a:pt x="77531" y="59702"/>
                  </a:lnTo>
                  <a:lnTo>
                    <a:pt x="69517" y="39747"/>
                  </a:lnTo>
                  <a:lnTo>
                    <a:pt x="65591" y="39747"/>
                  </a:lnTo>
                  <a:lnTo>
                    <a:pt x="59703" y="24863"/>
                  </a:lnTo>
                  <a:lnTo>
                    <a:pt x="50052" y="22900"/>
                  </a:lnTo>
                  <a:lnTo>
                    <a:pt x="40729" y="1"/>
                  </a:lnTo>
                  <a:close/>
                </a:path>
              </a:pathLst>
            </a:custGeom>
            <a:solidFill>
              <a:srgbClr val="E8EF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1647919" y="241213"/>
              <a:ext cx="187751" cy="911931"/>
            </a:xfrm>
            <a:custGeom>
              <a:rect b="b" l="l" r="r" t="t"/>
              <a:pathLst>
                <a:path extrusionOk="0" h="27807" w="5725">
                  <a:moveTo>
                    <a:pt x="5725" y="1"/>
                  </a:moveTo>
                  <a:lnTo>
                    <a:pt x="0" y="14231"/>
                  </a:lnTo>
                  <a:lnTo>
                    <a:pt x="0" y="21918"/>
                  </a:lnTo>
                  <a:lnTo>
                    <a:pt x="5725" y="27807"/>
                  </a:lnTo>
                  <a:lnTo>
                    <a:pt x="5725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1492345" y="707870"/>
              <a:ext cx="155612" cy="252161"/>
            </a:xfrm>
            <a:custGeom>
              <a:rect b="b" l="l" r="r" t="t"/>
              <a:pathLst>
                <a:path extrusionOk="0" h="7689" w="4745">
                  <a:moveTo>
                    <a:pt x="4744" y="1"/>
                  </a:moveTo>
                  <a:lnTo>
                    <a:pt x="1" y="982"/>
                  </a:lnTo>
                  <a:lnTo>
                    <a:pt x="4744" y="768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5"/>
            <p:cNvSpPr/>
            <p:nvPr/>
          </p:nvSpPr>
          <p:spPr>
            <a:xfrm>
              <a:off x="1326080" y="740074"/>
              <a:ext cx="321883" cy="413053"/>
            </a:xfrm>
            <a:custGeom>
              <a:rect b="b" l="l" r="r" t="t"/>
              <a:pathLst>
                <a:path extrusionOk="0" h="12595" w="9815">
                  <a:moveTo>
                    <a:pt x="5071" y="0"/>
                  </a:moveTo>
                  <a:lnTo>
                    <a:pt x="0" y="12595"/>
                  </a:lnTo>
                  <a:lnTo>
                    <a:pt x="9814" y="6706"/>
                  </a:lnTo>
                  <a:lnTo>
                    <a:pt x="5071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1326080" y="959990"/>
              <a:ext cx="509602" cy="193130"/>
            </a:xfrm>
            <a:custGeom>
              <a:rect b="b" l="l" r="r" t="t"/>
              <a:pathLst>
                <a:path extrusionOk="0" h="5889" w="15539">
                  <a:moveTo>
                    <a:pt x="9814" y="0"/>
                  </a:moveTo>
                  <a:lnTo>
                    <a:pt x="0" y="5889"/>
                  </a:lnTo>
                  <a:lnTo>
                    <a:pt x="15539" y="5889"/>
                  </a:lnTo>
                  <a:lnTo>
                    <a:pt x="9814" y="0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5"/>
            <p:cNvSpPr/>
            <p:nvPr/>
          </p:nvSpPr>
          <p:spPr>
            <a:xfrm>
              <a:off x="2141403" y="992161"/>
              <a:ext cx="509602" cy="552563"/>
            </a:xfrm>
            <a:custGeom>
              <a:rect b="b" l="l" r="r" t="t"/>
              <a:pathLst>
                <a:path extrusionOk="0" h="16849" w="15539">
                  <a:moveTo>
                    <a:pt x="0" y="1"/>
                  </a:moveTo>
                  <a:lnTo>
                    <a:pt x="8996" y="16848"/>
                  </a:lnTo>
                  <a:lnTo>
                    <a:pt x="15539" y="16848"/>
                  </a:lnTo>
                  <a:lnTo>
                    <a:pt x="9651" y="19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1835632" y="992161"/>
              <a:ext cx="600837" cy="552563"/>
            </a:xfrm>
            <a:custGeom>
              <a:rect b="b" l="l" r="r" t="t"/>
              <a:pathLst>
                <a:path extrusionOk="0" h="16849" w="18321">
                  <a:moveTo>
                    <a:pt x="9324" y="1"/>
                  </a:moveTo>
                  <a:lnTo>
                    <a:pt x="1" y="4908"/>
                  </a:lnTo>
                  <a:lnTo>
                    <a:pt x="18320" y="16848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5"/>
            <p:cNvSpPr/>
            <p:nvPr/>
          </p:nvSpPr>
          <p:spPr>
            <a:xfrm>
              <a:off x="1326080" y="1153081"/>
              <a:ext cx="1110406" cy="654457"/>
            </a:xfrm>
            <a:custGeom>
              <a:rect b="b" l="l" r="r" t="t"/>
              <a:pathLst>
                <a:path extrusionOk="0" h="19956" w="33859">
                  <a:moveTo>
                    <a:pt x="0" y="1"/>
                  </a:moveTo>
                  <a:lnTo>
                    <a:pt x="15539" y="19956"/>
                  </a:lnTo>
                  <a:lnTo>
                    <a:pt x="33858" y="11941"/>
                  </a:lnTo>
                  <a:lnTo>
                    <a:pt x="15539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5"/>
            <p:cNvSpPr/>
            <p:nvPr/>
          </p:nvSpPr>
          <p:spPr>
            <a:xfrm>
              <a:off x="880869" y="1153081"/>
              <a:ext cx="445258" cy="654457"/>
            </a:xfrm>
            <a:custGeom>
              <a:rect b="b" l="l" r="r" t="t"/>
              <a:pathLst>
                <a:path extrusionOk="0" h="19956" w="13577">
                  <a:moveTo>
                    <a:pt x="8015" y="1"/>
                  </a:moveTo>
                  <a:lnTo>
                    <a:pt x="0" y="19956"/>
                  </a:lnTo>
                  <a:lnTo>
                    <a:pt x="13576" y="19956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1835632" y="1544673"/>
              <a:ext cx="1206987" cy="654457"/>
            </a:xfrm>
            <a:custGeom>
              <a:rect b="b" l="l" r="r" t="t"/>
              <a:pathLst>
                <a:path extrusionOk="0" h="19956" w="36804">
                  <a:moveTo>
                    <a:pt x="18320" y="0"/>
                  </a:moveTo>
                  <a:lnTo>
                    <a:pt x="1" y="8015"/>
                  </a:lnTo>
                  <a:lnTo>
                    <a:pt x="1" y="19955"/>
                  </a:lnTo>
                  <a:lnTo>
                    <a:pt x="36803" y="19955"/>
                  </a:lnTo>
                  <a:lnTo>
                    <a:pt x="18320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1326080" y="1153081"/>
              <a:ext cx="509602" cy="654457"/>
            </a:xfrm>
            <a:custGeom>
              <a:rect b="b" l="l" r="r" t="t"/>
              <a:pathLst>
                <a:path extrusionOk="0" h="19956" w="15539">
                  <a:moveTo>
                    <a:pt x="0" y="1"/>
                  </a:moveTo>
                  <a:lnTo>
                    <a:pt x="0" y="19956"/>
                  </a:lnTo>
                  <a:lnTo>
                    <a:pt x="15539" y="199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5"/>
            <p:cNvSpPr/>
            <p:nvPr/>
          </p:nvSpPr>
          <p:spPr>
            <a:xfrm>
              <a:off x="500000" y="1807484"/>
              <a:ext cx="380914" cy="391638"/>
            </a:xfrm>
            <a:custGeom>
              <a:rect b="b" l="l" r="r" t="t"/>
              <a:pathLst>
                <a:path extrusionOk="0" h="11942" w="11615">
                  <a:moveTo>
                    <a:pt x="11614" y="1"/>
                  </a:moveTo>
                  <a:lnTo>
                    <a:pt x="1" y="11941"/>
                  </a:lnTo>
                  <a:lnTo>
                    <a:pt x="11614" y="11941"/>
                  </a:lnTo>
                  <a:lnTo>
                    <a:pt x="1161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5"/>
            <p:cNvSpPr/>
            <p:nvPr/>
          </p:nvSpPr>
          <p:spPr>
            <a:xfrm>
              <a:off x="880869" y="1807484"/>
              <a:ext cx="954826" cy="391638"/>
            </a:xfrm>
            <a:custGeom>
              <a:rect b="b" l="l" r="r" t="t"/>
              <a:pathLst>
                <a:path extrusionOk="0" h="11942" w="29115">
                  <a:moveTo>
                    <a:pt x="13576" y="1"/>
                  </a:moveTo>
                  <a:lnTo>
                    <a:pt x="0" y="11941"/>
                  </a:lnTo>
                  <a:lnTo>
                    <a:pt x="29115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5"/>
            <p:cNvSpPr/>
            <p:nvPr/>
          </p:nvSpPr>
          <p:spPr>
            <a:xfrm>
              <a:off x="880869" y="1807484"/>
              <a:ext cx="445258" cy="391638"/>
            </a:xfrm>
            <a:custGeom>
              <a:rect b="b" l="l" r="r" t="t"/>
              <a:pathLst>
                <a:path extrusionOk="0" h="11942" w="13577">
                  <a:moveTo>
                    <a:pt x="0" y="1"/>
                  </a:moveTo>
                  <a:lnTo>
                    <a:pt x="0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1835632" y="1807484"/>
              <a:ext cx="386260" cy="391638"/>
            </a:xfrm>
            <a:custGeom>
              <a:rect b="b" l="l" r="r" t="t"/>
              <a:pathLst>
                <a:path extrusionOk="0" h="11942" w="11778">
                  <a:moveTo>
                    <a:pt x="1" y="1"/>
                  </a:moveTo>
                  <a:lnTo>
                    <a:pt x="1" y="11941"/>
                  </a:lnTo>
                  <a:lnTo>
                    <a:pt x="11778" y="119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6" name="Google Shape;286;p25"/>
          <p:cNvCxnSpPr/>
          <p:nvPr/>
        </p:nvCxnSpPr>
        <p:spPr>
          <a:xfrm rot="10800000">
            <a:off x="181799" y="2292454"/>
            <a:ext cx="247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" name="Google Shape;287;p25"/>
          <p:cNvSpPr txBox="1"/>
          <p:nvPr/>
        </p:nvSpPr>
        <p:spPr>
          <a:xfrm>
            <a:off x="244975" y="4515950"/>
            <a:ext cx="17133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800" u="sng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Benchmarks:</a:t>
            </a:r>
            <a:endParaRPr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Mail: </a:t>
            </a:r>
            <a:r>
              <a:rPr b="1"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OR : </a:t>
            </a:r>
            <a:r>
              <a:rPr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22% </a:t>
            </a:r>
            <a:r>
              <a:rPr b="1"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CTOR: </a:t>
            </a:r>
            <a:r>
              <a:rPr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3%</a:t>
            </a:r>
            <a:endParaRPr i="1"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IVR: Escucha +75%:</a:t>
            </a:r>
            <a:r>
              <a:rPr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40%</a:t>
            </a:r>
            <a:endParaRPr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Digital: </a:t>
            </a:r>
            <a:r>
              <a:rPr b="1"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CTR: </a:t>
            </a:r>
            <a:r>
              <a:rPr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1,3%</a:t>
            </a:r>
            <a:endParaRPr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288" name="Google Shape;288;p25"/>
          <p:cNvCxnSpPr/>
          <p:nvPr/>
        </p:nvCxnSpPr>
        <p:spPr>
          <a:xfrm>
            <a:off x="2019506" y="1785678"/>
            <a:ext cx="6469800" cy="0"/>
          </a:xfrm>
          <a:prstGeom prst="straightConnector1">
            <a:avLst/>
          </a:prstGeom>
          <a:noFill/>
          <a:ln cap="flat" cmpd="sng" w="7875">
            <a:solidFill>
              <a:srgbClr val="163244"/>
            </a:solidFill>
            <a:prstDash val="dot"/>
            <a:round/>
            <a:headEnd len="med" w="med" type="oval"/>
            <a:tailEnd len="sm" w="sm" type="none"/>
          </a:ln>
        </p:spPr>
      </p:cxnSp>
      <p:cxnSp>
        <p:nvCxnSpPr>
          <p:cNvPr id="289" name="Google Shape;289;p25"/>
          <p:cNvCxnSpPr/>
          <p:nvPr/>
        </p:nvCxnSpPr>
        <p:spPr>
          <a:xfrm flipH="1" rot="10800000">
            <a:off x="1912872" y="3599362"/>
            <a:ext cx="6513300" cy="4500"/>
          </a:xfrm>
          <a:prstGeom prst="straightConnector1">
            <a:avLst/>
          </a:prstGeom>
          <a:noFill/>
          <a:ln cap="flat" cmpd="sng" w="7875">
            <a:solidFill>
              <a:srgbClr val="163244"/>
            </a:solidFill>
            <a:prstDash val="dot"/>
            <a:round/>
            <a:headEnd len="med" w="med" type="oval"/>
            <a:tailEnd len="sm" w="sm" type="none"/>
          </a:ln>
        </p:spPr>
      </p:cxnSp>
      <p:grpSp>
        <p:nvGrpSpPr>
          <p:cNvPr id="290" name="Google Shape;290;p25"/>
          <p:cNvGrpSpPr/>
          <p:nvPr/>
        </p:nvGrpSpPr>
        <p:grpSpPr>
          <a:xfrm>
            <a:off x="453636" y="870964"/>
            <a:ext cx="1933424" cy="3436679"/>
            <a:chOff x="500000" y="241213"/>
            <a:chExt cx="2676761" cy="4757966"/>
          </a:xfrm>
        </p:grpSpPr>
        <p:sp>
          <p:nvSpPr>
            <p:cNvPr id="291" name="Google Shape;291;p25"/>
            <p:cNvSpPr/>
            <p:nvPr/>
          </p:nvSpPr>
          <p:spPr>
            <a:xfrm>
              <a:off x="500000" y="2199076"/>
              <a:ext cx="2676761" cy="2800103"/>
            </a:xfrm>
            <a:custGeom>
              <a:rect b="b" l="l" r="r" t="t"/>
              <a:pathLst>
                <a:path extrusionOk="0" h="85382" w="81621">
                  <a:moveTo>
                    <a:pt x="1" y="0"/>
                  </a:moveTo>
                  <a:lnTo>
                    <a:pt x="4090" y="9978"/>
                  </a:lnTo>
                  <a:lnTo>
                    <a:pt x="3599" y="21754"/>
                  </a:lnTo>
                  <a:lnTo>
                    <a:pt x="3599" y="31405"/>
                  </a:lnTo>
                  <a:lnTo>
                    <a:pt x="15540" y="46453"/>
                  </a:lnTo>
                  <a:lnTo>
                    <a:pt x="26826" y="63136"/>
                  </a:lnTo>
                  <a:lnTo>
                    <a:pt x="32551" y="77530"/>
                  </a:lnTo>
                  <a:lnTo>
                    <a:pt x="43837" y="79820"/>
                  </a:lnTo>
                  <a:lnTo>
                    <a:pt x="46944" y="85381"/>
                  </a:lnTo>
                  <a:lnTo>
                    <a:pt x="63955" y="49397"/>
                  </a:lnTo>
                  <a:lnTo>
                    <a:pt x="67554" y="48579"/>
                  </a:lnTo>
                  <a:lnTo>
                    <a:pt x="81620" y="9978"/>
                  </a:lnTo>
                  <a:lnTo>
                    <a:pt x="77531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5"/>
            <p:cNvSpPr/>
            <p:nvPr/>
          </p:nvSpPr>
          <p:spPr>
            <a:xfrm>
              <a:off x="2221846" y="2199076"/>
              <a:ext cx="954859" cy="327229"/>
            </a:xfrm>
            <a:custGeom>
              <a:rect b="b" l="l" r="r" t="t"/>
              <a:pathLst>
                <a:path extrusionOk="0" h="9978" w="29116">
                  <a:moveTo>
                    <a:pt x="1" y="0"/>
                  </a:moveTo>
                  <a:lnTo>
                    <a:pt x="9651" y="9814"/>
                  </a:lnTo>
                  <a:lnTo>
                    <a:pt x="29115" y="9978"/>
                  </a:lnTo>
                  <a:lnTo>
                    <a:pt x="25026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618025" y="2199076"/>
              <a:ext cx="262885" cy="713455"/>
            </a:xfrm>
            <a:custGeom>
              <a:rect b="b" l="l" r="r" t="t"/>
              <a:pathLst>
                <a:path extrusionOk="0" h="21755" w="8016">
                  <a:moveTo>
                    <a:pt x="8015" y="0"/>
                  </a:moveTo>
                  <a:lnTo>
                    <a:pt x="491" y="9978"/>
                  </a:lnTo>
                  <a:lnTo>
                    <a:pt x="0" y="21754"/>
                  </a:lnTo>
                  <a:lnTo>
                    <a:pt x="0" y="2175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2538341" y="2520916"/>
              <a:ext cx="638355" cy="1271331"/>
            </a:xfrm>
            <a:custGeom>
              <a:rect b="b" l="l" r="r" t="t"/>
              <a:pathLst>
                <a:path extrusionOk="0" h="38766" w="19465">
                  <a:moveTo>
                    <a:pt x="0" y="0"/>
                  </a:moveTo>
                  <a:lnTo>
                    <a:pt x="5398" y="38765"/>
                  </a:lnTo>
                  <a:lnTo>
                    <a:pt x="19464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2538341" y="2520916"/>
              <a:ext cx="177027" cy="1298124"/>
            </a:xfrm>
            <a:custGeom>
              <a:rect b="b" l="l" r="r" t="t"/>
              <a:pathLst>
                <a:path extrusionOk="0" h="39583" w="5398">
                  <a:moveTo>
                    <a:pt x="0" y="0"/>
                  </a:moveTo>
                  <a:lnTo>
                    <a:pt x="1799" y="39583"/>
                  </a:lnTo>
                  <a:lnTo>
                    <a:pt x="5398" y="38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2039479" y="2520916"/>
              <a:ext cx="557909" cy="2478253"/>
            </a:xfrm>
            <a:custGeom>
              <a:rect b="b" l="l" r="r" t="t"/>
              <a:pathLst>
                <a:path extrusionOk="0" h="75568" w="17012">
                  <a:moveTo>
                    <a:pt x="15212" y="0"/>
                  </a:moveTo>
                  <a:lnTo>
                    <a:pt x="7688" y="24044"/>
                  </a:lnTo>
                  <a:lnTo>
                    <a:pt x="7688" y="44490"/>
                  </a:lnTo>
                  <a:lnTo>
                    <a:pt x="0" y="75567"/>
                  </a:lnTo>
                  <a:lnTo>
                    <a:pt x="17011" y="39583"/>
                  </a:lnTo>
                  <a:lnTo>
                    <a:pt x="15212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1937556" y="3979885"/>
              <a:ext cx="354088" cy="1019236"/>
            </a:xfrm>
            <a:custGeom>
              <a:rect b="b" l="l" r="r" t="t"/>
              <a:pathLst>
                <a:path extrusionOk="0" h="31079" w="10797">
                  <a:moveTo>
                    <a:pt x="1" y="1"/>
                  </a:moveTo>
                  <a:lnTo>
                    <a:pt x="1" y="25517"/>
                  </a:lnTo>
                  <a:lnTo>
                    <a:pt x="3108" y="31078"/>
                  </a:lnTo>
                  <a:lnTo>
                    <a:pt x="10796" y="1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1835632" y="3309413"/>
              <a:ext cx="456014" cy="670527"/>
            </a:xfrm>
            <a:custGeom>
              <a:rect b="b" l="l" r="r" t="t"/>
              <a:pathLst>
                <a:path extrusionOk="0" h="20446" w="13905">
                  <a:moveTo>
                    <a:pt x="1" y="0"/>
                  </a:moveTo>
                  <a:lnTo>
                    <a:pt x="3109" y="20446"/>
                  </a:lnTo>
                  <a:lnTo>
                    <a:pt x="13904" y="20446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5"/>
            <p:cNvSpPr/>
            <p:nvPr/>
          </p:nvSpPr>
          <p:spPr>
            <a:xfrm>
              <a:off x="1835632" y="2520916"/>
              <a:ext cx="702764" cy="788556"/>
            </a:xfrm>
            <a:custGeom>
              <a:rect b="b" l="l" r="r" t="t"/>
              <a:pathLst>
                <a:path extrusionOk="0" h="24045" w="21429">
                  <a:moveTo>
                    <a:pt x="12923" y="0"/>
                  </a:moveTo>
                  <a:lnTo>
                    <a:pt x="1" y="24044"/>
                  </a:lnTo>
                  <a:lnTo>
                    <a:pt x="13904" y="24044"/>
                  </a:lnTo>
                  <a:lnTo>
                    <a:pt x="21428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5"/>
            <p:cNvSpPr/>
            <p:nvPr/>
          </p:nvSpPr>
          <p:spPr>
            <a:xfrm>
              <a:off x="1835632" y="2199076"/>
              <a:ext cx="702764" cy="321883"/>
            </a:xfrm>
            <a:custGeom>
              <a:rect b="b" l="l" r="r" t="t"/>
              <a:pathLst>
                <a:path extrusionOk="0" h="9815" w="21429">
                  <a:moveTo>
                    <a:pt x="1" y="0"/>
                  </a:moveTo>
                  <a:lnTo>
                    <a:pt x="12923" y="9814"/>
                  </a:lnTo>
                  <a:lnTo>
                    <a:pt x="21428" y="9814"/>
                  </a:lnTo>
                  <a:lnTo>
                    <a:pt x="11778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5"/>
            <p:cNvSpPr/>
            <p:nvPr/>
          </p:nvSpPr>
          <p:spPr>
            <a:xfrm>
              <a:off x="880869" y="2199076"/>
              <a:ext cx="954826" cy="396951"/>
            </a:xfrm>
            <a:custGeom>
              <a:rect b="b" l="l" r="r" t="t"/>
              <a:pathLst>
                <a:path extrusionOk="0" h="12104" w="29115">
                  <a:moveTo>
                    <a:pt x="0" y="0"/>
                  </a:moveTo>
                  <a:lnTo>
                    <a:pt x="11941" y="12104"/>
                  </a:lnTo>
                  <a:lnTo>
                    <a:pt x="29115" y="12104"/>
                  </a:lnTo>
                  <a:lnTo>
                    <a:pt x="29115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5"/>
            <p:cNvSpPr/>
            <p:nvPr/>
          </p:nvSpPr>
          <p:spPr>
            <a:xfrm>
              <a:off x="618025" y="2199076"/>
              <a:ext cx="654457" cy="713455"/>
            </a:xfrm>
            <a:custGeom>
              <a:rect b="b" l="l" r="r" t="t"/>
              <a:pathLst>
                <a:path extrusionOk="0" h="21755" w="19956">
                  <a:moveTo>
                    <a:pt x="8015" y="0"/>
                  </a:moveTo>
                  <a:lnTo>
                    <a:pt x="0" y="21754"/>
                  </a:lnTo>
                  <a:lnTo>
                    <a:pt x="19956" y="1210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5"/>
            <p:cNvSpPr/>
            <p:nvPr/>
          </p:nvSpPr>
          <p:spPr>
            <a:xfrm>
              <a:off x="1272429" y="2595981"/>
              <a:ext cx="563254" cy="713488"/>
            </a:xfrm>
            <a:custGeom>
              <a:rect b="b" l="l" r="r" t="t"/>
              <a:pathLst>
                <a:path extrusionOk="0" h="21756" w="17175">
                  <a:moveTo>
                    <a:pt x="1" y="1"/>
                  </a:moveTo>
                  <a:lnTo>
                    <a:pt x="17175" y="21755"/>
                  </a:lnTo>
                  <a:lnTo>
                    <a:pt x="17175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5"/>
            <p:cNvSpPr/>
            <p:nvPr/>
          </p:nvSpPr>
          <p:spPr>
            <a:xfrm>
              <a:off x="1379698" y="3979885"/>
              <a:ext cx="557909" cy="836863"/>
            </a:xfrm>
            <a:custGeom>
              <a:rect b="b" l="l" r="r" t="t"/>
              <a:pathLst>
                <a:path extrusionOk="0" h="25518" w="17012">
                  <a:moveTo>
                    <a:pt x="17012" y="1"/>
                  </a:moveTo>
                  <a:lnTo>
                    <a:pt x="1" y="8833"/>
                  </a:lnTo>
                  <a:lnTo>
                    <a:pt x="17012" y="25517"/>
                  </a:lnTo>
                  <a:lnTo>
                    <a:pt x="17012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5"/>
            <p:cNvSpPr/>
            <p:nvPr/>
          </p:nvSpPr>
          <p:spPr>
            <a:xfrm>
              <a:off x="1379698" y="4269554"/>
              <a:ext cx="557909" cy="547185"/>
            </a:xfrm>
            <a:custGeom>
              <a:rect b="b" l="l" r="r" t="t"/>
              <a:pathLst>
                <a:path extrusionOk="0" h="16685" w="17012">
                  <a:moveTo>
                    <a:pt x="1" y="0"/>
                  </a:moveTo>
                  <a:lnTo>
                    <a:pt x="5726" y="14394"/>
                  </a:lnTo>
                  <a:lnTo>
                    <a:pt x="17012" y="166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5"/>
            <p:cNvSpPr/>
            <p:nvPr/>
          </p:nvSpPr>
          <p:spPr>
            <a:xfrm>
              <a:off x="1835632" y="2199076"/>
              <a:ext cx="423810" cy="1110406"/>
            </a:xfrm>
            <a:custGeom>
              <a:rect b="b" l="l" r="r" t="t"/>
              <a:pathLst>
                <a:path extrusionOk="0" h="33859" w="12923">
                  <a:moveTo>
                    <a:pt x="1" y="0"/>
                  </a:moveTo>
                  <a:lnTo>
                    <a:pt x="1" y="33858"/>
                  </a:lnTo>
                  <a:lnTo>
                    <a:pt x="12923" y="98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1009585" y="3722420"/>
              <a:ext cx="928033" cy="547185"/>
            </a:xfrm>
            <a:custGeom>
              <a:rect b="b" l="l" r="r" t="t"/>
              <a:pathLst>
                <a:path extrusionOk="0" h="16685" w="28298">
                  <a:moveTo>
                    <a:pt x="1" y="1"/>
                  </a:moveTo>
                  <a:lnTo>
                    <a:pt x="11287" y="16684"/>
                  </a:lnTo>
                  <a:lnTo>
                    <a:pt x="28298" y="78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618025" y="3223591"/>
              <a:ext cx="391605" cy="498878"/>
            </a:xfrm>
            <a:custGeom>
              <a:rect b="b" l="l" r="r" t="t"/>
              <a:pathLst>
                <a:path extrusionOk="0" h="15212" w="11941">
                  <a:moveTo>
                    <a:pt x="11941" y="0"/>
                  </a:moveTo>
                  <a:lnTo>
                    <a:pt x="0" y="164"/>
                  </a:lnTo>
                  <a:lnTo>
                    <a:pt x="11941" y="15212"/>
                  </a:lnTo>
                  <a:lnTo>
                    <a:pt x="1194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5"/>
            <p:cNvSpPr/>
            <p:nvPr/>
          </p:nvSpPr>
          <p:spPr>
            <a:xfrm>
              <a:off x="1009585" y="2595981"/>
              <a:ext cx="826106" cy="1126508"/>
            </a:xfrm>
            <a:custGeom>
              <a:rect b="b" l="l" r="r" t="t"/>
              <a:pathLst>
                <a:path extrusionOk="0" h="34350" w="25190">
                  <a:moveTo>
                    <a:pt x="8016" y="1"/>
                  </a:moveTo>
                  <a:lnTo>
                    <a:pt x="1" y="19138"/>
                  </a:lnTo>
                  <a:lnTo>
                    <a:pt x="1" y="34350"/>
                  </a:lnTo>
                  <a:lnTo>
                    <a:pt x="25190" y="21755"/>
                  </a:lnTo>
                  <a:lnTo>
                    <a:pt x="8016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5"/>
            <p:cNvSpPr/>
            <p:nvPr/>
          </p:nvSpPr>
          <p:spPr>
            <a:xfrm>
              <a:off x="1567443" y="4741590"/>
              <a:ext cx="472084" cy="257506"/>
            </a:xfrm>
            <a:custGeom>
              <a:rect b="b" l="l" r="r" t="t"/>
              <a:pathLst>
                <a:path extrusionOk="0" h="7852" w="14395">
                  <a:moveTo>
                    <a:pt x="1" y="0"/>
                  </a:moveTo>
                  <a:lnTo>
                    <a:pt x="14394" y="7851"/>
                  </a:lnTo>
                  <a:lnTo>
                    <a:pt x="11287" y="22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5"/>
            <p:cNvSpPr/>
            <p:nvPr/>
          </p:nvSpPr>
          <p:spPr>
            <a:xfrm>
              <a:off x="500000" y="241213"/>
              <a:ext cx="2542662" cy="1957960"/>
            </a:xfrm>
            <a:custGeom>
              <a:rect b="b" l="l" r="r" t="t"/>
              <a:pathLst>
                <a:path extrusionOk="0" h="59703" w="77532">
                  <a:moveTo>
                    <a:pt x="40729" y="1"/>
                  </a:moveTo>
                  <a:lnTo>
                    <a:pt x="35004" y="14231"/>
                  </a:lnTo>
                  <a:lnTo>
                    <a:pt x="30261" y="15212"/>
                  </a:lnTo>
                  <a:lnTo>
                    <a:pt x="25190" y="27807"/>
                  </a:lnTo>
                  <a:lnTo>
                    <a:pt x="19629" y="27807"/>
                  </a:lnTo>
                  <a:lnTo>
                    <a:pt x="11614" y="47762"/>
                  </a:lnTo>
                  <a:lnTo>
                    <a:pt x="1" y="59702"/>
                  </a:lnTo>
                  <a:lnTo>
                    <a:pt x="77531" y="59702"/>
                  </a:lnTo>
                  <a:lnTo>
                    <a:pt x="69517" y="39747"/>
                  </a:lnTo>
                  <a:lnTo>
                    <a:pt x="65591" y="39747"/>
                  </a:lnTo>
                  <a:lnTo>
                    <a:pt x="59703" y="24863"/>
                  </a:lnTo>
                  <a:lnTo>
                    <a:pt x="50052" y="22900"/>
                  </a:lnTo>
                  <a:lnTo>
                    <a:pt x="40729" y="1"/>
                  </a:lnTo>
                  <a:close/>
                </a:path>
              </a:pathLst>
            </a:custGeom>
            <a:solidFill>
              <a:srgbClr val="E8EF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5"/>
            <p:cNvSpPr/>
            <p:nvPr/>
          </p:nvSpPr>
          <p:spPr>
            <a:xfrm>
              <a:off x="1647919" y="241213"/>
              <a:ext cx="187751" cy="911931"/>
            </a:xfrm>
            <a:custGeom>
              <a:rect b="b" l="l" r="r" t="t"/>
              <a:pathLst>
                <a:path extrusionOk="0" h="27807" w="5725">
                  <a:moveTo>
                    <a:pt x="5725" y="1"/>
                  </a:moveTo>
                  <a:lnTo>
                    <a:pt x="0" y="14231"/>
                  </a:lnTo>
                  <a:lnTo>
                    <a:pt x="0" y="21918"/>
                  </a:lnTo>
                  <a:lnTo>
                    <a:pt x="5725" y="27807"/>
                  </a:lnTo>
                  <a:lnTo>
                    <a:pt x="5725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1492345" y="707870"/>
              <a:ext cx="155612" cy="252161"/>
            </a:xfrm>
            <a:custGeom>
              <a:rect b="b" l="l" r="r" t="t"/>
              <a:pathLst>
                <a:path extrusionOk="0" h="7689" w="4745">
                  <a:moveTo>
                    <a:pt x="4744" y="1"/>
                  </a:moveTo>
                  <a:lnTo>
                    <a:pt x="1" y="982"/>
                  </a:lnTo>
                  <a:lnTo>
                    <a:pt x="4744" y="768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5"/>
            <p:cNvSpPr/>
            <p:nvPr/>
          </p:nvSpPr>
          <p:spPr>
            <a:xfrm>
              <a:off x="1326080" y="740074"/>
              <a:ext cx="321883" cy="413053"/>
            </a:xfrm>
            <a:custGeom>
              <a:rect b="b" l="l" r="r" t="t"/>
              <a:pathLst>
                <a:path extrusionOk="0" h="12595" w="9815">
                  <a:moveTo>
                    <a:pt x="5071" y="0"/>
                  </a:moveTo>
                  <a:lnTo>
                    <a:pt x="0" y="12595"/>
                  </a:lnTo>
                  <a:lnTo>
                    <a:pt x="9814" y="6706"/>
                  </a:lnTo>
                  <a:lnTo>
                    <a:pt x="5071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5"/>
            <p:cNvSpPr/>
            <p:nvPr/>
          </p:nvSpPr>
          <p:spPr>
            <a:xfrm>
              <a:off x="1326080" y="959990"/>
              <a:ext cx="509602" cy="193130"/>
            </a:xfrm>
            <a:custGeom>
              <a:rect b="b" l="l" r="r" t="t"/>
              <a:pathLst>
                <a:path extrusionOk="0" h="5889" w="15539">
                  <a:moveTo>
                    <a:pt x="9814" y="0"/>
                  </a:moveTo>
                  <a:lnTo>
                    <a:pt x="0" y="5889"/>
                  </a:lnTo>
                  <a:lnTo>
                    <a:pt x="15539" y="5889"/>
                  </a:lnTo>
                  <a:lnTo>
                    <a:pt x="9814" y="0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5"/>
            <p:cNvSpPr/>
            <p:nvPr/>
          </p:nvSpPr>
          <p:spPr>
            <a:xfrm>
              <a:off x="2141403" y="992161"/>
              <a:ext cx="509602" cy="552563"/>
            </a:xfrm>
            <a:custGeom>
              <a:rect b="b" l="l" r="r" t="t"/>
              <a:pathLst>
                <a:path extrusionOk="0" h="16849" w="15539">
                  <a:moveTo>
                    <a:pt x="0" y="1"/>
                  </a:moveTo>
                  <a:lnTo>
                    <a:pt x="8996" y="16848"/>
                  </a:lnTo>
                  <a:lnTo>
                    <a:pt x="15539" y="16848"/>
                  </a:lnTo>
                  <a:lnTo>
                    <a:pt x="9651" y="19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5"/>
            <p:cNvSpPr/>
            <p:nvPr/>
          </p:nvSpPr>
          <p:spPr>
            <a:xfrm>
              <a:off x="1835632" y="992161"/>
              <a:ext cx="600837" cy="552563"/>
            </a:xfrm>
            <a:custGeom>
              <a:rect b="b" l="l" r="r" t="t"/>
              <a:pathLst>
                <a:path extrusionOk="0" h="16849" w="18321">
                  <a:moveTo>
                    <a:pt x="9324" y="1"/>
                  </a:moveTo>
                  <a:lnTo>
                    <a:pt x="1" y="4908"/>
                  </a:lnTo>
                  <a:lnTo>
                    <a:pt x="18320" y="16848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1326080" y="1153081"/>
              <a:ext cx="1110406" cy="654457"/>
            </a:xfrm>
            <a:custGeom>
              <a:rect b="b" l="l" r="r" t="t"/>
              <a:pathLst>
                <a:path extrusionOk="0" h="19956" w="33859">
                  <a:moveTo>
                    <a:pt x="0" y="1"/>
                  </a:moveTo>
                  <a:lnTo>
                    <a:pt x="15539" y="19956"/>
                  </a:lnTo>
                  <a:lnTo>
                    <a:pt x="33858" y="11941"/>
                  </a:lnTo>
                  <a:lnTo>
                    <a:pt x="15539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5"/>
            <p:cNvSpPr/>
            <p:nvPr/>
          </p:nvSpPr>
          <p:spPr>
            <a:xfrm>
              <a:off x="880869" y="1153081"/>
              <a:ext cx="445258" cy="654457"/>
            </a:xfrm>
            <a:custGeom>
              <a:rect b="b" l="l" r="r" t="t"/>
              <a:pathLst>
                <a:path extrusionOk="0" h="19956" w="13577">
                  <a:moveTo>
                    <a:pt x="8015" y="1"/>
                  </a:moveTo>
                  <a:lnTo>
                    <a:pt x="0" y="19956"/>
                  </a:lnTo>
                  <a:lnTo>
                    <a:pt x="13576" y="19956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1835632" y="1544673"/>
              <a:ext cx="1206987" cy="654457"/>
            </a:xfrm>
            <a:custGeom>
              <a:rect b="b" l="l" r="r" t="t"/>
              <a:pathLst>
                <a:path extrusionOk="0" h="19956" w="36804">
                  <a:moveTo>
                    <a:pt x="18320" y="0"/>
                  </a:moveTo>
                  <a:lnTo>
                    <a:pt x="1" y="8015"/>
                  </a:lnTo>
                  <a:lnTo>
                    <a:pt x="1" y="19955"/>
                  </a:lnTo>
                  <a:lnTo>
                    <a:pt x="36803" y="19955"/>
                  </a:lnTo>
                  <a:lnTo>
                    <a:pt x="18320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5"/>
            <p:cNvSpPr/>
            <p:nvPr/>
          </p:nvSpPr>
          <p:spPr>
            <a:xfrm>
              <a:off x="1326080" y="1153081"/>
              <a:ext cx="509602" cy="654457"/>
            </a:xfrm>
            <a:custGeom>
              <a:rect b="b" l="l" r="r" t="t"/>
              <a:pathLst>
                <a:path extrusionOk="0" h="19956" w="15539">
                  <a:moveTo>
                    <a:pt x="0" y="1"/>
                  </a:moveTo>
                  <a:lnTo>
                    <a:pt x="0" y="19956"/>
                  </a:lnTo>
                  <a:lnTo>
                    <a:pt x="15539" y="199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5"/>
            <p:cNvSpPr/>
            <p:nvPr/>
          </p:nvSpPr>
          <p:spPr>
            <a:xfrm>
              <a:off x="500000" y="1807484"/>
              <a:ext cx="380914" cy="391638"/>
            </a:xfrm>
            <a:custGeom>
              <a:rect b="b" l="l" r="r" t="t"/>
              <a:pathLst>
                <a:path extrusionOk="0" h="11942" w="11615">
                  <a:moveTo>
                    <a:pt x="11614" y="1"/>
                  </a:moveTo>
                  <a:lnTo>
                    <a:pt x="1" y="11941"/>
                  </a:lnTo>
                  <a:lnTo>
                    <a:pt x="11614" y="11941"/>
                  </a:lnTo>
                  <a:lnTo>
                    <a:pt x="1161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5"/>
            <p:cNvSpPr/>
            <p:nvPr/>
          </p:nvSpPr>
          <p:spPr>
            <a:xfrm>
              <a:off x="880869" y="1807484"/>
              <a:ext cx="954826" cy="391638"/>
            </a:xfrm>
            <a:custGeom>
              <a:rect b="b" l="l" r="r" t="t"/>
              <a:pathLst>
                <a:path extrusionOk="0" h="11942" w="29115">
                  <a:moveTo>
                    <a:pt x="13576" y="1"/>
                  </a:moveTo>
                  <a:lnTo>
                    <a:pt x="0" y="11941"/>
                  </a:lnTo>
                  <a:lnTo>
                    <a:pt x="29115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880869" y="1807484"/>
              <a:ext cx="445258" cy="391638"/>
            </a:xfrm>
            <a:custGeom>
              <a:rect b="b" l="l" r="r" t="t"/>
              <a:pathLst>
                <a:path extrusionOk="0" h="11942" w="13577">
                  <a:moveTo>
                    <a:pt x="0" y="1"/>
                  </a:moveTo>
                  <a:lnTo>
                    <a:pt x="0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5"/>
            <p:cNvSpPr/>
            <p:nvPr/>
          </p:nvSpPr>
          <p:spPr>
            <a:xfrm>
              <a:off x="1835632" y="1807484"/>
              <a:ext cx="386260" cy="391638"/>
            </a:xfrm>
            <a:custGeom>
              <a:rect b="b" l="l" r="r" t="t"/>
              <a:pathLst>
                <a:path extrusionOk="0" h="11942" w="11778">
                  <a:moveTo>
                    <a:pt x="1" y="1"/>
                  </a:moveTo>
                  <a:lnTo>
                    <a:pt x="1" y="11941"/>
                  </a:lnTo>
                  <a:lnTo>
                    <a:pt x="11778" y="119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25"/>
          <p:cNvSpPr/>
          <p:nvPr/>
        </p:nvSpPr>
        <p:spPr>
          <a:xfrm>
            <a:off x="3356530" y="1670532"/>
            <a:ext cx="5490000" cy="229500"/>
          </a:xfrm>
          <a:prstGeom prst="roundRect">
            <a:avLst>
              <a:gd fmla="val 50000" name="adj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0" lIns="75675" spcFirstLastPara="1" rIns="7567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28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Impacto</a:t>
            </a:r>
            <a:r>
              <a:rPr lang="es" sz="1028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 (a cuántas personas llegamos efectivamente)</a:t>
            </a:r>
            <a:endParaRPr sz="1028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3358980" y="3482132"/>
            <a:ext cx="5490000" cy="229500"/>
          </a:xfrm>
          <a:prstGeom prst="roundRect">
            <a:avLst>
              <a:gd fmla="val 50000" name="adj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0" lIns="75675" spcFirstLastPara="1" rIns="7567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28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Alcance objetivo </a:t>
            </a:r>
            <a:r>
              <a:rPr lang="es" sz="1028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(a cuántas personas podemos llegar)</a:t>
            </a:r>
            <a:endParaRPr sz="1028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328" name="Google Shape;328;p25"/>
          <p:cNvCxnSpPr/>
          <p:nvPr/>
        </p:nvCxnSpPr>
        <p:spPr>
          <a:xfrm rot="10800000">
            <a:off x="181799" y="2292454"/>
            <a:ext cx="2477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25"/>
          <p:cNvSpPr/>
          <p:nvPr/>
        </p:nvSpPr>
        <p:spPr>
          <a:xfrm>
            <a:off x="3573106" y="856140"/>
            <a:ext cx="3288600" cy="752700"/>
          </a:xfrm>
          <a:prstGeom prst="roundRect">
            <a:avLst>
              <a:gd fmla="val 9634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ctr" bIns="75675" lIns="1594250" spcFirstLastPara="1" rIns="75675" wrap="square" tIns="136800">
            <a:noAutofit/>
          </a:bodyPr>
          <a:lstStyle/>
          <a:p>
            <a:pPr indent="0" lvl="0" marL="37845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9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Mail: {{ecv_insc_mail}} ({{ecv_insc_mail_pct}}%)</a:t>
            </a:r>
            <a:endParaRPr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9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Digital: {{ecv_insc_digital}} ({{ecv_insc_digital_pct}}%)</a:t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9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Call Center: {{ecv_insc_cc}} ({{ecv_insc_cc_pct}}%)  </a:t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9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Difusión: {{ecv_insc_dif}} ({{ecv_insc_dif_pct}}%)</a:t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3573106" y="856365"/>
            <a:ext cx="1523400" cy="752700"/>
          </a:xfrm>
          <a:prstGeom prst="roundRect">
            <a:avLst>
              <a:gd fmla="val 989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75675" lIns="581075" spcFirstLastPara="1" rIns="75675" wrap="square" tIns="7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3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{{ecv_inscriptos}}</a:t>
            </a:r>
            <a:endParaRPr b="1" sz="173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Inscriptos</a:t>
            </a:r>
            <a:endParaRPr sz="115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3665676" y="1120368"/>
            <a:ext cx="303915" cy="304210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5"/>
          <p:cNvSpPr/>
          <p:nvPr/>
        </p:nvSpPr>
        <p:spPr>
          <a:xfrm>
            <a:off x="4040612" y="1010424"/>
            <a:ext cx="17700" cy="522900"/>
          </a:xfrm>
          <a:prstGeom prst="roundRect">
            <a:avLst>
              <a:gd fmla="val 50000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9"/>
          </a:p>
        </p:txBody>
      </p:sp>
      <p:sp>
        <p:nvSpPr>
          <p:cNvPr id="333" name="Google Shape;333;p25"/>
          <p:cNvSpPr/>
          <p:nvPr/>
        </p:nvSpPr>
        <p:spPr>
          <a:xfrm>
            <a:off x="6745500" y="856125"/>
            <a:ext cx="1713300" cy="752700"/>
          </a:xfrm>
          <a:prstGeom prst="roundRect">
            <a:avLst>
              <a:gd fmla="val 989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75675" lIns="581075" spcFirstLastPara="1" rIns="75675" wrap="square" tIns="75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3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{{ecv_asistentes}} </a:t>
            </a:r>
            <a:r>
              <a:rPr b="1" lang="es" sz="143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({{ecv_asistentes_pct}}%)</a:t>
            </a:r>
            <a:endParaRPr b="1" sz="103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Asistentes</a:t>
            </a:r>
            <a:endParaRPr sz="115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7213018" y="940947"/>
            <a:ext cx="17700" cy="583500"/>
          </a:xfrm>
          <a:prstGeom prst="roundRect">
            <a:avLst>
              <a:gd fmla="val 50000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9"/>
          </a:p>
        </p:txBody>
      </p:sp>
      <p:grpSp>
        <p:nvGrpSpPr>
          <p:cNvPr id="335" name="Google Shape;335;p25"/>
          <p:cNvGrpSpPr/>
          <p:nvPr/>
        </p:nvGrpSpPr>
        <p:grpSpPr>
          <a:xfrm>
            <a:off x="6861707" y="1129434"/>
            <a:ext cx="255688" cy="206746"/>
            <a:chOff x="10290013" y="6822988"/>
            <a:chExt cx="649450" cy="470625"/>
          </a:xfrm>
        </p:grpSpPr>
        <p:sp>
          <p:nvSpPr>
            <p:cNvPr id="336" name="Google Shape;336;p25"/>
            <p:cNvSpPr/>
            <p:nvPr/>
          </p:nvSpPr>
          <p:spPr>
            <a:xfrm>
              <a:off x="10526138" y="7086038"/>
              <a:ext cx="413325" cy="207575"/>
            </a:xfrm>
            <a:custGeom>
              <a:rect b="b" l="l" r="r" t="t"/>
              <a:pathLst>
                <a:path extrusionOk="0" h="8303" w="16533">
                  <a:moveTo>
                    <a:pt x="8457" y="1"/>
                  </a:moveTo>
                  <a:cubicBezTo>
                    <a:pt x="7644" y="1"/>
                    <a:pt x="6830" y="65"/>
                    <a:pt x="6024" y="167"/>
                  </a:cubicBezTo>
                  <a:cubicBezTo>
                    <a:pt x="2701" y="576"/>
                    <a:pt x="82" y="3555"/>
                    <a:pt x="16" y="6878"/>
                  </a:cubicBezTo>
                  <a:cubicBezTo>
                    <a:pt x="0" y="7844"/>
                    <a:pt x="442" y="8302"/>
                    <a:pt x="1424" y="8302"/>
                  </a:cubicBezTo>
                  <a:lnTo>
                    <a:pt x="15223" y="8302"/>
                  </a:lnTo>
                  <a:cubicBezTo>
                    <a:pt x="16009" y="8302"/>
                    <a:pt x="16516" y="7811"/>
                    <a:pt x="16516" y="7075"/>
                  </a:cubicBezTo>
                  <a:cubicBezTo>
                    <a:pt x="16532" y="3883"/>
                    <a:pt x="14224" y="969"/>
                    <a:pt x="11098" y="265"/>
                  </a:cubicBezTo>
                  <a:cubicBezTo>
                    <a:pt x="10227" y="77"/>
                    <a:pt x="9343" y="1"/>
                    <a:pt x="8457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10349763" y="6822988"/>
              <a:ext cx="235725" cy="235325"/>
            </a:xfrm>
            <a:custGeom>
              <a:rect b="b" l="l" r="r" t="t"/>
              <a:pathLst>
                <a:path extrusionOk="0" h="9413" w="9429">
                  <a:moveTo>
                    <a:pt x="4760" y="0"/>
                  </a:moveTo>
                  <a:cubicBezTo>
                    <a:pt x="4750" y="0"/>
                    <a:pt x="4741" y="0"/>
                    <a:pt x="4731" y="0"/>
                  </a:cubicBezTo>
                  <a:cubicBezTo>
                    <a:pt x="2112" y="0"/>
                    <a:pt x="0" y="2112"/>
                    <a:pt x="0" y="4682"/>
                  </a:cubicBezTo>
                  <a:cubicBezTo>
                    <a:pt x="0" y="7301"/>
                    <a:pt x="2095" y="9412"/>
                    <a:pt x="4698" y="9412"/>
                  </a:cubicBezTo>
                  <a:cubicBezTo>
                    <a:pt x="7317" y="9412"/>
                    <a:pt x="9429" y="7301"/>
                    <a:pt x="9429" y="4682"/>
                  </a:cubicBezTo>
                  <a:cubicBezTo>
                    <a:pt x="9412" y="2122"/>
                    <a:pt x="7300" y="0"/>
                    <a:pt x="4760" y="0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10614938" y="6822988"/>
              <a:ext cx="235725" cy="235325"/>
            </a:xfrm>
            <a:custGeom>
              <a:rect b="b" l="l" r="r" t="t"/>
              <a:pathLst>
                <a:path extrusionOk="0" h="9413" w="9429">
                  <a:moveTo>
                    <a:pt x="4760" y="0"/>
                  </a:moveTo>
                  <a:cubicBezTo>
                    <a:pt x="4750" y="0"/>
                    <a:pt x="4740" y="0"/>
                    <a:pt x="4731" y="0"/>
                  </a:cubicBezTo>
                  <a:cubicBezTo>
                    <a:pt x="2128" y="0"/>
                    <a:pt x="0" y="2096"/>
                    <a:pt x="0" y="4682"/>
                  </a:cubicBezTo>
                  <a:cubicBezTo>
                    <a:pt x="0" y="7301"/>
                    <a:pt x="2095" y="9412"/>
                    <a:pt x="4698" y="9412"/>
                  </a:cubicBezTo>
                  <a:cubicBezTo>
                    <a:pt x="7317" y="9412"/>
                    <a:pt x="9428" y="7301"/>
                    <a:pt x="9428" y="4682"/>
                  </a:cubicBezTo>
                  <a:cubicBezTo>
                    <a:pt x="9428" y="2122"/>
                    <a:pt x="7300" y="0"/>
                    <a:pt x="4760" y="0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10290013" y="7087413"/>
              <a:ext cx="245950" cy="206200"/>
            </a:xfrm>
            <a:custGeom>
              <a:rect b="b" l="l" r="r" t="t"/>
              <a:pathLst>
                <a:path extrusionOk="0" h="8248" w="9838">
                  <a:moveTo>
                    <a:pt x="7256" y="1"/>
                  </a:moveTo>
                  <a:cubicBezTo>
                    <a:pt x="6899" y="1"/>
                    <a:pt x="6543" y="15"/>
                    <a:pt x="6188" y="30"/>
                  </a:cubicBezTo>
                  <a:cubicBezTo>
                    <a:pt x="5058" y="79"/>
                    <a:pt x="4027" y="407"/>
                    <a:pt x="3094" y="1029"/>
                  </a:cubicBezTo>
                  <a:cubicBezTo>
                    <a:pt x="999" y="2404"/>
                    <a:pt x="0" y="4384"/>
                    <a:pt x="17" y="6872"/>
                  </a:cubicBezTo>
                  <a:cubicBezTo>
                    <a:pt x="33" y="7789"/>
                    <a:pt x="492" y="8247"/>
                    <a:pt x="1392" y="8247"/>
                  </a:cubicBezTo>
                  <a:lnTo>
                    <a:pt x="7235" y="8247"/>
                  </a:lnTo>
                  <a:cubicBezTo>
                    <a:pt x="6777" y="5203"/>
                    <a:pt x="7792" y="2666"/>
                    <a:pt x="9838" y="423"/>
                  </a:cubicBezTo>
                  <a:cubicBezTo>
                    <a:pt x="9740" y="390"/>
                    <a:pt x="9658" y="341"/>
                    <a:pt x="9576" y="325"/>
                  </a:cubicBezTo>
                  <a:cubicBezTo>
                    <a:pt x="8813" y="67"/>
                    <a:pt x="8034" y="1"/>
                    <a:pt x="725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0" name="Google Shape;340;p25"/>
          <p:cNvSpPr/>
          <p:nvPr/>
        </p:nvSpPr>
        <p:spPr>
          <a:xfrm>
            <a:off x="6313889" y="4306386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{{enc_audiencia}}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6313889" y="4306377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Audiencia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42" name="Google Shape;342;p25" title="telefo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4322" y="4339260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5"/>
          <p:cNvSpPr/>
          <p:nvPr/>
        </p:nvSpPr>
        <p:spPr>
          <a:xfrm>
            <a:off x="4919449" y="4306386"/>
            <a:ext cx="12861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{{enc_mails_enviados}}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4919449" y="4306377"/>
            <a:ext cx="1286100" cy="189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enviados</a:t>
            </a:r>
            <a:endParaRPr b="1"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45" name="Google Shape;345;p25"/>
          <p:cNvGrpSpPr/>
          <p:nvPr/>
        </p:nvGrpSpPr>
        <p:grpSpPr>
          <a:xfrm>
            <a:off x="6029816" y="4355569"/>
            <a:ext cx="129482" cy="96839"/>
            <a:chOff x="11542348" y="3083222"/>
            <a:chExt cx="361681" cy="274875"/>
          </a:xfrm>
        </p:grpSpPr>
        <p:sp>
          <p:nvSpPr>
            <p:cNvPr id="346" name="Google Shape;346;p25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347" name="Google Shape;347;p25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348" name="Google Shape;348;p25"/>
          <p:cNvSpPr/>
          <p:nvPr/>
        </p:nvSpPr>
        <p:spPr>
          <a:xfrm>
            <a:off x="6312887" y="3782010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{{enc_llamados}}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6312887" y="3782000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Llamados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50" name="Google Shape;350;p25" title="telefo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3319" y="3814884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5"/>
          <p:cNvSpPr/>
          <p:nvPr/>
        </p:nvSpPr>
        <p:spPr>
          <a:xfrm>
            <a:off x="4918446" y="3782010"/>
            <a:ext cx="12861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{{enc_mails_entregados}}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4918446" y="3782000"/>
            <a:ext cx="1286100" cy="189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entregados</a:t>
            </a:r>
            <a:endParaRPr b="1"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53" name="Google Shape;353;p25"/>
          <p:cNvGrpSpPr/>
          <p:nvPr/>
        </p:nvGrpSpPr>
        <p:grpSpPr>
          <a:xfrm>
            <a:off x="6028813" y="3831193"/>
            <a:ext cx="129482" cy="96839"/>
            <a:chOff x="11542348" y="3083222"/>
            <a:chExt cx="361681" cy="274875"/>
          </a:xfrm>
        </p:grpSpPr>
        <p:sp>
          <p:nvSpPr>
            <p:cNvPr id="354" name="Google Shape;354;p25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355" name="Google Shape;355;p25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356" name="Google Shape;356;p25"/>
          <p:cNvSpPr/>
          <p:nvPr/>
        </p:nvSpPr>
        <p:spPr>
          <a:xfrm>
            <a:off x="6314914" y="2465357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{{enc_e75}}</a:t>
            </a: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00">
                <a:solidFill>
                  <a:schemeClr val="accent4"/>
                </a:solidFill>
                <a:latin typeface="Archivo"/>
                <a:ea typeface="Archivo"/>
                <a:cs typeface="Archivo"/>
                <a:sym typeface="Archivo"/>
              </a:rPr>
              <a:t>({{enc_e75_pct}}%)</a:t>
            </a:r>
            <a:endParaRPr b="1" sz="900">
              <a:solidFill>
                <a:schemeClr val="accent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6314914" y="2465348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Escucha +75%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58" name="Google Shape;358;p25" title="telefo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347" y="2498231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5"/>
          <p:cNvSpPr/>
          <p:nvPr/>
        </p:nvSpPr>
        <p:spPr>
          <a:xfrm>
            <a:off x="4920474" y="2465357"/>
            <a:ext cx="12861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{{enc_aperturas}}</a:t>
            </a: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00">
                <a:solidFill>
                  <a:srgbClr val="FFCC19"/>
                </a:solidFill>
                <a:latin typeface="Archivo"/>
                <a:ea typeface="Archivo"/>
                <a:cs typeface="Archivo"/>
                <a:sym typeface="Archivo"/>
              </a:rPr>
              <a:t>({{enc_or}}%)</a:t>
            </a:r>
            <a:endParaRPr b="1" sz="900">
              <a:solidFill>
                <a:srgbClr val="FFCC19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0" name="Google Shape;360;p25"/>
          <p:cNvSpPr/>
          <p:nvPr/>
        </p:nvSpPr>
        <p:spPr>
          <a:xfrm>
            <a:off x="4920474" y="2465348"/>
            <a:ext cx="1286100" cy="189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Aperturas (OR)</a:t>
            </a:r>
            <a:endParaRPr b="1"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61" name="Google Shape;361;p25"/>
          <p:cNvGrpSpPr/>
          <p:nvPr/>
        </p:nvGrpSpPr>
        <p:grpSpPr>
          <a:xfrm>
            <a:off x="6030841" y="2514540"/>
            <a:ext cx="129482" cy="96839"/>
            <a:chOff x="11542348" y="3083222"/>
            <a:chExt cx="361681" cy="274875"/>
          </a:xfrm>
        </p:grpSpPr>
        <p:sp>
          <p:nvSpPr>
            <p:cNvPr id="362" name="Google Shape;362;p25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363" name="Google Shape;363;p25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364" name="Google Shape;364;p25"/>
          <p:cNvSpPr/>
          <p:nvPr/>
        </p:nvSpPr>
        <p:spPr>
          <a:xfrm>
            <a:off x="6313912" y="1959028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{{enc_marque1}}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6313912" y="1959019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Marque 1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66" name="Google Shape;366;p25" title="telefo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4344" y="1991902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5"/>
          <p:cNvSpPr/>
          <p:nvPr/>
        </p:nvSpPr>
        <p:spPr>
          <a:xfrm>
            <a:off x="4919471" y="1959028"/>
            <a:ext cx="12861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{{enc_clics_ctor}}</a:t>
            </a: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00">
                <a:solidFill>
                  <a:srgbClr val="FFCC19"/>
                </a:solidFill>
                <a:latin typeface="Archivo"/>
                <a:ea typeface="Archivo"/>
                <a:cs typeface="Archivo"/>
                <a:sym typeface="Archivo"/>
              </a:rPr>
              <a:t>({{enc_ctor}}%)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4919471" y="1959019"/>
            <a:ext cx="1286100" cy="189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Clics (CTOR)</a:t>
            </a:r>
            <a:endParaRPr b="1"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69" name="Google Shape;369;p25"/>
          <p:cNvGrpSpPr/>
          <p:nvPr/>
        </p:nvGrpSpPr>
        <p:grpSpPr>
          <a:xfrm>
            <a:off x="6029838" y="2008211"/>
            <a:ext cx="129482" cy="96839"/>
            <a:chOff x="11542348" y="3083222"/>
            <a:chExt cx="361681" cy="274875"/>
          </a:xfrm>
        </p:grpSpPr>
        <p:sp>
          <p:nvSpPr>
            <p:cNvPr id="370" name="Google Shape;370;p25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371" name="Google Shape;371;p25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372" name="Google Shape;372;p25"/>
          <p:cNvSpPr/>
          <p:nvPr/>
        </p:nvSpPr>
        <p:spPr>
          <a:xfrm>
            <a:off x="6322935" y="2978704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{{enc_atendidos}}</a:t>
            </a: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({{enc_atendidos_pct}}%)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6322935" y="2978695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Atendidos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74" name="Google Shape;374;p25" title="telefo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3368" y="3011578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5"/>
          <p:cNvSpPr/>
          <p:nvPr/>
        </p:nvSpPr>
        <p:spPr>
          <a:xfrm>
            <a:off x="3431332" y="2465357"/>
            <a:ext cx="14067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{{enc_impresiones}}</a:t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6" name="Google Shape;376;p25"/>
          <p:cNvSpPr/>
          <p:nvPr/>
        </p:nvSpPr>
        <p:spPr>
          <a:xfrm>
            <a:off x="3431332" y="2465348"/>
            <a:ext cx="1406700" cy="18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77" name="Google Shape;377;p25" title="telefono-movi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4697" y="2498222"/>
            <a:ext cx="129475" cy="129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5"/>
          <p:cNvSpPr/>
          <p:nvPr/>
        </p:nvSpPr>
        <p:spPr>
          <a:xfrm>
            <a:off x="3429879" y="1963991"/>
            <a:ext cx="14067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{{enc_clics_ctr}}</a:t>
            </a: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({{enc_ctr}}%)</a:t>
            </a:r>
            <a:endParaRPr b="1" sz="900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9" name="Google Shape;379;p25"/>
          <p:cNvSpPr/>
          <p:nvPr/>
        </p:nvSpPr>
        <p:spPr>
          <a:xfrm>
            <a:off x="3430329" y="1959019"/>
            <a:ext cx="1406700" cy="18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 (CTR)</a:t>
            </a:r>
            <a:endParaRPr b="1" sz="8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80" name="Google Shape;380;p25" title="telefono-movi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3694" y="1991893"/>
            <a:ext cx="129475" cy="1294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5"/>
          <p:cNvSpPr/>
          <p:nvPr/>
        </p:nvSpPr>
        <p:spPr>
          <a:xfrm>
            <a:off x="3439353" y="2978704"/>
            <a:ext cx="14067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{{enc_alcance}}</a:t>
            </a: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(</a:t>
            </a: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{{enc_alcance_pct}}</a:t>
            </a:r>
            <a:r>
              <a:rPr b="1" lang="es" sz="9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%)</a:t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2" name="Google Shape;382;p25"/>
          <p:cNvSpPr/>
          <p:nvPr/>
        </p:nvSpPr>
        <p:spPr>
          <a:xfrm>
            <a:off x="3439353" y="2978695"/>
            <a:ext cx="1406700" cy="18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Alcance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83" name="Google Shape;383;p25" title="telefono-movi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2718" y="3011569"/>
            <a:ext cx="129475" cy="12947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5"/>
          <p:cNvSpPr/>
          <p:nvPr/>
        </p:nvSpPr>
        <p:spPr>
          <a:xfrm>
            <a:off x="3416138" y="3909642"/>
            <a:ext cx="14067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{{ecv_poblacion}}</a:t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3416138" y="3909633"/>
            <a:ext cx="1406700" cy="18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Habitantes del eje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6" name="Google Shape;386;p25"/>
          <p:cNvSpPr/>
          <p:nvPr/>
        </p:nvSpPr>
        <p:spPr>
          <a:xfrm>
            <a:off x="7632170" y="4296458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{{enc_base_total}}</a:t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7" name="Google Shape;387;p25"/>
          <p:cNvSpPr/>
          <p:nvPr/>
        </p:nvSpPr>
        <p:spPr>
          <a:xfrm>
            <a:off x="7632170" y="4296448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Base total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8" name="Google Shape;388;p25"/>
          <p:cNvSpPr/>
          <p:nvPr/>
        </p:nvSpPr>
        <p:spPr>
          <a:xfrm>
            <a:off x="7631167" y="3772081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{{enc_base_llamada}}</a:t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9" name="Google Shape;389;p25"/>
          <p:cNvSpPr/>
          <p:nvPr/>
        </p:nvSpPr>
        <p:spPr>
          <a:xfrm>
            <a:off x="7631167" y="3772072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Base llamada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90" name="Google Shape;390;p25"/>
          <p:cNvGrpSpPr/>
          <p:nvPr/>
        </p:nvGrpSpPr>
        <p:grpSpPr>
          <a:xfrm>
            <a:off x="8705947" y="3821402"/>
            <a:ext cx="77078" cy="96820"/>
            <a:chOff x="3731750" y="3001050"/>
            <a:chExt cx="1526300" cy="1940275"/>
          </a:xfrm>
        </p:grpSpPr>
        <p:sp>
          <p:nvSpPr>
            <p:cNvPr id="391" name="Google Shape;391;p25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5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25"/>
          <p:cNvGrpSpPr/>
          <p:nvPr/>
        </p:nvGrpSpPr>
        <p:grpSpPr>
          <a:xfrm>
            <a:off x="8710546" y="4348233"/>
            <a:ext cx="77078" cy="96820"/>
            <a:chOff x="3731750" y="3001050"/>
            <a:chExt cx="1526300" cy="1940275"/>
          </a:xfrm>
        </p:grpSpPr>
        <p:sp>
          <p:nvSpPr>
            <p:cNvPr id="394" name="Google Shape;394;p25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5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6" name="Google Shape;396;p25"/>
          <p:cNvSpPr/>
          <p:nvPr/>
        </p:nvSpPr>
        <p:spPr>
          <a:xfrm>
            <a:off x="7625602" y="2460102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{{enc_ll_contactados}}</a:t>
            </a: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({{enc_ll_contactados_pct}}%)</a:t>
            </a:r>
            <a:endParaRPr b="1" sz="900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7" name="Google Shape;397;p25"/>
          <p:cNvSpPr/>
          <p:nvPr/>
        </p:nvSpPr>
        <p:spPr>
          <a:xfrm>
            <a:off x="7625602" y="2460093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Contactados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8" name="Google Shape;398;p25"/>
          <p:cNvSpPr/>
          <p:nvPr/>
        </p:nvSpPr>
        <p:spPr>
          <a:xfrm>
            <a:off x="7624600" y="1953773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{{enc_ll_efectivos}}</a:t>
            </a: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({{enc_ll_efectivos_pct}}%)</a:t>
            </a:r>
            <a:endParaRPr b="1" sz="900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9" name="Google Shape;399;p25"/>
          <p:cNvSpPr/>
          <p:nvPr/>
        </p:nvSpPr>
        <p:spPr>
          <a:xfrm>
            <a:off x="7624600" y="1953764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Efectivos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00" name="Google Shape;400;p25"/>
          <p:cNvGrpSpPr/>
          <p:nvPr/>
        </p:nvGrpSpPr>
        <p:grpSpPr>
          <a:xfrm>
            <a:off x="8698701" y="2000146"/>
            <a:ext cx="77078" cy="96820"/>
            <a:chOff x="3731750" y="3001050"/>
            <a:chExt cx="1526300" cy="1940275"/>
          </a:xfrm>
        </p:grpSpPr>
        <p:sp>
          <p:nvSpPr>
            <p:cNvPr id="401" name="Google Shape;401;p25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5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3" name="Google Shape;403;p25"/>
          <p:cNvGrpSpPr/>
          <p:nvPr/>
        </p:nvGrpSpPr>
        <p:grpSpPr>
          <a:xfrm>
            <a:off x="8703299" y="2517123"/>
            <a:ext cx="77078" cy="96820"/>
            <a:chOff x="3731750" y="3001050"/>
            <a:chExt cx="1526300" cy="1940275"/>
          </a:xfrm>
        </p:grpSpPr>
        <p:sp>
          <p:nvSpPr>
            <p:cNvPr id="404" name="Google Shape;404;p25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5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6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6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26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14" name="Google Shape;414;p26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5" name="Google Shape;415;p26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416" name="Google Shape;416;p26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6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6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9" name="Google Shape;419;p26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Comunicaciones Post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0" name="Google Shape;420;p26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Semana JM</a:t>
            </a:r>
            <a:endParaRPr sz="36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7"/>
          <p:cNvSpPr/>
          <p:nvPr/>
        </p:nvSpPr>
        <p:spPr>
          <a:xfrm>
            <a:off x="274775" y="292135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6" name="Google Shape;426;p27"/>
          <p:cNvGrpSpPr/>
          <p:nvPr/>
        </p:nvGrpSpPr>
        <p:grpSpPr>
          <a:xfrm>
            <a:off x="376133" y="369810"/>
            <a:ext cx="190480" cy="211556"/>
            <a:chOff x="2169088" y="811743"/>
            <a:chExt cx="3848087" cy="4273857"/>
          </a:xfrm>
        </p:grpSpPr>
        <p:sp>
          <p:nvSpPr>
            <p:cNvPr id="427" name="Google Shape;427;p27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7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9" name="Google Shape;429;p27"/>
          <p:cNvSpPr txBox="1"/>
          <p:nvPr/>
        </p:nvSpPr>
        <p:spPr>
          <a:xfrm>
            <a:off x="740400" y="311200"/>
            <a:ext cx="4709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Digital | Comunicaciones p</a:t>
            </a: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ost</a:t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graphicFrame>
        <p:nvGraphicFramePr>
          <p:cNvPr id="430" name="Google Shape;430;p27"/>
          <p:cNvGraphicFramePr/>
          <p:nvPr/>
        </p:nvGraphicFramePr>
        <p:xfrm>
          <a:off x="177524" y="10689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{E7B1C72E-6CB4-403D-B9BC-4C66F9ABA6A3}</a:tableStyleId>
              </a:tblPr>
              <a:tblGrid>
                <a:gridCol w="2325125"/>
                <a:gridCol w="1155325"/>
                <a:gridCol w="1323450"/>
                <a:gridCol w="949850"/>
                <a:gridCol w="1170675"/>
                <a:gridCol w="940400"/>
                <a:gridCol w="1026650"/>
              </a:tblGrid>
              <a:tr h="478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Campaña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Estado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Período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Impresiones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Vistas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VTR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E2D6"/>
                    </a:solidFill>
                  </a:tcPr>
                </a:tc>
              </a:tr>
              <a:tr h="58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{{post_camp1}}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{{post_estado1}}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8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{{post_camp2}}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{{post_estado2}}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8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{{post_camp3}}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{{post_estado3}}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431" name="Google Shape;431;p27"/>
          <p:cNvSpPr txBox="1"/>
          <p:nvPr/>
        </p:nvSpPr>
        <p:spPr>
          <a:xfrm>
            <a:off x="274773" y="3514829"/>
            <a:ext cx="2364000" cy="97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Benchmarks VTR</a:t>
            </a:r>
            <a:r>
              <a:rPr i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</a:t>
            </a:r>
            <a:endParaRPr i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</a:pPr>
            <a:r>
              <a:rPr i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ECVs: 60%</a:t>
            </a:r>
            <a:endParaRPr i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</a:pPr>
            <a:r>
              <a:rPr i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Uno a uno: 55%</a:t>
            </a:r>
            <a:endParaRPr i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</a:pPr>
            <a:r>
              <a:rPr i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Temáticas: 44%</a:t>
            </a:r>
            <a:endParaRPr i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chivo"/>
              <a:buChar char="●"/>
            </a:pPr>
            <a:r>
              <a:rPr i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Primera persona: 27%</a:t>
            </a:r>
            <a:endParaRPr i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8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8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8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439;p28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40" name="Google Shape;440;p28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1" name="Google Shape;441;p28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442" name="Google Shape;442;p28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8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8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5" name="Google Shape;445;p28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Encuentros de ministros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6" name="Google Shape;446;p28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Métricas</a:t>
            </a:r>
            <a:endParaRPr sz="36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9"/>
          <p:cNvSpPr/>
          <p:nvPr/>
        </p:nvSpPr>
        <p:spPr>
          <a:xfrm>
            <a:off x="274775" y="144333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2" name="Google Shape;452;p29"/>
          <p:cNvGrpSpPr/>
          <p:nvPr/>
        </p:nvGrpSpPr>
        <p:grpSpPr>
          <a:xfrm>
            <a:off x="376133" y="222009"/>
            <a:ext cx="190480" cy="211556"/>
            <a:chOff x="2169088" y="811743"/>
            <a:chExt cx="3848087" cy="4273857"/>
          </a:xfrm>
        </p:grpSpPr>
        <p:sp>
          <p:nvSpPr>
            <p:cNvPr id="453" name="Google Shape;453;p29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5" name="Google Shape;455;p29"/>
          <p:cNvSpPr txBox="1"/>
          <p:nvPr/>
        </p:nvSpPr>
        <p:spPr>
          <a:xfrm>
            <a:off x="740400" y="163400"/>
            <a:ext cx="4334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Encuentros de ministros</a:t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456" name="Google Shape;456;p29"/>
          <p:cNvSpPr txBox="1"/>
          <p:nvPr/>
        </p:nvSpPr>
        <p:spPr>
          <a:xfrm>
            <a:off x="740400" y="485498"/>
            <a:ext cx="4483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Semana del {{periodo}}</a:t>
            </a:r>
            <a:endParaRPr sz="18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7" name="Google Shape;457;p29"/>
          <p:cNvSpPr/>
          <p:nvPr/>
        </p:nvSpPr>
        <p:spPr>
          <a:xfrm>
            <a:off x="2904616" y="1161358"/>
            <a:ext cx="2222700" cy="4752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57950" lIns="57950" spcFirstLastPara="1" rIns="57950" wrap="square" tIns="57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45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Alcance semanal </a:t>
            </a:r>
            <a:endParaRPr sz="1145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8" name="Google Shape;458;p29"/>
          <p:cNvSpPr/>
          <p:nvPr/>
        </p:nvSpPr>
        <p:spPr>
          <a:xfrm>
            <a:off x="4694215" y="3213050"/>
            <a:ext cx="1469400" cy="4998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4450" spcFirstLastPara="1" rIns="104450" wrap="square" tIns="267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rPr b="1" lang="es" sz="1028">
                <a:latin typeface="Archivo"/>
                <a:ea typeface="Archivo"/>
                <a:cs typeface="Archivo"/>
                <a:sym typeface="Archivo"/>
              </a:rPr>
              <a:t>{{emin_alcance_semanal}}</a:t>
            </a:r>
            <a:endParaRPr b="1" sz="1028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t/>
            </a:r>
            <a:endParaRPr b="1" sz="1028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28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9" name="Google Shape;459;p29"/>
          <p:cNvSpPr/>
          <p:nvPr/>
        </p:nvSpPr>
        <p:spPr>
          <a:xfrm>
            <a:off x="4694215" y="3213040"/>
            <a:ext cx="1469400" cy="216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14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Mails entregados</a:t>
            </a:r>
            <a:endParaRPr b="1" sz="91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60" name="Google Shape;460;p29"/>
          <p:cNvGrpSpPr/>
          <p:nvPr/>
        </p:nvGrpSpPr>
        <p:grpSpPr>
          <a:xfrm>
            <a:off x="5962716" y="3269266"/>
            <a:ext cx="147928" cy="110637"/>
            <a:chOff x="11542348" y="3083222"/>
            <a:chExt cx="361681" cy="274875"/>
          </a:xfrm>
        </p:grpSpPr>
        <p:sp>
          <p:nvSpPr>
            <p:cNvPr id="461" name="Google Shape;461;p29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650" lIns="15300" spcFirstLastPara="1" rIns="15300" wrap="square" tIns="7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68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650" lIns="15300" spcFirstLastPara="1" rIns="15300" wrap="square" tIns="7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68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463" name="Google Shape;463;p29"/>
          <p:cNvSpPr/>
          <p:nvPr/>
        </p:nvSpPr>
        <p:spPr>
          <a:xfrm>
            <a:off x="4694210" y="2579030"/>
            <a:ext cx="1469400" cy="4998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4450" spcFirstLastPara="1" rIns="104450" wrap="square" tIns="267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rPr b="1" lang="es" sz="10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{{emin_aperturas}}</a:t>
            </a:r>
            <a:r>
              <a:rPr b="1" lang="es" sz="1028">
                <a:solidFill>
                  <a:srgbClr val="FBAB04"/>
                </a:solidFill>
                <a:latin typeface="Archivo"/>
                <a:ea typeface="Archivo"/>
                <a:cs typeface="Archivo"/>
                <a:sym typeface="Archivo"/>
              </a:rPr>
              <a:t> ({{emin_or}}%)</a:t>
            </a:r>
            <a:endParaRPr b="1" sz="1028">
              <a:solidFill>
                <a:srgbClr val="FBAB0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4" name="Google Shape;464;p29"/>
          <p:cNvSpPr/>
          <p:nvPr/>
        </p:nvSpPr>
        <p:spPr>
          <a:xfrm>
            <a:off x="4694210" y="2579019"/>
            <a:ext cx="1469400" cy="216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14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Aperturas (OR)</a:t>
            </a:r>
            <a:endParaRPr b="1" sz="91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65" name="Google Shape;465;p29"/>
          <p:cNvGrpSpPr/>
          <p:nvPr/>
        </p:nvGrpSpPr>
        <p:grpSpPr>
          <a:xfrm>
            <a:off x="5962711" y="2635246"/>
            <a:ext cx="147928" cy="110637"/>
            <a:chOff x="11542348" y="3083222"/>
            <a:chExt cx="361681" cy="274875"/>
          </a:xfrm>
        </p:grpSpPr>
        <p:sp>
          <p:nvSpPr>
            <p:cNvPr id="466" name="Google Shape;466;p29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650" lIns="15300" spcFirstLastPara="1" rIns="15300" wrap="square" tIns="7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68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467" name="Google Shape;467;p29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650" lIns="15300" spcFirstLastPara="1" rIns="15300" wrap="square" tIns="7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68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468" name="Google Shape;468;p29"/>
          <p:cNvSpPr/>
          <p:nvPr/>
        </p:nvSpPr>
        <p:spPr>
          <a:xfrm>
            <a:off x="4694224" y="1948347"/>
            <a:ext cx="1469400" cy="4998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4450" spcFirstLastPara="1" rIns="104450" wrap="square" tIns="267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rPr b="1" lang="es" sz="1028">
                <a:latin typeface="Archivo"/>
                <a:ea typeface="Archivo"/>
                <a:cs typeface="Archivo"/>
                <a:sym typeface="Archivo"/>
              </a:rPr>
              <a:t>{{emin_clics_ctor}}</a:t>
            </a:r>
            <a:r>
              <a:rPr b="1" lang="es" sz="1028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1028">
                <a:solidFill>
                  <a:schemeClr val="accent4"/>
                </a:solidFill>
                <a:latin typeface="Archivo"/>
                <a:ea typeface="Archivo"/>
                <a:cs typeface="Archivo"/>
                <a:sym typeface="Archivo"/>
              </a:rPr>
              <a:t>({{emin_ctor}}%)</a:t>
            </a:r>
            <a:endParaRPr b="1" sz="1028">
              <a:solidFill>
                <a:schemeClr val="accent4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28">
              <a:solidFill>
                <a:srgbClr val="38761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4694224" y="1948337"/>
            <a:ext cx="1469400" cy="216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14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 (CTOR)</a:t>
            </a:r>
            <a:endParaRPr b="1" sz="91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70" name="Google Shape;470;p29"/>
          <p:cNvGrpSpPr/>
          <p:nvPr/>
        </p:nvGrpSpPr>
        <p:grpSpPr>
          <a:xfrm>
            <a:off x="5962725" y="2004563"/>
            <a:ext cx="147928" cy="110637"/>
            <a:chOff x="11542348" y="3083222"/>
            <a:chExt cx="361681" cy="274875"/>
          </a:xfrm>
        </p:grpSpPr>
        <p:sp>
          <p:nvSpPr>
            <p:cNvPr id="471" name="Google Shape;471;p29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650" lIns="15300" spcFirstLastPara="1" rIns="15300" wrap="square" tIns="7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68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650" lIns="15300" spcFirstLastPara="1" rIns="15300" wrap="square" tIns="76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68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473" name="Google Shape;473;p29"/>
          <p:cNvSpPr/>
          <p:nvPr/>
        </p:nvSpPr>
        <p:spPr>
          <a:xfrm>
            <a:off x="5345445" y="1001867"/>
            <a:ext cx="824400" cy="530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123546"/>
          </a:solidFill>
          <a:ln>
            <a:noFill/>
          </a:ln>
        </p:spPr>
        <p:txBody>
          <a:bodyPr anchorCtr="0" anchor="t" bIns="87525" lIns="0" spcFirstLastPara="1" rIns="0" wrap="square" tIns="306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920">
                <a:solidFill>
                  <a:srgbClr val="8DE2D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ENCUENTROS:</a:t>
            </a:r>
            <a:endParaRPr b="1" i="1" sz="920">
              <a:solidFill>
                <a:srgbClr val="8DE2D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474" name="Google Shape;474;p29"/>
          <p:cNvSpPr/>
          <p:nvPr/>
        </p:nvSpPr>
        <p:spPr>
          <a:xfrm>
            <a:off x="5345432" y="1516578"/>
            <a:ext cx="824400" cy="220200"/>
          </a:xfrm>
          <a:prstGeom prst="round2SameRect">
            <a:avLst>
              <a:gd fmla="val 0" name="adj1"/>
              <a:gd fmla="val 8500" name="adj2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87525" lIns="87525" spcFirstLastPara="1" rIns="87525" wrap="square" tIns="875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2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{{emin_encuentros}}</a:t>
            </a:r>
            <a:endParaRPr b="1" sz="92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5" name="Google Shape;475;p29"/>
          <p:cNvSpPr/>
          <p:nvPr/>
        </p:nvSpPr>
        <p:spPr>
          <a:xfrm>
            <a:off x="5622456" y="1052554"/>
            <a:ext cx="248723" cy="220005"/>
          </a:xfrm>
          <a:custGeom>
            <a:rect b="b" l="l" r="r" t="t"/>
            <a:pathLst>
              <a:path extrusionOk="0" h="746" w="838">
                <a:moveTo>
                  <a:pt x="419" y="525"/>
                </a:moveTo>
                <a:cubicBezTo>
                  <a:pt x="325" y="525"/>
                  <a:pt x="248" y="449"/>
                  <a:pt x="248" y="354"/>
                </a:cubicBezTo>
                <a:cubicBezTo>
                  <a:pt x="248" y="260"/>
                  <a:pt x="325" y="184"/>
                  <a:pt x="419" y="184"/>
                </a:cubicBezTo>
                <a:cubicBezTo>
                  <a:pt x="513" y="184"/>
                  <a:pt x="590" y="260"/>
                  <a:pt x="590" y="354"/>
                </a:cubicBezTo>
                <a:cubicBezTo>
                  <a:pt x="590" y="449"/>
                  <a:pt x="513" y="525"/>
                  <a:pt x="419" y="525"/>
                </a:cubicBezTo>
                <a:moveTo>
                  <a:pt x="838" y="419"/>
                </a:moveTo>
                <a:cubicBezTo>
                  <a:pt x="838" y="188"/>
                  <a:pt x="651" y="0"/>
                  <a:pt x="419" y="0"/>
                </a:cubicBezTo>
                <a:cubicBezTo>
                  <a:pt x="187" y="0"/>
                  <a:pt x="0" y="188"/>
                  <a:pt x="0" y="419"/>
                </a:cubicBezTo>
                <a:cubicBezTo>
                  <a:pt x="0" y="551"/>
                  <a:pt x="61" y="669"/>
                  <a:pt x="157" y="746"/>
                </a:cubicBezTo>
                <a:cubicBezTo>
                  <a:pt x="196" y="639"/>
                  <a:pt x="298" y="562"/>
                  <a:pt x="419" y="562"/>
                </a:cubicBezTo>
                <a:cubicBezTo>
                  <a:pt x="540" y="562"/>
                  <a:pt x="642" y="639"/>
                  <a:pt x="681" y="746"/>
                </a:cubicBezTo>
                <a:cubicBezTo>
                  <a:pt x="777" y="669"/>
                  <a:pt x="838" y="551"/>
                  <a:pt x="838" y="419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ctr" bIns="43725" lIns="87525" spcFirstLastPara="1" rIns="87525" wrap="square" tIns="43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6" name="Google Shape;476;p29"/>
          <p:cNvSpPr txBox="1"/>
          <p:nvPr/>
        </p:nvSpPr>
        <p:spPr>
          <a:xfrm>
            <a:off x="598200" y="3805728"/>
            <a:ext cx="79476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100" u="sng">
                <a:latin typeface="Archivo"/>
                <a:ea typeface="Archivo"/>
                <a:cs typeface="Archivo"/>
                <a:sym typeface="Archivo"/>
              </a:rPr>
              <a:t>Encuentros </a:t>
            </a:r>
            <a:r>
              <a:rPr b="1" i="1" lang="es" sz="1100" u="sng">
                <a:latin typeface="Archivo"/>
                <a:ea typeface="Archivo"/>
                <a:cs typeface="Archivo"/>
                <a:sym typeface="Archivo"/>
              </a:rPr>
              <a:t>contempladas</a:t>
            </a:r>
            <a:r>
              <a:rPr b="1" i="1" lang="es" sz="1100">
                <a:latin typeface="Archivo"/>
                <a:ea typeface="Archivo"/>
                <a:cs typeface="Archivo"/>
                <a:sym typeface="Archivo"/>
              </a:rPr>
              <a:t>:</a:t>
            </a:r>
            <a:r>
              <a:rPr b="1" i="1" lang="es" sz="11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{{emin_lista}}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2936806" y="3216391"/>
            <a:ext cx="1607100" cy="4998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4450" spcFirstLastPara="1" rIns="104450" wrap="square" tIns="267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rPr b="1" lang="es" sz="1028">
                <a:latin typeface="Archivo"/>
                <a:ea typeface="Archivo"/>
                <a:cs typeface="Archivo"/>
                <a:sym typeface="Archivo"/>
              </a:rPr>
              <a:t/>
            </a:r>
            <a:endParaRPr b="1" sz="1028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t/>
            </a:r>
            <a:endParaRPr b="1" sz="1028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8" name="Google Shape;478;p29"/>
          <p:cNvSpPr/>
          <p:nvPr/>
        </p:nvSpPr>
        <p:spPr>
          <a:xfrm>
            <a:off x="2936806" y="3216380"/>
            <a:ext cx="1607100" cy="216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14">
                <a:latin typeface="Archivo"/>
                <a:ea typeface="Archivo"/>
                <a:cs typeface="Archivo"/>
                <a:sym typeface="Archivo"/>
              </a:rPr>
              <a:t>Alcance</a:t>
            </a:r>
            <a:endParaRPr b="1" sz="914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9" name="Google Shape;479;p29"/>
          <p:cNvSpPr/>
          <p:nvPr/>
        </p:nvSpPr>
        <p:spPr>
          <a:xfrm>
            <a:off x="2936801" y="2582370"/>
            <a:ext cx="1607100" cy="4998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4450" spcFirstLastPara="1" rIns="104450" wrap="square" tIns="267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rPr b="1" lang="es" sz="1028">
                <a:latin typeface="Archivo"/>
                <a:ea typeface="Archivo"/>
                <a:cs typeface="Archivo"/>
                <a:sym typeface="Archivo"/>
              </a:rPr>
              <a:t>{{emin_alcance}}</a:t>
            </a:r>
            <a:endParaRPr b="1" sz="1028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t/>
            </a:r>
            <a:endParaRPr b="1" sz="1028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0" name="Google Shape;480;p29"/>
          <p:cNvSpPr/>
          <p:nvPr/>
        </p:nvSpPr>
        <p:spPr>
          <a:xfrm>
            <a:off x="2936801" y="2582360"/>
            <a:ext cx="1607100" cy="216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14"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914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1" name="Google Shape;481;p29"/>
          <p:cNvSpPr/>
          <p:nvPr/>
        </p:nvSpPr>
        <p:spPr>
          <a:xfrm>
            <a:off x="2936815" y="1951688"/>
            <a:ext cx="1607100" cy="4998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4450" spcFirstLastPara="1" rIns="104450" wrap="square" tIns="267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rPr b="1" lang="es" sz="1028">
                <a:latin typeface="Archivo"/>
                <a:ea typeface="Archivo"/>
                <a:cs typeface="Archivo"/>
                <a:sym typeface="Archivo"/>
              </a:rPr>
              <a:t>{{emin_clics_ctr}}</a:t>
            </a:r>
            <a:r>
              <a:rPr b="1" lang="es" sz="1028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1028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({{emin_ctr}}%)</a:t>
            </a:r>
            <a:endParaRPr b="1" sz="1028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t/>
            </a:r>
            <a:endParaRPr b="1" sz="1028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2936815" y="1951677"/>
            <a:ext cx="1607100" cy="216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14">
                <a:latin typeface="Archivo"/>
                <a:ea typeface="Archivo"/>
                <a:cs typeface="Archivo"/>
                <a:sym typeface="Archivo"/>
              </a:rPr>
              <a:t>Clics (CTR)</a:t>
            </a:r>
            <a:endParaRPr b="1" sz="914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83" name="Google Shape;483;p29" title="telefono-mov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123" y="3251848"/>
            <a:ext cx="147921" cy="147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29" title="telefono-mov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9573" y="2611311"/>
            <a:ext cx="147921" cy="147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29" title="telefono-mov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423" y="1978196"/>
            <a:ext cx="147921" cy="147921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9"/>
          <p:cNvSpPr txBox="1"/>
          <p:nvPr/>
        </p:nvSpPr>
        <p:spPr>
          <a:xfrm>
            <a:off x="196550" y="4545000"/>
            <a:ext cx="137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 u="sng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Benchmarks:</a:t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Mail: </a:t>
            </a:r>
            <a:r>
              <a:rPr b="1"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OR : </a:t>
            </a:r>
            <a:r>
              <a:rPr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22%</a:t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Digital: </a:t>
            </a:r>
            <a:r>
              <a:rPr b="1"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CTR: </a:t>
            </a:r>
            <a:r>
              <a:rPr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0,2%</a:t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0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0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0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p30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95" name="Google Shape;495;p30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6" name="Google Shape;496;p30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497" name="Google Shape;497;p30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0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0" name="Google Shape;500;p30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M2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1" name="Google Shape;501;p30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Alcance semanal</a:t>
            </a:r>
            <a:endParaRPr sz="36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1"/>
          <p:cNvSpPr txBox="1"/>
          <p:nvPr/>
        </p:nvSpPr>
        <p:spPr>
          <a:xfrm>
            <a:off x="582715" y="129475"/>
            <a:ext cx="38715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Directa | Status semanal de M2</a:t>
            </a:r>
            <a:endParaRPr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07" name="Google Shape;507;p31"/>
          <p:cNvGrpSpPr/>
          <p:nvPr/>
        </p:nvGrpSpPr>
        <p:grpSpPr>
          <a:xfrm>
            <a:off x="234545" y="156446"/>
            <a:ext cx="250814" cy="250257"/>
            <a:chOff x="11899863" y="7646238"/>
            <a:chExt cx="563500" cy="562375"/>
          </a:xfrm>
        </p:grpSpPr>
        <p:sp>
          <p:nvSpPr>
            <p:cNvPr id="508" name="Google Shape;508;p31"/>
            <p:cNvSpPr/>
            <p:nvPr/>
          </p:nvSpPr>
          <p:spPr>
            <a:xfrm>
              <a:off x="11899863" y="7646238"/>
              <a:ext cx="563500" cy="562375"/>
            </a:xfrm>
            <a:custGeom>
              <a:rect b="b" l="l" r="r" t="t"/>
              <a:pathLst>
                <a:path extrusionOk="0" h="22495" w="22540">
                  <a:moveTo>
                    <a:pt x="11264" y="3490"/>
                  </a:moveTo>
                  <a:cubicBezTo>
                    <a:pt x="11274" y="3490"/>
                    <a:pt x="11284" y="3490"/>
                    <a:pt x="11295" y="3490"/>
                  </a:cubicBezTo>
                  <a:cubicBezTo>
                    <a:pt x="15583" y="3507"/>
                    <a:pt x="19037" y="6977"/>
                    <a:pt x="19037" y="11249"/>
                  </a:cubicBezTo>
                  <a:cubicBezTo>
                    <a:pt x="19037" y="15528"/>
                    <a:pt x="15550" y="19008"/>
                    <a:pt x="11292" y="19008"/>
                  </a:cubicBezTo>
                  <a:cubicBezTo>
                    <a:pt x="11282" y="19008"/>
                    <a:pt x="11272" y="19008"/>
                    <a:pt x="11262" y="19008"/>
                  </a:cubicBezTo>
                  <a:cubicBezTo>
                    <a:pt x="6973" y="19008"/>
                    <a:pt x="3487" y="15505"/>
                    <a:pt x="3519" y="11233"/>
                  </a:cubicBezTo>
                  <a:cubicBezTo>
                    <a:pt x="3536" y="6954"/>
                    <a:pt x="7006" y="3490"/>
                    <a:pt x="11264" y="3490"/>
                  </a:cubicBezTo>
                  <a:close/>
                  <a:moveTo>
                    <a:pt x="11276" y="1"/>
                  </a:moveTo>
                  <a:cubicBezTo>
                    <a:pt x="11255" y="1"/>
                    <a:pt x="11234" y="2"/>
                    <a:pt x="11213" y="4"/>
                  </a:cubicBezTo>
                  <a:cubicBezTo>
                    <a:pt x="10869" y="37"/>
                    <a:pt x="10623" y="298"/>
                    <a:pt x="10607" y="659"/>
                  </a:cubicBezTo>
                  <a:cubicBezTo>
                    <a:pt x="10591" y="1101"/>
                    <a:pt x="10607" y="1542"/>
                    <a:pt x="10607" y="2001"/>
                  </a:cubicBezTo>
                  <a:cubicBezTo>
                    <a:pt x="10607" y="2132"/>
                    <a:pt x="10558" y="2181"/>
                    <a:pt x="10427" y="2197"/>
                  </a:cubicBezTo>
                  <a:cubicBezTo>
                    <a:pt x="10116" y="2230"/>
                    <a:pt x="9821" y="2279"/>
                    <a:pt x="9527" y="2328"/>
                  </a:cubicBezTo>
                  <a:cubicBezTo>
                    <a:pt x="5958" y="2983"/>
                    <a:pt x="3028" y="5897"/>
                    <a:pt x="2357" y="9465"/>
                  </a:cubicBezTo>
                  <a:cubicBezTo>
                    <a:pt x="2292" y="9825"/>
                    <a:pt x="2243" y="10201"/>
                    <a:pt x="2177" y="10578"/>
                  </a:cubicBezTo>
                  <a:lnTo>
                    <a:pt x="737" y="10578"/>
                  </a:lnTo>
                  <a:cubicBezTo>
                    <a:pt x="491" y="10578"/>
                    <a:pt x="311" y="10676"/>
                    <a:pt x="164" y="10856"/>
                  </a:cubicBezTo>
                  <a:cubicBezTo>
                    <a:pt x="17" y="11085"/>
                    <a:pt x="0" y="11315"/>
                    <a:pt x="115" y="11544"/>
                  </a:cubicBezTo>
                  <a:cubicBezTo>
                    <a:pt x="229" y="11789"/>
                    <a:pt x="426" y="11920"/>
                    <a:pt x="688" y="11920"/>
                  </a:cubicBezTo>
                  <a:lnTo>
                    <a:pt x="2194" y="11920"/>
                  </a:lnTo>
                  <a:cubicBezTo>
                    <a:pt x="2210" y="12018"/>
                    <a:pt x="2226" y="12100"/>
                    <a:pt x="2226" y="12182"/>
                  </a:cubicBezTo>
                  <a:cubicBezTo>
                    <a:pt x="2292" y="12509"/>
                    <a:pt x="2308" y="12837"/>
                    <a:pt x="2390" y="13164"/>
                  </a:cubicBezTo>
                  <a:cubicBezTo>
                    <a:pt x="3258" y="17076"/>
                    <a:pt x="6433" y="19892"/>
                    <a:pt x="10427" y="20301"/>
                  </a:cubicBezTo>
                  <a:cubicBezTo>
                    <a:pt x="10558" y="20317"/>
                    <a:pt x="10607" y="20366"/>
                    <a:pt x="10607" y="20514"/>
                  </a:cubicBezTo>
                  <a:cubicBezTo>
                    <a:pt x="10607" y="20874"/>
                    <a:pt x="10623" y="21250"/>
                    <a:pt x="10607" y="21627"/>
                  </a:cubicBezTo>
                  <a:cubicBezTo>
                    <a:pt x="10574" y="22036"/>
                    <a:pt x="10722" y="22331"/>
                    <a:pt x="11114" y="22494"/>
                  </a:cubicBezTo>
                  <a:lnTo>
                    <a:pt x="11458" y="22494"/>
                  </a:lnTo>
                  <a:cubicBezTo>
                    <a:pt x="11851" y="22314"/>
                    <a:pt x="11982" y="22020"/>
                    <a:pt x="11949" y="21594"/>
                  </a:cubicBezTo>
                  <a:cubicBezTo>
                    <a:pt x="11933" y="21185"/>
                    <a:pt x="11949" y="20759"/>
                    <a:pt x="11949" y="20350"/>
                  </a:cubicBezTo>
                  <a:cubicBezTo>
                    <a:pt x="12408" y="20268"/>
                    <a:pt x="12833" y="20219"/>
                    <a:pt x="13259" y="20121"/>
                  </a:cubicBezTo>
                  <a:cubicBezTo>
                    <a:pt x="16974" y="19319"/>
                    <a:pt x="19823" y="16209"/>
                    <a:pt x="20297" y="12428"/>
                  </a:cubicBezTo>
                  <a:cubicBezTo>
                    <a:pt x="20363" y="11920"/>
                    <a:pt x="20363" y="11920"/>
                    <a:pt x="20870" y="11920"/>
                  </a:cubicBezTo>
                  <a:cubicBezTo>
                    <a:pt x="21045" y="11920"/>
                    <a:pt x="21219" y="11913"/>
                    <a:pt x="21394" y="11913"/>
                  </a:cubicBezTo>
                  <a:cubicBezTo>
                    <a:pt x="21481" y="11913"/>
                    <a:pt x="21569" y="11915"/>
                    <a:pt x="21656" y="11920"/>
                  </a:cubicBezTo>
                  <a:cubicBezTo>
                    <a:pt x="21693" y="11923"/>
                    <a:pt x="21728" y="11925"/>
                    <a:pt x="21763" y="11925"/>
                  </a:cubicBezTo>
                  <a:cubicBezTo>
                    <a:pt x="22117" y="11925"/>
                    <a:pt x="22376" y="11772"/>
                    <a:pt x="22540" y="11429"/>
                  </a:cubicBezTo>
                  <a:lnTo>
                    <a:pt x="22540" y="11069"/>
                  </a:lnTo>
                  <a:cubicBezTo>
                    <a:pt x="22376" y="10726"/>
                    <a:pt x="22117" y="10574"/>
                    <a:pt x="21763" y="10574"/>
                  </a:cubicBezTo>
                  <a:cubicBezTo>
                    <a:pt x="21728" y="10574"/>
                    <a:pt x="21693" y="10575"/>
                    <a:pt x="21656" y="10578"/>
                  </a:cubicBezTo>
                  <a:cubicBezTo>
                    <a:pt x="21530" y="10583"/>
                    <a:pt x="21405" y="10585"/>
                    <a:pt x="21279" y="10585"/>
                  </a:cubicBezTo>
                  <a:cubicBezTo>
                    <a:pt x="21028" y="10585"/>
                    <a:pt x="20777" y="10578"/>
                    <a:pt x="20526" y="10578"/>
                  </a:cubicBezTo>
                  <a:cubicBezTo>
                    <a:pt x="20395" y="10578"/>
                    <a:pt x="20346" y="10545"/>
                    <a:pt x="20330" y="10398"/>
                  </a:cubicBezTo>
                  <a:cubicBezTo>
                    <a:pt x="20297" y="10103"/>
                    <a:pt x="20264" y="9825"/>
                    <a:pt x="20215" y="9530"/>
                  </a:cubicBezTo>
                  <a:cubicBezTo>
                    <a:pt x="19528" y="5847"/>
                    <a:pt x="16483" y="2868"/>
                    <a:pt x="12800" y="2279"/>
                  </a:cubicBezTo>
                  <a:cubicBezTo>
                    <a:pt x="12522" y="2230"/>
                    <a:pt x="12244" y="2197"/>
                    <a:pt x="11949" y="2165"/>
                  </a:cubicBezTo>
                  <a:cubicBezTo>
                    <a:pt x="11949" y="1690"/>
                    <a:pt x="11949" y="1231"/>
                    <a:pt x="11949" y="773"/>
                  </a:cubicBezTo>
                  <a:cubicBezTo>
                    <a:pt x="11949" y="691"/>
                    <a:pt x="11949" y="593"/>
                    <a:pt x="11917" y="495"/>
                  </a:cubicBezTo>
                  <a:cubicBezTo>
                    <a:pt x="11840" y="205"/>
                    <a:pt x="11565" y="1"/>
                    <a:pt x="1127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105350" lIns="105350" spcFirstLastPara="1" rIns="105350" wrap="square" tIns="105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1"/>
            <p:cNvSpPr/>
            <p:nvPr/>
          </p:nvSpPr>
          <p:spPr>
            <a:xfrm>
              <a:off x="12069263" y="7815313"/>
              <a:ext cx="225100" cy="224700"/>
            </a:xfrm>
            <a:custGeom>
              <a:rect b="b" l="l" r="r" t="t"/>
              <a:pathLst>
                <a:path extrusionOk="0" h="8988" w="9004">
                  <a:moveTo>
                    <a:pt x="4516" y="1"/>
                  </a:moveTo>
                  <a:cubicBezTo>
                    <a:pt x="4506" y="1"/>
                    <a:pt x="4496" y="1"/>
                    <a:pt x="4486" y="1"/>
                  </a:cubicBezTo>
                  <a:cubicBezTo>
                    <a:pt x="2014" y="1"/>
                    <a:pt x="1" y="2031"/>
                    <a:pt x="1" y="4502"/>
                  </a:cubicBezTo>
                  <a:cubicBezTo>
                    <a:pt x="17" y="6990"/>
                    <a:pt x="2031" y="8987"/>
                    <a:pt x="4519" y="8987"/>
                  </a:cubicBezTo>
                  <a:cubicBezTo>
                    <a:pt x="7007" y="8971"/>
                    <a:pt x="9004" y="6974"/>
                    <a:pt x="9004" y="4486"/>
                  </a:cubicBezTo>
                  <a:cubicBezTo>
                    <a:pt x="8987" y="2008"/>
                    <a:pt x="6990" y="1"/>
                    <a:pt x="451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105350" lIns="105350" spcFirstLastPara="1" rIns="105350" wrap="square" tIns="105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0" name="Google Shape;510;p31"/>
          <p:cNvSpPr/>
          <p:nvPr/>
        </p:nvSpPr>
        <p:spPr>
          <a:xfrm>
            <a:off x="384300" y="693401"/>
            <a:ext cx="8495700" cy="279600"/>
          </a:xfrm>
          <a:prstGeom prst="roundRect">
            <a:avLst>
              <a:gd fmla="val 50000" name="adj"/>
            </a:avLst>
          </a:prstGeom>
          <a:solidFill>
            <a:srgbClr val="FFCC1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M2</a:t>
            </a:r>
            <a:endParaRPr sz="12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1" name="Google Shape;511;p31"/>
          <p:cNvSpPr/>
          <p:nvPr/>
        </p:nvSpPr>
        <p:spPr>
          <a:xfrm>
            <a:off x="1719220" y="2109150"/>
            <a:ext cx="1602300" cy="393900"/>
          </a:xfrm>
          <a:prstGeom prst="roundRect">
            <a:avLst>
              <a:gd fmla="val 16667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b" bIns="53675" lIns="90900" spcFirstLastPara="1" rIns="90900" wrap="square" tIns="71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b="1" sz="994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2" name="Google Shape;512;p31"/>
          <p:cNvSpPr/>
          <p:nvPr/>
        </p:nvSpPr>
        <p:spPr>
          <a:xfrm>
            <a:off x="1719220" y="1348026"/>
            <a:ext cx="1602396" cy="964602"/>
          </a:xfrm>
          <a:prstGeom prst="flowChartDocumen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enviados</a:t>
            </a:r>
            <a:endParaRPr b="1" sz="895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88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{{m2_mails_enviados}}</a:t>
            </a:r>
            <a:endParaRPr sz="1988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513" name="Google Shape;513;p31"/>
          <p:cNvGrpSpPr/>
          <p:nvPr/>
        </p:nvGrpSpPr>
        <p:grpSpPr>
          <a:xfrm>
            <a:off x="1771755" y="2343216"/>
            <a:ext cx="156463" cy="107009"/>
            <a:chOff x="11542348" y="3083222"/>
            <a:chExt cx="361681" cy="274875"/>
          </a:xfrm>
        </p:grpSpPr>
        <p:sp>
          <p:nvSpPr>
            <p:cNvPr id="514" name="Google Shape;514;p31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5900" lIns="11750" spcFirstLastPara="1" rIns="11750" wrap="square" tIns="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06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515" name="Google Shape;515;p31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5900" lIns="11750" spcFirstLastPara="1" rIns="11750" wrap="square" tIns="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06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516" name="Google Shape;516;p31"/>
          <p:cNvSpPr/>
          <p:nvPr/>
        </p:nvSpPr>
        <p:spPr>
          <a:xfrm>
            <a:off x="1821571" y="3217135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lang="es" sz="92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{{m2_aperturas}}</a:t>
            </a:r>
            <a:r>
              <a:rPr b="1" lang="es" sz="92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94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({{m2_or}}%)</a:t>
            </a:r>
            <a:endParaRPr b="1" sz="994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9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7" name="Google Shape;517;p31"/>
          <p:cNvSpPr/>
          <p:nvPr/>
        </p:nvSpPr>
        <p:spPr>
          <a:xfrm>
            <a:off x="1821336" y="3217125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Aperturas (OR)</a:t>
            </a:r>
            <a:endParaRPr b="1" sz="89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8" name="Google Shape;518;p31"/>
          <p:cNvSpPr/>
          <p:nvPr/>
        </p:nvSpPr>
        <p:spPr>
          <a:xfrm>
            <a:off x="1821818" y="2609109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lang="es" sz="994">
                <a:latin typeface="Archivo"/>
                <a:ea typeface="Archivo"/>
                <a:cs typeface="Archivo"/>
                <a:sym typeface="Archivo"/>
              </a:rPr>
              <a:t>{{m2_mails_entregados}}</a:t>
            </a:r>
            <a:endParaRPr b="1" sz="99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9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9" name="Google Shape;519;p31"/>
          <p:cNvSpPr/>
          <p:nvPr/>
        </p:nvSpPr>
        <p:spPr>
          <a:xfrm>
            <a:off x="1821583" y="2609099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Mails entregados</a:t>
            </a:r>
            <a:endParaRPr b="1" sz="89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0" name="Google Shape;520;p31"/>
          <p:cNvSpPr/>
          <p:nvPr/>
        </p:nvSpPr>
        <p:spPr>
          <a:xfrm>
            <a:off x="1821448" y="3825183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lang="es" sz="92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{{m2_clics}}</a:t>
            </a:r>
            <a:r>
              <a:rPr b="1" lang="es" sz="92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94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({{m2_ctor}}%)</a:t>
            </a:r>
            <a:endParaRPr b="1" sz="994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9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1" name="Google Shape;521;p31"/>
          <p:cNvSpPr/>
          <p:nvPr/>
        </p:nvSpPr>
        <p:spPr>
          <a:xfrm>
            <a:off x="1821213" y="3825172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 (CTOR)</a:t>
            </a:r>
            <a:endParaRPr b="1" sz="89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22" name="Google Shape;522;p31"/>
          <p:cNvGrpSpPr/>
          <p:nvPr/>
        </p:nvGrpSpPr>
        <p:grpSpPr>
          <a:xfrm>
            <a:off x="9159755" y="3462825"/>
            <a:ext cx="69327" cy="73808"/>
            <a:chOff x="2230550" y="1316100"/>
            <a:chExt cx="3151225" cy="3075350"/>
          </a:xfrm>
        </p:grpSpPr>
        <p:sp>
          <p:nvSpPr>
            <p:cNvPr id="523" name="Google Shape;523;p31"/>
            <p:cNvSpPr/>
            <p:nvPr/>
          </p:nvSpPr>
          <p:spPr>
            <a:xfrm>
              <a:off x="2230550" y="1316100"/>
              <a:ext cx="3151225" cy="3075350"/>
            </a:xfrm>
            <a:custGeom>
              <a:rect b="b" l="l" r="r" t="t"/>
              <a:pathLst>
                <a:path extrusionOk="0" h="123014" w="126049">
                  <a:moveTo>
                    <a:pt x="68214" y="6932"/>
                  </a:moveTo>
                  <a:cubicBezTo>
                    <a:pt x="69218" y="6932"/>
                    <a:pt x="70083" y="7211"/>
                    <a:pt x="70083" y="8411"/>
                  </a:cubicBezTo>
                  <a:cubicBezTo>
                    <a:pt x="70111" y="9610"/>
                    <a:pt x="69246" y="9917"/>
                    <a:pt x="68242" y="9945"/>
                  </a:cubicBezTo>
                  <a:lnTo>
                    <a:pt x="57807" y="9945"/>
                  </a:lnTo>
                  <a:cubicBezTo>
                    <a:pt x="56803" y="9917"/>
                    <a:pt x="55938" y="9638"/>
                    <a:pt x="55938" y="8439"/>
                  </a:cubicBezTo>
                  <a:cubicBezTo>
                    <a:pt x="55938" y="7239"/>
                    <a:pt x="56775" y="6932"/>
                    <a:pt x="57807" y="6932"/>
                  </a:cubicBezTo>
                  <a:close/>
                  <a:moveTo>
                    <a:pt x="118683" y="27019"/>
                  </a:moveTo>
                  <a:cubicBezTo>
                    <a:pt x="121696" y="27019"/>
                    <a:pt x="123091" y="28386"/>
                    <a:pt x="123091" y="31372"/>
                  </a:cubicBezTo>
                  <a:cubicBezTo>
                    <a:pt x="123091" y="39044"/>
                    <a:pt x="123091" y="46716"/>
                    <a:pt x="123091" y="54388"/>
                  </a:cubicBezTo>
                  <a:cubicBezTo>
                    <a:pt x="123091" y="57401"/>
                    <a:pt x="121724" y="58796"/>
                    <a:pt x="118711" y="58796"/>
                  </a:cubicBezTo>
                  <a:cubicBezTo>
                    <a:pt x="115028" y="58810"/>
                    <a:pt x="111346" y="58817"/>
                    <a:pt x="107663" y="58817"/>
                  </a:cubicBezTo>
                  <a:cubicBezTo>
                    <a:pt x="103980" y="58817"/>
                    <a:pt x="100298" y="58810"/>
                    <a:pt x="96615" y="58796"/>
                  </a:cubicBezTo>
                  <a:cubicBezTo>
                    <a:pt x="95611" y="58796"/>
                    <a:pt x="94802" y="59020"/>
                    <a:pt x="93965" y="59605"/>
                  </a:cubicBezTo>
                  <a:cubicBezTo>
                    <a:pt x="91203" y="61558"/>
                    <a:pt x="88413" y="63455"/>
                    <a:pt x="85400" y="65520"/>
                  </a:cubicBezTo>
                  <a:cubicBezTo>
                    <a:pt x="85400" y="63734"/>
                    <a:pt x="85428" y="62200"/>
                    <a:pt x="85400" y="60693"/>
                  </a:cubicBezTo>
                  <a:cubicBezTo>
                    <a:pt x="85372" y="59243"/>
                    <a:pt x="84925" y="58852"/>
                    <a:pt x="83502" y="58796"/>
                  </a:cubicBezTo>
                  <a:cubicBezTo>
                    <a:pt x="78704" y="58685"/>
                    <a:pt x="77951" y="57904"/>
                    <a:pt x="77951" y="53077"/>
                  </a:cubicBezTo>
                  <a:cubicBezTo>
                    <a:pt x="77951" y="45851"/>
                    <a:pt x="77951" y="38625"/>
                    <a:pt x="77951" y="31399"/>
                  </a:cubicBezTo>
                  <a:cubicBezTo>
                    <a:pt x="77951" y="28386"/>
                    <a:pt x="79318" y="27019"/>
                    <a:pt x="82331" y="27019"/>
                  </a:cubicBezTo>
                  <a:close/>
                  <a:moveTo>
                    <a:pt x="43579" y="52631"/>
                  </a:moveTo>
                  <a:cubicBezTo>
                    <a:pt x="46759" y="52631"/>
                    <a:pt x="48099" y="53970"/>
                    <a:pt x="48099" y="57150"/>
                  </a:cubicBezTo>
                  <a:cubicBezTo>
                    <a:pt x="48099" y="64795"/>
                    <a:pt x="48099" y="72411"/>
                    <a:pt x="48099" y="80028"/>
                  </a:cubicBezTo>
                  <a:cubicBezTo>
                    <a:pt x="48099" y="83041"/>
                    <a:pt x="46731" y="84408"/>
                    <a:pt x="43718" y="84436"/>
                  </a:cubicBezTo>
                  <a:cubicBezTo>
                    <a:pt x="43514" y="84436"/>
                    <a:pt x="43309" y="84423"/>
                    <a:pt x="43105" y="84423"/>
                  </a:cubicBezTo>
                  <a:cubicBezTo>
                    <a:pt x="43002" y="84423"/>
                    <a:pt x="42900" y="84426"/>
                    <a:pt x="42798" y="84436"/>
                  </a:cubicBezTo>
                  <a:cubicBezTo>
                    <a:pt x="41040" y="84436"/>
                    <a:pt x="40649" y="84826"/>
                    <a:pt x="40649" y="86584"/>
                  </a:cubicBezTo>
                  <a:cubicBezTo>
                    <a:pt x="40649" y="88035"/>
                    <a:pt x="40649" y="89457"/>
                    <a:pt x="40649" y="91159"/>
                  </a:cubicBezTo>
                  <a:cubicBezTo>
                    <a:pt x="37636" y="89095"/>
                    <a:pt x="34846" y="87198"/>
                    <a:pt x="32084" y="85245"/>
                  </a:cubicBezTo>
                  <a:cubicBezTo>
                    <a:pt x="31248" y="84631"/>
                    <a:pt x="30411" y="84408"/>
                    <a:pt x="29406" y="84408"/>
                  </a:cubicBezTo>
                  <a:cubicBezTo>
                    <a:pt x="22097" y="84436"/>
                    <a:pt x="14759" y="84436"/>
                    <a:pt x="7450" y="84436"/>
                  </a:cubicBezTo>
                  <a:cubicBezTo>
                    <a:pt x="4269" y="84436"/>
                    <a:pt x="2958" y="83096"/>
                    <a:pt x="2958" y="79888"/>
                  </a:cubicBezTo>
                  <a:cubicBezTo>
                    <a:pt x="2958" y="72300"/>
                    <a:pt x="2958" y="64711"/>
                    <a:pt x="2958" y="57150"/>
                  </a:cubicBezTo>
                  <a:cubicBezTo>
                    <a:pt x="2958" y="53970"/>
                    <a:pt x="4297" y="52631"/>
                    <a:pt x="7505" y="52631"/>
                  </a:cubicBezTo>
                  <a:close/>
                  <a:moveTo>
                    <a:pt x="95499" y="16836"/>
                  </a:moveTo>
                  <a:cubicBezTo>
                    <a:pt x="96476" y="16836"/>
                    <a:pt x="96894" y="17004"/>
                    <a:pt x="96810" y="18092"/>
                  </a:cubicBezTo>
                  <a:cubicBezTo>
                    <a:pt x="96699" y="19654"/>
                    <a:pt x="96727" y="21244"/>
                    <a:pt x="96810" y="22807"/>
                  </a:cubicBezTo>
                  <a:cubicBezTo>
                    <a:pt x="96864" y="23748"/>
                    <a:pt x="96658" y="24119"/>
                    <a:pt x="95667" y="24119"/>
                  </a:cubicBezTo>
                  <a:cubicBezTo>
                    <a:pt x="95631" y="24119"/>
                    <a:pt x="95593" y="24119"/>
                    <a:pt x="95555" y="24118"/>
                  </a:cubicBezTo>
                  <a:cubicBezTo>
                    <a:pt x="93309" y="24076"/>
                    <a:pt x="91063" y="24062"/>
                    <a:pt x="88817" y="24062"/>
                  </a:cubicBezTo>
                  <a:cubicBezTo>
                    <a:pt x="86571" y="24062"/>
                    <a:pt x="84326" y="24076"/>
                    <a:pt x="82080" y="24090"/>
                  </a:cubicBezTo>
                  <a:cubicBezTo>
                    <a:pt x="77672" y="24090"/>
                    <a:pt x="75021" y="26740"/>
                    <a:pt x="75021" y="31176"/>
                  </a:cubicBezTo>
                  <a:cubicBezTo>
                    <a:pt x="75021" y="39016"/>
                    <a:pt x="75021" y="46856"/>
                    <a:pt x="75021" y="54695"/>
                  </a:cubicBezTo>
                  <a:cubicBezTo>
                    <a:pt x="75021" y="58852"/>
                    <a:pt x="77476" y="61475"/>
                    <a:pt x="81633" y="61726"/>
                  </a:cubicBezTo>
                  <a:cubicBezTo>
                    <a:pt x="82414" y="61754"/>
                    <a:pt x="82442" y="62088"/>
                    <a:pt x="82442" y="62646"/>
                  </a:cubicBezTo>
                  <a:cubicBezTo>
                    <a:pt x="82414" y="64265"/>
                    <a:pt x="82414" y="65883"/>
                    <a:pt x="82414" y="67501"/>
                  </a:cubicBezTo>
                  <a:cubicBezTo>
                    <a:pt x="82414" y="68338"/>
                    <a:pt x="82359" y="69175"/>
                    <a:pt x="83279" y="69649"/>
                  </a:cubicBezTo>
                  <a:cubicBezTo>
                    <a:pt x="83513" y="69777"/>
                    <a:pt x="83728" y="69830"/>
                    <a:pt x="83931" y="69830"/>
                  </a:cubicBezTo>
                  <a:cubicBezTo>
                    <a:pt x="84478" y="69830"/>
                    <a:pt x="84931" y="69445"/>
                    <a:pt x="85400" y="69119"/>
                  </a:cubicBezTo>
                  <a:cubicBezTo>
                    <a:pt x="88720" y="66831"/>
                    <a:pt x="92068" y="64516"/>
                    <a:pt x="95387" y="62228"/>
                  </a:cubicBezTo>
                  <a:cubicBezTo>
                    <a:pt x="95682" y="62024"/>
                    <a:pt x="95958" y="61729"/>
                    <a:pt x="96305" y="61729"/>
                  </a:cubicBezTo>
                  <a:cubicBezTo>
                    <a:pt x="96385" y="61729"/>
                    <a:pt x="96470" y="61745"/>
                    <a:pt x="96559" y="61782"/>
                  </a:cubicBezTo>
                  <a:cubicBezTo>
                    <a:pt x="97061" y="62033"/>
                    <a:pt x="96782" y="62563"/>
                    <a:pt x="96782" y="62953"/>
                  </a:cubicBezTo>
                  <a:cubicBezTo>
                    <a:pt x="96782" y="76931"/>
                    <a:pt x="96782" y="90936"/>
                    <a:pt x="96810" y="104914"/>
                  </a:cubicBezTo>
                  <a:cubicBezTo>
                    <a:pt x="96810" y="105974"/>
                    <a:pt x="96476" y="106169"/>
                    <a:pt x="95499" y="106169"/>
                  </a:cubicBezTo>
                  <a:cubicBezTo>
                    <a:pt x="84674" y="106155"/>
                    <a:pt x="73849" y="106148"/>
                    <a:pt x="63025" y="106148"/>
                  </a:cubicBezTo>
                  <a:cubicBezTo>
                    <a:pt x="52200" y="106148"/>
                    <a:pt x="41375" y="106155"/>
                    <a:pt x="30550" y="106169"/>
                  </a:cubicBezTo>
                  <a:cubicBezTo>
                    <a:pt x="29546" y="106169"/>
                    <a:pt x="29211" y="105974"/>
                    <a:pt x="29239" y="104886"/>
                  </a:cubicBezTo>
                  <a:cubicBezTo>
                    <a:pt x="29295" y="99445"/>
                    <a:pt x="29267" y="94005"/>
                    <a:pt x="29267" y="88565"/>
                  </a:cubicBezTo>
                  <a:cubicBezTo>
                    <a:pt x="29267" y="88174"/>
                    <a:pt x="28988" y="87644"/>
                    <a:pt x="29518" y="87421"/>
                  </a:cubicBezTo>
                  <a:cubicBezTo>
                    <a:pt x="29607" y="87384"/>
                    <a:pt x="29692" y="87368"/>
                    <a:pt x="29772" y="87368"/>
                  </a:cubicBezTo>
                  <a:cubicBezTo>
                    <a:pt x="30119" y="87368"/>
                    <a:pt x="30395" y="87663"/>
                    <a:pt x="30690" y="87867"/>
                  </a:cubicBezTo>
                  <a:cubicBezTo>
                    <a:pt x="34037" y="90183"/>
                    <a:pt x="37413" y="92526"/>
                    <a:pt x="40761" y="94842"/>
                  </a:cubicBezTo>
                  <a:cubicBezTo>
                    <a:pt x="41200" y="95141"/>
                    <a:pt x="41638" y="95468"/>
                    <a:pt x="42148" y="95468"/>
                  </a:cubicBezTo>
                  <a:cubicBezTo>
                    <a:pt x="42351" y="95468"/>
                    <a:pt x="42567" y="95416"/>
                    <a:pt x="42798" y="95288"/>
                  </a:cubicBezTo>
                  <a:cubicBezTo>
                    <a:pt x="43579" y="94842"/>
                    <a:pt x="43635" y="94144"/>
                    <a:pt x="43635" y="93363"/>
                  </a:cubicBezTo>
                  <a:cubicBezTo>
                    <a:pt x="43635" y="91661"/>
                    <a:pt x="43635" y="89988"/>
                    <a:pt x="43635" y="88286"/>
                  </a:cubicBezTo>
                  <a:cubicBezTo>
                    <a:pt x="43607" y="87672"/>
                    <a:pt x="43663" y="87393"/>
                    <a:pt x="44444" y="87337"/>
                  </a:cubicBezTo>
                  <a:cubicBezTo>
                    <a:pt x="48573" y="87114"/>
                    <a:pt x="51028" y="84464"/>
                    <a:pt x="51028" y="80307"/>
                  </a:cubicBezTo>
                  <a:cubicBezTo>
                    <a:pt x="51028" y="72467"/>
                    <a:pt x="51028" y="64627"/>
                    <a:pt x="51028" y="56788"/>
                  </a:cubicBezTo>
                  <a:cubicBezTo>
                    <a:pt x="51028" y="52407"/>
                    <a:pt x="48350" y="49729"/>
                    <a:pt x="43942" y="49729"/>
                  </a:cubicBezTo>
                  <a:cubicBezTo>
                    <a:pt x="41682" y="49715"/>
                    <a:pt x="39415" y="49708"/>
                    <a:pt x="37148" y="49708"/>
                  </a:cubicBezTo>
                  <a:cubicBezTo>
                    <a:pt x="34881" y="49708"/>
                    <a:pt x="32615" y="49715"/>
                    <a:pt x="30355" y="49729"/>
                  </a:cubicBezTo>
                  <a:cubicBezTo>
                    <a:pt x="29546" y="49729"/>
                    <a:pt x="29239" y="49590"/>
                    <a:pt x="29239" y="48697"/>
                  </a:cubicBezTo>
                  <a:cubicBezTo>
                    <a:pt x="29267" y="38458"/>
                    <a:pt x="29267" y="28219"/>
                    <a:pt x="29239" y="17980"/>
                  </a:cubicBezTo>
                  <a:cubicBezTo>
                    <a:pt x="29239" y="17031"/>
                    <a:pt x="29518" y="16836"/>
                    <a:pt x="30411" y="16836"/>
                  </a:cubicBezTo>
                  <a:cubicBezTo>
                    <a:pt x="41291" y="16864"/>
                    <a:pt x="52200" y="16864"/>
                    <a:pt x="63080" y="16864"/>
                  </a:cubicBezTo>
                  <a:cubicBezTo>
                    <a:pt x="68479" y="16864"/>
                    <a:pt x="73884" y="16871"/>
                    <a:pt x="79290" y="16871"/>
                  </a:cubicBezTo>
                  <a:cubicBezTo>
                    <a:pt x="84695" y="16871"/>
                    <a:pt x="90101" y="16864"/>
                    <a:pt x="95499" y="16836"/>
                  </a:cubicBezTo>
                  <a:close/>
                  <a:moveTo>
                    <a:pt x="55602" y="113254"/>
                  </a:moveTo>
                  <a:cubicBezTo>
                    <a:pt x="55649" y="113254"/>
                    <a:pt x="55696" y="113254"/>
                    <a:pt x="55743" y="113255"/>
                  </a:cubicBezTo>
                  <a:cubicBezTo>
                    <a:pt x="56561" y="113265"/>
                    <a:pt x="57383" y="113268"/>
                    <a:pt x="58206" y="113268"/>
                  </a:cubicBezTo>
                  <a:cubicBezTo>
                    <a:pt x="59853" y="113268"/>
                    <a:pt x="61509" y="113255"/>
                    <a:pt x="63164" y="113255"/>
                  </a:cubicBezTo>
                  <a:lnTo>
                    <a:pt x="70334" y="113255"/>
                  </a:lnTo>
                  <a:cubicBezTo>
                    <a:pt x="71645" y="113283"/>
                    <a:pt x="72427" y="113813"/>
                    <a:pt x="72343" y="114762"/>
                  </a:cubicBezTo>
                  <a:cubicBezTo>
                    <a:pt x="72259" y="115989"/>
                    <a:pt x="71366" y="116213"/>
                    <a:pt x="70306" y="116213"/>
                  </a:cubicBezTo>
                  <a:lnTo>
                    <a:pt x="55715" y="116213"/>
                  </a:lnTo>
                  <a:cubicBezTo>
                    <a:pt x="54376" y="116213"/>
                    <a:pt x="53595" y="115655"/>
                    <a:pt x="53678" y="114734"/>
                  </a:cubicBezTo>
                  <a:cubicBezTo>
                    <a:pt x="53785" y="113560"/>
                    <a:pt x="54581" y="113254"/>
                    <a:pt x="55602" y="113254"/>
                  </a:cubicBezTo>
                  <a:close/>
                  <a:moveTo>
                    <a:pt x="81689" y="1"/>
                  </a:moveTo>
                  <a:cubicBezTo>
                    <a:pt x="75477" y="1"/>
                    <a:pt x="69265" y="13"/>
                    <a:pt x="63052" y="13"/>
                  </a:cubicBezTo>
                  <a:lnTo>
                    <a:pt x="35460" y="13"/>
                  </a:lnTo>
                  <a:cubicBezTo>
                    <a:pt x="34010" y="13"/>
                    <a:pt x="32587" y="69"/>
                    <a:pt x="31192" y="459"/>
                  </a:cubicBezTo>
                  <a:cubicBezTo>
                    <a:pt x="25389" y="2133"/>
                    <a:pt x="21818" y="7099"/>
                    <a:pt x="21790" y="13516"/>
                  </a:cubicBezTo>
                  <a:cubicBezTo>
                    <a:pt x="21790" y="25122"/>
                    <a:pt x="21790" y="36700"/>
                    <a:pt x="21818" y="48306"/>
                  </a:cubicBezTo>
                  <a:cubicBezTo>
                    <a:pt x="21818" y="49358"/>
                    <a:pt x="21661" y="49758"/>
                    <a:pt x="20566" y="49758"/>
                  </a:cubicBezTo>
                  <a:cubicBezTo>
                    <a:pt x="20529" y="49758"/>
                    <a:pt x="20490" y="49758"/>
                    <a:pt x="20451" y="49757"/>
                  </a:cubicBezTo>
                  <a:cubicBezTo>
                    <a:pt x="18205" y="49715"/>
                    <a:pt x="15959" y="49701"/>
                    <a:pt x="13713" y="49701"/>
                  </a:cubicBezTo>
                  <a:cubicBezTo>
                    <a:pt x="11467" y="49701"/>
                    <a:pt x="9221" y="49715"/>
                    <a:pt x="6975" y="49729"/>
                  </a:cubicBezTo>
                  <a:cubicBezTo>
                    <a:pt x="2763" y="49729"/>
                    <a:pt x="28" y="52491"/>
                    <a:pt x="28" y="56676"/>
                  </a:cubicBezTo>
                  <a:cubicBezTo>
                    <a:pt x="1" y="64544"/>
                    <a:pt x="1" y="72439"/>
                    <a:pt x="28" y="80334"/>
                  </a:cubicBezTo>
                  <a:cubicBezTo>
                    <a:pt x="28" y="84603"/>
                    <a:pt x="2763" y="87365"/>
                    <a:pt x="7031" y="87365"/>
                  </a:cubicBezTo>
                  <a:cubicBezTo>
                    <a:pt x="9641" y="87381"/>
                    <a:pt x="12259" y="87397"/>
                    <a:pt x="14877" y="87397"/>
                  </a:cubicBezTo>
                  <a:cubicBezTo>
                    <a:pt x="16793" y="87397"/>
                    <a:pt x="18708" y="87389"/>
                    <a:pt x="20618" y="87365"/>
                  </a:cubicBezTo>
                  <a:cubicBezTo>
                    <a:pt x="20662" y="87364"/>
                    <a:pt x="20705" y="87363"/>
                    <a:pt x="20747" y="87363"/>
                  </a:cubicBezTo>
                  <a:cubicBezTo>
                    <a:pt x="21642" y="87363"/>
                    <a:pt x="21844" y="87658"/>
                    <a:pt x="21818" y="88565"/>
                  </a:cubicBezTo>
                  <a:cubicBezTo>
                    <a:pt x="21790" y="95456"/>
                    <a:pt x="21818" y="102347"/>
                    <a:pt x="21818" y="109210"/>
                  </a:cubicBezTo>
                  <a:cubicBezTo>
                    <a:pt x="21818" y="110438"/>
                    <a:pt x="21846" y="111665"/>
                    <a:pt x="22125" y="112865"/>
                  </a:cubicBezTo>
                  <a:cubicBezTo>
                    <a:pt x="23547" y="119058"/>
                    <a:pt x="28513" y="122992"/>
                    <a:pt x="35070" y="122992"/>
                  </a:cubicBezTo>
                  <a:cubicBezTo>
                    <a:pt x="44374" y="123006"/>
                    <a:pt x="53678" y="123013"/>
                    <a:pt x="62983" y="123013"/>
                  </a:cubicBezTo>
                  <a:cubicBezTo>
                    <a:pt x="72287" y="123013"/>
                    <a:pt x="81591" y="123006"/>
                    <a:pt x="90896" y="122992"/>
                  </a:cubicBezTo>
                  <a:cubicBezTo>
                    <a:pt x="91816" y="122992"/>
                    <a:pt x="92737" y="122964"/>
                    <a:pt x="93630" y="122797"/>
                  </a:cubicBezTo>
                  <a:cubicBezTo>
                    <a:pt x="100075" y="121597"/>
                    <a:pt x="104259" y="116408"/>
                    <a:pt x="104259" y="109573"/>
                  </a:cubicBezTo>
                  <a:cubicBezTo>
                    <a:pt x="104287" y="94089"/>
                    <a:pt x="104287" y="78633"/>
                    <a:pt x="104232" y="63177"/>
                  </a:cubicBezTo>
                  <a:cubicBezTo>
                    <a:pt x="104232" y="61986"/>
                    <a:pt x="104583" y="61724"/>
                    <a:pt x="105572" y="61724"/>
                  </a:cubicBezTo>
                  <a:cubicBezTo>
                    <a:pt x="105625" y="61724"/>
                    <a:pt x="105681" y="61724"/>
                    <a:pt x="105738" y="61726"/>
                  </a:cubicBezTo>
                  <a:cubicBezTo>
                    <a:pt x="107956" y="61754"/>
                    <a:pt x="110181" y="61761"/>
                    <a:pt x="112406" y="61761"/>
                  </a:cubicBezTo>
                  <a:cubicBezTo>
                    <a:pt x="114631" y="61761"/>
                    <a:pt x="116856" y="61754"/>
                    <a:pt x="119074" y="61754"/>
                  </a:cubicBezTo>
                  <a:cubicBezTo>
                    <a:pt x="123259" y="61726"/>
                    <a:pt x="126021" y="58936"/>
                    <a:pt x="126049" y="54751"/>
                  </a:cubicBezTo>
                  <a:cubicBezTo>
                    <a:pt x="126049" y="46883"/>
                    <a:pt x="126049" y="38988"/>
                    <a:pt x="126021" y="31093"/>
                  </a:cubicBezTo>
                  <a:cubicBezTo>
                    <a:pt x="126021" y="26824"/>
                    <a:pt x="123314" y="24090"/>
                    <a:pt x="119018" y="24090"/>
                  </a:cubicBezTo>
                  <a:cubicBezTo>
                    <a:pt x="117134" y="24078"/>
                    <a:pt x="115255" y="24072"/>
                    <a:pt x="113377" y="24072"/>
                  </a:cubicBezTo>
                  <a:cubicBezTo>
                    <a:pt x="110721" y="24072"/>
                    <a:pt x="108067" y="24085"/>
                    <a:pt x="105403" y="24118"/>
                  </a:cubicBezTo>
                  <a:cubicBezTo>
                    <a:pt x="104510" y="24118"/>
                    <a:pt x="104232" y="23922"/>
                    <a:pt x="104232" y="22974"/>
                  </a:cubicBezTo>
                  <a:cubicBezTo>
                    <a:pt x="104315" y="20491"/>
                    <a:pt x="104259" y="18008"/>
                    <a:pt x="104259" y="15525"/>
                  </a:cubicBezTo>
                  <a:cubicBezTo>
                    <a:pt x="104259" y="13684"/>
                    <a:pt x="104343" y="11842"/>
                    <a:pt x="103925" y="10057"/>
                  </a:cubicBezTo>
                  <a:cubicBezTo>
                    <a:pt x="102474" y="3919"/>
                    <a:pt x="97508" y="41"/>
                    <a:pt x="91007" y="13"/>
                  </a:cubicBezTo>
                  <a:cubicBezTo>
                    <a:pt x="87901" y="4"/>
                    <a:pt x="84795" y="1"/>
                    <a:pt x="816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2502575" y="2992975"/>
              <a:ext cx="733075" cy="75000"/>
            </a:xfrm>
            <a:custGeom>
              <a:rect b="b" l="l" r="r" t="t"/>
              <a:pathLst>
                <a:path extrusionOk="0" h="3000" w="29323">
                  <a:moveTo>
                    <a:pt x="1831" y="0"/>
                  </a:moveTo>
                  <a:cubicBezTo>
                    <a:pt x="1653" y="0"/>
                    <a:pt x="1479" y="7"/>
                    <a:pt x="1311" y="35"/>
                  </a:cubicBezTo>
                  <a:cubicBezTo>
                    <a:pt x="530" y="175"/>
                    <a:pt x="56" y="621"/>
                    <a:pt x="28" y="1430"/>
                  </a:cubicBezTo>
                  <a:cubicBezTo>
                    <a:pt x="0" y="2295"/>
                    <a:pt x="502" y="2797"/>
                    <a:pt x="1339" y="2965"/>
                  </a:cubicBezTo>
                  <a:cubicBezTo>
                    <a:pt x="1521" y="2993"/>
                    <a:pt x="1716" y="3000"/>
                    <a:pt x="1915" y="3000"/>
                  </a:cubicBezTo>
                  <a:cubicBezTo>
                    <a:pt x="2114" y="3000"/>
                    <a:pt x="2316" y="2993"/>
                    <a:pt x="2511" y="2993"/>
                  </a:cubicBezTo>
                  <a:lnTo>
                    <a:pt x="26811" y="2993"/>
                  </a:lnTo>
                  <a:cubicBezTo>
                    <a:pt x="27006" y="2993"/>
                    <a:pt x="27202" y="3000"/>
                    <a:pt x="27397" y="3000"/>
                  </a:cubicBezTo>
                  <a:cubicBezTo>
                    <a:pt x="27592" y="3000"/>
                    <a:pt x="27788" y="2993"/>
                    <a:pt x="27983" y="2965"/>
                  </a:cubicBezTo>
                  <a:cubicBezTo>
                    <a:pt x="28820" y="2797"/>
                    <a:pt x="29322" y="2267"/>
                    <a:pt x="29294" y="1430"/>
                  </a:cubicBezTo>
                  <a:cubicBezTo>
                    <a:pt x="29266" y="649"/>
                    <a:pt x="28764" y="147"/>
                    <a:pt x="27983" y="35"/>
                  </a:cubicBezTo>
                  <a:cubicBezTo>
                    <a:pt x="27802" y="7"/>
                    <a:pt x="27627" y="0"/>
                    <a:pt x="27453" y="0"/>
                  </a:cubicBezTo>
                  <a:cubicBezTo>
                    <a:pt x="27279" y="0"/>
                    <a:pt x="27104" y="7"/>
                    <a:pt x="26923" y="7"/>
                  </a:cubicBezTo>
                  <a:lnTo>
                    <a:pt x="2372" y="7"/>
                  </a:lnTo>
                  <a:cubicBezTo>
                    <a:pt x="2190" y="7"/>
                    <a:pt x="2009" y="0"/>
                    <a:pt x="18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1"/>
            <p:cNvSpPr/>
            <p:nvPr/>
          </p:nvSpPr>
          <p:spPr>
            <a:xfrm>
              <a:off x="2502575" y="2780425"/>
              <a:ext cx="735150" cy="73250"/>
            </a:xfrm>
            <a:custGeom>
              <a:rect b="b" l="l" r="r" t="t"/>
              <a:pathLst>
                <a:path extrusionOk="0" h="2930" w="29406">
                  <a:moveTo>
                    <a:pt x="1730" y="0"/>
                  </a:moveTo>
                  <a:cubicBezTo>
                    <a:pt x="670" y="0"/>
                    <a:pt x="0" y="447"/>
                    <a:pt x="28" y="1535"/>
                  </a:cubicBezTo>
                  <a:cubicBezTo>
                    <a:pt x="84" y="2595"/>
                    <a:pt x="837" y="2930"/>
                    <a:pt x="1842" y="2930"/>
                  </a:cubicBezTo>
                  <a:lnTo>
                    <a:pt x="27453" y="2930"/>
                  </a:lnTo>
                  <a:cubicBezTo>
                    <a:pt x="28653" y="2930"/>
                    <a:pt x="29406" y="2316"/>
                    <a:pt x="29294" y="1395"/>
                  </a:cubicBezTo>
                  <a:cubicBezTo>
                    <a:pt x="29183" y="251"/>
                    <a:pt x="28374" y="0"/>
                    <a:pt x="27341" y="0"/>
                  </a:cubicBezTo>
                  <a:cubicBezTo>
                    <a:pt x="25267" y="9"/>
                    <a:pt x="23191" y="13"/>
                    <a:pt x="21113" y="13"/>
                  </a:cubicBezTo>
                  <a:cubicBezTo>
                    <a:pt x="16957" y="13"/>
                    <a:pt x="12797" y="0"/>
                    <a:pt x="8649" y="0"/>
                  </a:cubicBezTo>
                  <a:cubicBezTo>
                    <a:pt x="7105" y="0"/>
                    <a:pt x="5561" y="13"/>
                    <a:pt x="4026" y="13"/>
                  </a:cubicBezTo>
                  <a:cubicBezTo>
                    <a:pt x="3258" y="13"/>
                    <a:pt x="2492" y="9"/>
                    <a:pt x="17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1"/>
            <p:cNvSpPr/>
            <p:nvPr/>
          </p:nvSpPr>
          <p:spPr>
            <a:xfrm>
              <a:off x="2501175" y="3206575"/>
              <a:ext cx="435950" cy="73950"/>
            </a:xfrm>
            <a:custGeom>
              <a:rect b="b" l="l" r="r" t="t"/>
              <a:pathLst>
                <a:path extrusionOk="0" h="2958" w="17438">
                  <a:moveTo>
                    <a:pt x="2009" y="0"/>
                  </a:moveTo>
                  <a:cubicBezTo>
                    <a:pt x="949" y="0"/>
                    <a:pt x="168" y="279"/>
                    <a:pt x="84" y="1451"/>
                  </a:cubicBezTo>
                  <a:cubicBezTo>
                    <a:pt x="0" y="2428"/>
                    <a:pt x="698" y="2930"/>
                    <a:pt x="2065" y="2930"/>
                  </a:cubicBezTo>
                  <a:cubicBezTo>
                    <a:pt x="2809" y="2939"/>
                    <a:pt x="3550" y="2942"/>
                    <a:pt x="4290" y="2942"/>
                  </a:cubicBezTo>
                  <a:cubicBezTo>
                    <a:pt x="5769" y="2942"/>
                    <a:pt x="7245" y="2930"/>
                    <a:pt x="8733" y="2930"/>
                  </a:cubicBezTo>
                  <a:cubicBezTo>
                    <a:pt x="11021" y="2930"/>
                    <a:pt x="13336" y="2930"/>
                    <a:pt x="15652" y="2958"/>
                  </a:cubicBezTo>
                  <a:cubicBezTo>
                    <a:pt x="16656" y="2958"/>
                    <a:pt x="17437" y="2651"/>
                    <a:pt x="17437" y="1507"/>
                  </a:cubicBezTo>
                  <a:cubicBezTo>
                    <a:pt x="17437" y="335"/>
                    <a:pt x="16656" y="0"/>
                    <a:pt x="15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1"/>
            <p:cNvSpPr/>
            <p:nvPr/>
          </p:nvSpPr>
          <p:spPr>
            <a:xfrm>
              <a:off x="4366225" y="2145025"/>
              <a:ext cx="754700" cy="74125"/>
            </a:xfrm>
            <a:custGeom>
              <a:rect b="b" l="l" r="r" t="t"/>
              <a:pathLst>
                <a:path extrusionOk="0" h="2965" w="30188">
                  <a:moveTo>
                    <a:pt x="2316" y="0"/>
                  </a:moveTo>
                  <a:cubicBezTo>
                    <a:pt x="1981" y="0"/>
                    <a:pt x="1619" y="0"/>
                    <a:pt x="1284" y="56"/>
                  </a:cubicBezTo>
                  <a:cubicBezTo>
                    <a:pt x="531" y="140"/>
                    <a:pt x="140" y="586"/>
                    <a:pt x="56" y="1339"/>
                  </a:cubicBezTo>
                  <a:cubicBezTo>
                    <a:pt x="1" y="2176"/>
                    <a:pt x="447" y="2678"/>
                    <a:pt x="1200" y="2874"/>
                  </a:cubicBezTo>
                  <a:cubicBezTo>
                    <a:pt x="1442" y="2948"/>
                    <a:pt x="1696" y="2960"/>
                    <a:pt x="1954" y="2960"/>
                  </a:cubicBezTo>
                  <a:cubicBezTo>
                    <a:pt x="2084" y="2960"/>
                    <a:pt x="2214" y="2957"/>
                    <a:pt x="2344" y="2957"/>
                  </a:cubicBezTo>
                  <a:lnTo>
                    <a:pt x="27676" y="2957"/>
                  </a:lnTo>
                  <a:cubicBezTo>
                    <a:pt x="27844" y="2957"/>
                    <a:pt x="28018" y="2964"/>
                    <a:pt x="28193" y="2964"/>
                  </a:cubicBezTo>
                  <a:cubicBezTo>
                    <a:pt x="28367" y="2964"/>
                    <a:pt x="28541" y="2957"/>
                    <a:pt x="28709" y="2929"/>
                  </a:cubicBezTo>
                  <a:cubicBezTo>
                    <a:pt x="29601" y="2818"/>
                    <a:pt x="30187" y="2316"/>
                    <a:pt x="30132" y="1395"/>
                  </a:cubicBezTo>
                  <a:cubicBezTo>
                    <a:pt x="30104" y="530"/>
                    <a:pt x="29546" y="84"/>
                    <a:pt x="28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1"/>
            <p:cNvSpPr/>
            <p:nvPr/>
          </p:nvSpPr>
          <p:spPr>
            <a:xfrm>
              <a:off x="4367625" y="2350850"/>
              <a:ext cx="753300" cy="74575"/>
            </a:xfrm>
            <a:custGeom>
              <a:rect b="b" l="l" r="r" t="t"/>
              <a:pathLst>
                <a:path extrusionOk="0" h="2983" w="30132">
                  <a:moveTo>
                    <a:pt x="1758" y="0"/>
                  </a:moveTo>
                  <a:cubicBezTo>
                    <a:pt x="1628" y="0"/>
                    <a:pt x="1498" y="7"/>
                    <a:pt x="1367" y="25"/>
                  </a:cubicBezTo>
                  <a:cubicBezTo>
                    <a:pt x="558" y="165"/>
                    <a:pt x="0" y="611"/>
                    <a:pt x="0" y="1504"/>
                  </a:cubicBezTo>
                  <a:cubicBezTo>
                    <a:pt x="28" y="2397"/>
                    <a:pt x="503" y="2871"/>
                    <a:pt x="1367" y="2955"/>
                  </a:cubicBezTo>
                  <a:cubicBezTo>
                    <a:pt x="1702" y="2983"/>
                    <a:pt x="2065" y="2983"/>
                    <a:pt x="2400" y="2983"/>
                  </a:cubicBezTo>
                  <a:lnTo>
                    <a:pt x="27732" y="2983"/>
                  </a:lnTo>
                  <a:cubicBezTo>
                    <a:pt x="28123" y="2983"/>
                    <a:pt x="28513" y="2983"/>
                    <a:pt x="28904" y="2899"/>
                  </a:cubicBezTo>
                  <a:cubicBezTo>
                    <a:pt x="29629" y="2787"/>
                    <a:pt x="30048" y="2285"/>
                    <a:pt x="30076" y="1560"/>
                  </a:cubicBezTo>
                  <a:cubicBezTo>
                    <a:pt x="30131" y="834"/>
                    <a:pt x="29713" y="304"/>
                    <a:pt x="29015" y="109"/>
                  </a:cubicBezTo>
                  <a:cubicBezTo>
                    <a:pt x="28755" y="35"/>
                    <a:pt x="28470" y="22"/>
                    <a:pt x="28176" y="22"/>
                  </a:cubicBezTo>
                  <a:cubicBezTo>
                    <a:pt x="28030" y="22"/>
                    <a:pt x="27881" y="25"/>
                    <a:pt x="27732" y="25"/>
                  </a:cubicBezTo>
                  <a:lnTo>
                    <a:pt x="2539" y="25"/>
                  </a:lnTo>
                  <a:cubicBezTo>
                    <a:pt x="2279" y="25"/>
                    <a:pt x="2018" y="0"/>
                    <a:pt x="17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1"/>
            <p:cNvSpPr/>
            <p:nvPr/>
          </p:nvSpPr>
          <p:spPr>
            <a:xfrm>
              <a:off x="4367625" y="2558625"/>
              <a:ext cx="468700" cy="73300"/>
            </a:xfrm>
            <a:custGeom>
              <a:rect b="b" l="l" r="r" t="t"/>
              <a:pathLst>
                <a:path extrusionOk="0" h="2932" w="18748">
                  <a:moveTo>
                    <a:pt x="1925" y="0"/>
                  </a:moveTo>
                  <a:cubicBezTo>
                    <a:pt x="865" y="0"/>
                    <a:pt x="28" y="251"/>
                    <a:pt x="28" y="1451"/>
                  </a:cubicBezTo>
                  <a:cubicBezTo>
                    <a:pt x="0" y="2651"/>
                    <a:pt x="809" y="2930"/>
                    <a:pt x="1870" y="2930"/>
                  </a:cubicBezTo>
                  <a:lnTo>
                    <a:pt x="16879" y="2930"/>
                  </a:lnTo>
                  <a:cubicBezTo>
                    <a:pt x="16915" y="2931"/>
                    <a:pt x="16951" y="2931"/>
                    <a:pt x="16986" y="2931"/>
                  </a:cubicBezTo>
                  <a:cubicBezTo>
                    <a:pt x="18018" y="2931"/>
                    <a:pt x="18748" y="2529"/>
                    <a:pt x="18721" y="1423"/>
                  </a:cubicBezTo>
                  <a:cubicBezTo>
                    <a:pt x="18693" y="363"/>
                    <a:pt x="17967" y="0"/>
                    <a:pt x="16935" y="0"/>
                  </a:cubicBezTo>
                  <a:cubicBezTo>
                    <a:pt x="14396" y="28"/>
                    <a:pt x="11885" y="28"/>
                    <a:pt x="9347" y="28"/>
                  </a:cubicBezTo>
                  <a:cubicBezTo>
                    <a:pt x="6863" y="28"/>
                    <a:pt x="4408" y="28"/>
                    <a:pt x="19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0" name="Google Shape;530;p31"/>
          <p:cNvSpPr txBox="1"/>
          <p:nvPr/>
        </p:nvSpPr>
        <p:spPr>
          <a:xfrm>
            <a:off x="3915900" y="1637130"/>
            <a:ext cx="4350900" cy="307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{{m2_implementaciones}}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1" name="Google Shape;531;p31"/>
          <p:cNvSpPr/>
          <p:nvPr/>
        </p:nvSpPr>
        <p:spPr>
          <a:xfrm>
            <a:off x="3915900" y="1354876"/>
            <a:ext cx="4350900" cy="304200"/>
          </a:xfrm>
          <a:prstGeom prst="roundRect">
            <a:avLst>
              <a:gd fmla="val 21289" name="adj"/>
            </a:avLst>
          </a:prstGeom>
          <a:solidFill>
            <a:srgbClr val="8FE1D5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4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{{m2_campanias}} </a:t>
            </a:r>
            <a:r>
              <a:rPr b="1" lang="es" sz="124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Campañas</a:t>
            </a:r>
            <a:endParaRPr b="1" sz="124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2" name="Google Shape;532;p31"/>
          <p:cNvSpPr/>
          <p:nvPr/>
        </p:nvSpPr>
        <p:spPr>
          <a:xfrm>
            <a:off x="5544599" y="1046184"/>
            <a:ext cx="1093500" cy="2532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{{m2_envios}} </a:t>
            </a:r>
            <a:r>
              <a:rPr b="1" lang="es" sz="99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envíos</a:t>
            </a:r>
            <a:endParaRPr b="1" sz="11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2"/>
          <p:cNvSpPr/>
          <p:nvPr/>
        </p:nvSpPr>
        <p:spPr>
          <a:xfrm>
            <a:off x="274775" y="100940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8" name="Google Shape;538;p32"/>
          <p:cNvGrpSpPr/>
          <p:nvPr/>
        </p:nvGrpSpPr>
        <p:grpSpPr>
          <a:xfrm>
            <a:off x="376133" y="178615"/>
            <a:ext cx="190480" cy="211556"/>
            <a:chOff x="2169088" y="811743"/>
            <a:chExt cx="3848087" cy="4273857"/>
          </a:xfrm>
        </p:grpSpPr>
        <p:sp>
          <p:nvSpPr>
            <p:cNvPr id="539" name="Google Shape;539;p32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2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1" name="Google Shape;541;p32"/>
          <p:cNvSpPr txBox="1"/>
          <p:nvPr/>
        </p:nvSpPr>
        <p:spPr>
          <a:xfrm>
            <a:off x="740400" y="120007"/>
            <a:ext cx="4334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Caudal semanal de M2</a:t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42" name="Google Shape;542;p32"/>
          <p:cNvSpPr txBox="1"/>
          <p:nvPr/>
        </p:nvSpPr>
        <p:spPr>
          <a:xfrm>
            <a:off x="339825" y="489409"/>
            <a:ext cx="44835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Comunicación Directa | Envío de mails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3" name="Google Shape;543;p32"/>
          <p:cNvSpPr/>
          <p:nvPr/>
        </p:nvSpPr>
        <p:spPr>
          <a:xfrm>
            <a:off x="204750" y="804433"/>
            <a:ext cx="1419300" cy="1767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Proyectos</a:t>
            </a:r>
            <a:endParaRPr b="1" sz="11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4" name="Google Shape;544;p32"/>
          <p:cNvSpPr/>
          <p:nvPr/>
        </p:nvSpPr>
        <p:spPr>
          <a:xfrm>
            <a:off x="204750" y="2390943"/>
            <a:ext cx="1419300" cy="1767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Entregados</a:t>
            </a:r>
            <a:endParaRPr b="1" sz="11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5" name="Google Shape;545;p32"/>
          <p:cNvSpPr/>
          <p:nvPr/>
        </p:nvSpPr>
        <p:spPr>
          <a:xfrm>
            <a:off x="204750" y="4001568"/>
            <a:ext cx="1419300" cy="1767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Implementaciones</a:t>
            </a:r>
            <a:endParaRPr b="1" sz="11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3"/>
          <p:cNvSpPr/>
          <p:nvPr/>
        </p:nvSpPr>
        <p:spPr>
          <a:xfrm>
            <a:off x="0" y="0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3"/>
          <p:cNvSpPr/>
          <p:nvPr/>
        </p:nvSpPr>
        <p:spPr>
          <a:xfrm>
            <a:off x="0" y="0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0" y="0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3"/>
          <p:cNvSpPr txBox="1"/>
          <p:nvPr/>
        </p:nvSpPr>
        <p:spPr>
          <a:xfrm>
            <a:off x="53850" y="1778997"/>
            <a:ext cx="87591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s" sz="3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Campaña destacada</a:t>
            </a:r>
            <a:endParaRPr b="1"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s" sz="3500">
                <a:solidFill>
                  <a:srgbClr val="B0EAFF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i="1" sz="3400">
              <a:solidFill>
                <a:srgbClr val="B0EA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554" name="Google Shape;554;p33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55" name="Google Shape;555;p33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Objetivo de la comunicación y período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1" name="Google Shape;561;p34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2" name="Google Shape;562;p34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563" name="Google Shape;563;p34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4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5" name="Google Shape;565;p34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6" name="Google Shape;566;p34"/>
          <p:cNvSpPr/>
          <p:nvPr/>
        </p:nvSpPr>
        <p:spPr>
          <a:xfrm>
            <a:off x="2299613" y="1307688"/>
            <a:ext cx="46518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Objetivo de la comunicación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7" name="Google Shape;567;p34"/>
          <p:cNvSpPr/>
          <p:nvPr/>
        </p:nvSpPr>
        <p:spPr>
          <a:xfrm>
            <a:off x="2192788" y="1240015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sp>
        <p:nvSpPr>
          <p:cNvPr id="568" name="Google Shape;568;p34"/>
          <p:cNvSpPr/>
          <p:nvPr/>
        </p:nvSpPr>
        <p:spPr>
          <a:xfrm>
            <a:off x="1527300" y="1882895"/>
            <a:ext cx="6089400" cy="1433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2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69" name="Google Shape;569;p34"/>
          <p:cNvGrpSpPr/>
          <p:nvPr/>
        </p:nvGrpSpPr>
        <p:grpSpPr>
          <a:xfrm>
            <a:off x="2348796" y="1380265"/>
            <a:ext cx="190480" cy="211556"/>
            <a:chOff x="2169088" y="811743"/>
            <a:chExt cx="3848087" cy="4273857"/>
          </a:xfrm>
        </p:grpSpPr>
        <p:sp>
          <p:nvSpPr>
            <p:cNvPr id="570" name="Google Shape;570;p34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4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2" name="Google Shape;572;p34"/>
          <p:cNvSpPr/>
          <p:nvPr/>
        </p:nvSpPr>
        <p:spPr>
          <a:xfrm>
            <a:off x="1492800" y="3672250"/>
            <a:ext cx="6158400" cy="3669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Período: </a:t>
            </a:r>
            <a:r>
              <a:rPr b="1" i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{{camp_desde}}</a:t>
            </a:r>
            <a:r>
              <a:rPr b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 al </a:t>
            </a:r>
            <a:r>
              <a:rPr b="1" i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{{camp_hasta}}</a:t>
            </a:r>
            <a:endParaRPr b="1" i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5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Herramientas y audiencias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8" name="Google Shape;578;p35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9" name="Google Shape;579;p35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580" name="Google Shape;580;p35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5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2" name="Google Shape;582;p35"/>
          <p:cNvSpPr txBox="1"/>
          <p:nvPr/>
        </p:nvSpPr>
        <p:spPr>
          <a:xfrm>
            <a:off x="758075" y="533075"/>
            <a:ext cx="2299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3" name="Google Shape;583;p35"/>
          <p:cNvSpPr/>
          <p:nvPr/>
        </p:nvSpPr>
        <p:spPr>
          <a:xfrm>
            <a:off x="330963" y="1388456"/>
            <a:ext cx="1934100" cy="518100"/>
          </a:xfrm>
          <a:prstGeom prst="roundRect">
            <a:avLst>
              <a:gd fmla="val 26355" name="adj"/>
            </a:avLst>
          </a:prstGeom>
          <a:solidFill>
            <a:srgbClr val="12364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31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Herramientas</a:t>
            </a:r>
            <a:endParaRPr b="1" sz="163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4" name="Google Shape;584;p35"/>
          <p:cNvSpPr/>
          <p:nvPr/>
        </p:nvSpPr>
        <p:spPr>
          <a:xfrm>
            <a:off x="2422601" y="1026970"/>
            <a:ext cx="310500" cy="1245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11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5" name="Google Shape;585;p35" title="meta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449" y="1231591"/>
            <a:ext cx="278950" cy="27893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5"/>
          <p:cNvSpPr txBox="1"/>
          <p:nvPr/>
        </p:nvSpPr>
        <p:spPr>
          <a:xfrm>
            <a:off x="3193297" y="1245806"/>
            <a:ext cx="749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7" name="Google Shape;587;p35"/>
          <p:cNvSpPr txBox="1"/>
          <p:nvPr/>
        </p:nvSpPr>
        <p:spPr>
          <a:xfrm>
            <a:off x="5012498" y="1245800"/>
            <a:ext cx="810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8" name="Google Shape;588;p35"/>
          <p:cNvSpPr txBox="1"/>
          <p:nvPr/>
        </p:nvSpPr>
        <p:spPr>
          <a:xfrm>
            <a:off x="3169297" y="1757653"/>
            <a:ext cx="1248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89" name="Google Shape;589;p35"/>
          <p:cNvGrpSpPr/>
          <p:nvPr/>
        </p:nvGrpSpPr>
        <p:grpSpPr>
          <a:xfrm>
            <a:off x="4571998" y="1225550"/>
            <a:ext cx="278967" cy="291012"/>
            <a:chOff x="4996508" y="7413327"/>
            <a:chExt cx="375056" cy="382710"/>
          </a:xfrm>
        </p:grpSpPr>
        <p:sp>
          <p:nvSpPr>
            <p:cNvPr id="590" name="Google Shape;590;p35"/>
            <p:cNvSpPr/>
            <p:nvPr/>
          </p:nvSpPr>
          <p:spPr>
            <a:xfrm>
              <a:off x="4996508" y="7520486"/>
              <a:ext cx="84196" cy="168392"/>
            </a:xfrm>
            <a:custGeom>
              <a:rect b="b" l="l" r="r" t="t"/>
              <a:pathLst>
                <a:path extrusionOk="0" h="286" w="142">
                  <a:moveTo>
                    <a:pt x="133" y="143"/>
                  </a:moveTo>
                  <a:cubicBezTo>
                    <a:pt x="133" y="122"/>
                    <a:pt x="136" y="102"/>
                    <a:pt x="142" y="83"/>
                  </a:cubicBezTo>
                  <a:lnTo>
                    <a:pt x="33" y="0"/>
                  </a:lnTo>
                  <a:cubicBezTo>
                    <a:pt x="12" y="43"/>
                    <a:pt x="0" y="91"/>
                    <a:pt x="0" y="143"/>
                  </a:cubicBezTo>
                  <a:cubicBezTo>
                    <a:pt x="0" y="194"/>
                    <a:pt x="12" y="243"/>
                    <a:pt x="33" y="286"/>
                  </a:cubicBezTo>
                  <a:lnTo>
                    <a:pt x="142" y="203"/>
                  </a:lnTo>
                  <a:cubicBezTo>
                    <a:pt x="136" y="184"/>
                    <a:pt x="133" y="164"/>
                    <a:pt x="133" y="14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35"/>
            <p:cNvSpPr/>
            <p:nvPr/>
          </p:nvSpPr>
          <p:spPr>
            <a:xfrm>
              <a:off x="5015644" y="7413327"/>
              <a:ext cx="302338" cy="156910"/>
            </a:xfrm>
            <a:custGeom>
              <a:rect b="b" l="l" r="r" t="t"/>
              <a:pathLst>
                <a:path extrusionOk="0" h="264" w="505">
                  <a:moveTo>
                    <a:pt x="291" y="133"/>
                  </a:moveTo>
                  <a:cubicBezTo>
                    <a:pt x="337" y="133"/>
                    <a:pt x="378" y="149"/>
                    <a:pt x="410" y="175"/>
                  </a:cubicBezTo>
                  <a:lnTo>
                    <a:pt x="505" y="81"/>
                  </a:lnTo>
                  <a:cubicBezTo>
                    <a:pt x="447" y="31"/>
                    <a:pt x="374" y="0"/>
                    <a:pt x="291" y="0"/>
                  </a:cubicBezTo>
                  <a:cubicBezTo>
                    <a:pt x="163" y="0"/>
                    <a:pt x="53" y="74"/>
                    <a:pt x="0" y="181"/>
                  </a:cubicBezTo>
                  <a:lnTo>
                    <a:pt x="109" y="264"/>
                  </a:lnTo>
                  <a:cubicBezTo>
                    <a:pt x="135" y="188"/>
                    <a:pt x="206" y="133"/>
                    <a:pt x="291" y="133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35"/>
            <p:cNvSpPr/>
            <p:nvPr/>
          </p:nvSpPr>
          <p:spPr>
            <a:xfrm>
              <a:off x="5015644" y="7642953"/>
              <a:ext cx="298513" cy="153084"/>
            </a:xfrm>
            <a:custGeom>
              <a:rect b="b" l="l" r="r" t="t"/>
              <a:pathLst>
                <a:path extrusionOk="0" h="263" w="502">
                  <a:moveTo>
                    <a:pt x="291" y="131"/>
                  </a:moveTo>
                  <a:cubicBezTo>
                    <a:pt x="206" y="131"/>
                    <a:pt x="135" y="76"/>
                    <a:pt x="109" y="0"/>
                  </a:cubicBezTo>
                  <a:lnTo>
                    <a:pt x="0" y="83"/>
                  </a:lnTo>
                  <a:cubicBezTo>
                    <a:pt x="53" y="190"/>
                    <a:pt x="163" y="263"/>
                    <a:pt x="291" y="263"/>
                  </a:cubicBezTo>
                  <a:cubicBezTo>
                    <a:pt x="370" y="263"/>
                    <a:pt x="446" y="235"/>
                    <a:pt x="502" y="183"/>
                  </a:cubicBezTo>
                  <a:lnTo>
                    <a:pt x="399" y="103"/>
                  </a:lnTo>
                  <a:cubicBezTo>
                    <a:pt x="369" y="121"/>
                    <a:pt x="333" y="131"/>
                    <a:pt x="291" y="13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35"/>
            <p:cNvSpPr/>
            <p:nvPr/>
          </p:nvSpPr>
          <p:spPr>
            <a:xfrm>
              <a:off x="5187863" y="7570237"/>
              <a:ext cx="183701" cy="179873"/>
            </a:xfrm>
            <a:custGeom>
              <a:rect b="b" l="l" r="r" t="t"/>
              <a:pathLst>
                <a:path extrusionOk="0" h="302" w="309">
                  <a:moveTo>
                    <a:pt x="309" y="59"/>
                  </a:moveTo>
                  <a:cubicBezTo>
                    <a:pt x="309" y="40"/>
                    <a:pt x="306" y="19"/>
                    <a:pt x="302" y="0"/>
                  </a:cubicBezTo>
                  <a:lnTo>
                    <a:pt x="0" y="0"/>
                  </a:lnTo>
                  <a:lnTo>
                    <a:pt x="0" y="125"/>
                  </a:lnTo>
                  <a:lnTo>
                    <a:pt x="174" y="125"/>
                  </a:lnTo>
                  <a:cubicBezTo>
                    <a:pt x="165" y="168"/>
                    <a:pt x="141" y="200"/>
                    <a:pt x="108" y="222"/>
                  </a:cubicBezTo>
                  <a:lnTo>
                    <a:pt x="211" y="302"/>
                  </a:lnTo>
                  <a:cubicBezTo>
                    <a:pt x="271" y="247"/>
                    <a:pt x="309" y="164"/>
                    <a:pt x="309" y="59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94" name="Google Shape;594;p35" title="ima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3590" y="1738578"/>
            <a:ext cx="288650" cy="28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5" title="correo-electronic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5825" y="1738578"/>
            <a:ext cx="288650" cy="2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35"/>
          <p:cNvSpPr txBox="1"/>
          <p:nvPr/>
        </p:nvSpPr>
        <p:spPr>
          <a:xfrm>
            <a:off x="6645704" y="1757659"/>
            <a:ext cx="63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7" name="Google Shape;597;p35"/>
          <p:cNvSpPr/>
          <p:nvPr/>
        </p:nvSpPr>
        <p:spPr>
          <a:xfrm>
            <a:off x="604900" y="3292475"/>
            <a:ext cx="3799800" cy="1614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{{camp_formato1}}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{{camp_formato2}}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{{camp_formato3}}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8" name="Google Shape;598;p35"/>
          <p:cNvSpPr/>
          <p:nvPr/>
        </p:nvSpPr>
        <p:spPr>
          <a:xfrm>
            <a:off x="4879500" y="3274975"/>
            <a:ext cx="4035300" cy="1631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{{camp_audiencia1}}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{{camp_audiencia2}}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{{camp_audiencia3}}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i="1"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9" name="Google Shape;599;p35"/>
          <p:cNvSpPr/>
          <p:nvPr/>
        </p:nvSpPr>
        <p:spPr>
          <a:xfrm>
            <a:off x="691125" y="2628650"/>
            <a:ext cx="37137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Audiencias 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0" name="Google Shape;600;p35"/>
          <p:cNvSpPr/>
          <p:nvPr/>
        </p:nvSpPr>
        <p:spPr>
          <a:xfrm>
            <a:off x="584300" y="2571748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grpSp>
        <p:nvGrpSpPr>
          <p:cNvPr id="601" name="Google Shape;601;p35"/>
          <p:cNvGrpSpPr/>
          <p:nvPr/>
        </p:nvGrpSpPr>
        <p:grpSpPr>
          <a:xfrm>
            <a:off x="691229" y="2682403"/>
            <a:ext cx="288646" cy="281188"/>
            <a:chOff x="6770753" y="5638135"/>
            <a:chExt cx="1312028" cy="1278128"/>
          </a:xfrm>
        </p:grpSpPr>
        <p:sp>
          <p:nvSpPr>
            <p:cNvPr id="602" name="Google Shape;602;p35"/>
            <p:cNvSpPr/>
            <p:nvPr/>
          </p:nvSpPr>
          <p:spPr>
            <a:xfrm>
              <a:off x="6770753" y="5638135"/>
              <a:ext cx="1312028" cy="1278108"/>
            </a:xfrm>
            <a:custGeom>
              <a:rect b="b" l="l" r="r" t="t"/>
              <a:pathLst>
                <a:path extrusionOk="0" h="40620" w="41698">
                  <a:moveTo>
                    <a:pt x="23701" y="2704"/>
                  </a:moveTo>
                  <a:cubicBezTo>
                    <a:pt x="25158" y="2704"/>
                    <a:pt x="26421" y="3968"/>
                    <a:pt x="26402" y="5427"/>
                  </a:cubicBezTo>
                  <a:cubicBezTo>
                    <a:pt x="26390" y="6906"/>
                    <a:pt x="25165" y="8112"/>
                    <a:pt x="23692" y="8112"/>
                  </a:cubicBezTo>
                  <a:cubicBezTo>
                    <a:pt x="22201" y="8106"/>
                    <a:pt x="21001" y="6906"/>
                    <a:pt x="20995" y="5421"/>
                  </a:cubicBezTo>
                  <a:cubicBezTo>
                    <a:pt x="20989" y="3949"/>
                    <a:pt x="22195" y="2724"/>
                    <a:pt x="23680" y="2705"/>
                  </a:cubicBezTo>
                  <a:cubicBezTo>
                    <a:pt x="23687" y="2705"/>
                    <a:pt x="23694" y="2704"/>
                    <a:pt x="23701" y="2704"/>
                  </a:cubicBezTo>
                  <a:close/>
                  <a:moveTo>
                    <a:pt x="7440" y="11507"/>
                  </a:moveTo>
                  <a:cubicBezTo>
                    <a:pt x="7444" y="11507"/>
                    <a:pt x="7448" y="11507"/>
                    <a:pt x="7451" y="11507"/>
                  </a:cubicBezTo>
                  <a:cubicBezTo>
                    <a:pt x="8924" y="11514"/>
                    <a:pt x="10155" y="12745"/>
                    <a:pt x="10149" y="14224"/>
                  </a:cubicBezTo>
                  <a:cubicBezTo>
                    <a:pt x="10149" y="15699"/>
                    <a:pt x="8930" y="16908"/>
                    <a:pt x="7450" y="16908"/>
                  </a:cubicBezTo>
                  <a:cubicBezTo>
                    <a:pt x="7446" y="16908"/>
                    <a:pt x="7442" y="16908"/>
                    <a:pt x="7439" y="16908"/>
                  </a:cubicBezTo>
                  <a:cubicBezTo>
                    <a:pt x="5947" y="16908"/>
                    <a:pt x="4748" y="15702"/>
                    <a:pt x="4748" y="14211"/>
                  </a:cubicBezTo>
                  <a:cubicBezTo>
                    <a:pt x="4754" y="12730"/>
                    <a:pt x="5973" y="11507"/>
                    <a:pt x="7440" y="11507"/>
                  </a:cubicBezTo>
                  <a:close/>
                  <a:moveTo>
                    <a:pt x="32498" y="20310"/>
                  </a:moveTo>
                  <a:cubicBezTo>
                    <a:pt x="33967" y="20310"/>
                    <a:pt x="35218" y="21561"/>
                    <a:pt x="35205" y="23026"/>
                  </a:cubicBezTo>
                  <a:cubicBezTo>
                    <a:pt x="35186" y="24505"/>
                    <a:pt x="33967" y="25711"/>
                    <a:pt x="32495" y="25711"/>
                  </a:cubicBezTo>
                  <a:cubicBezTo>
                    <a:pt x="31010" y="25711"/>
                    <a:pt x="29804" y="24511"/>
                    <a:pt x="29798" y="23026"/>
                  </a:cubicBezTo>
                  <a:cubicBezTo>
                    <a:pt x="29785" y="21548"/>
                    <a:pt x="30997" y="20323"/>
                    <a:pt x="32476" y="20310"/>
                  </a:cubicBezTo>
                  <a:cubicBezTo>
                    <a:pt x="32483" y="20310"/>
                    <a:pt x="32491" y="20310"/>
                    <a:pt x="32498" y="20310"/>
                  </a:cubicBezTo>
                  <a:close/>
                  <a:moveTo>
                    <a:pt x="16277" y="28433"/>
                  </a:moveTo>
                  <a:cubicBezTo>
                    <a:pt x="17720" y="28433"/>
                    <a:pt x="18958" y="29677"/>
                    <a:pt x="18951" y="31144"/>
                  </a:cubicBezTo>
                  <a:cubicBezTo>
                    <a:pt x="18951" y="32610"/>
                    <a:pt x="17726" y="33835"/>
                    <a:pt x="16254" y="33847"/>
                  </a:cubicBezTo>
                  <a:cubicBezTo>
                    <a:pt x="16250" y="33847"/>
                    <a:pt x="16246" y="33847"/>
                    <a:pt x="16243" y="33847"/>
                  </a:cubicBezTo>
                  <a:cubicBezTo>
                    <a:pt x="14775" y="33847"/>
                    <a:pt x="13563" y="32638"/>
                    <a:pt x="13550" y="31156"/>
                  </a:cubicBezTo>
                  <a:cubicBezTo>
                    <a:pt x="13538" y="29671"/>
                    <a:pt x="14725" y="28465"/>
                    <a:pt x="16222" y="28434"/>
                  </a:cubicBezTo>
                  <a:cubicBezTo>
                    <a:pt x="16240" y="28433"/>
                    <a:pt x="16259" y="28433"/>
                    <a:pt x="16277" y="28433"/>
                  </a:cubicBezTo>
                  <a:close/>
                  <a:moveTo>
                    <a:pt x="7058" y="1"/>
                  </a:moveTo>
                  <a:cubicBezTo>
                    <a:pt x="6226" y="217"/>
                    <a:pt x="5522" y="610"/>
                    <a:pt x="5090" y="1397"/>
                  </a:cubicBezTo>
                  <a:cubicBezTo>
                    <a:pt x="4310" y="2825"/>
                    <a:pt x="4913" y="4583"/>
                    <a:pt x="6430" y="5186"/>
                  </a:cubicBezTo>
                  <a:cubicBezTo>
                    <a:pt x="6709" y="5300"/>
                    <a:pt x="6772" y="5440"/>
                    <a:pt x="6766" y="5707"/>
                  </a:cubicBezTo>
                  <a:cubicBezTo>
                    <a:pt x="6753" y="6735"/>
                    <a:pt x="6766" y="7769"/>
                    <a:pt x="6766" y="8785"/>
                  </a:cubicBezTo>
                  <a:cubicBezTo>
                    <a:pt x="6195" y="8924"/>
                    <a:pt x="5643" y="9007"/>
                    <a:pt x="5122" y="9191"/>
                  </a:cubicBezTo>
                  <a:cubicBezTo>
                    <a:pt x="2260" y="10219"/>
                    <a:pt x="578" y="12250"/>
                    <a:pt x="77" y="15252"/>
                  </a:cubicBezTo>
                  <a:cubicBezTo>
                    <a:pt x="64" y="15328"/>
                    <a:pt x="26" y="15398"/>
                    <a:pt x="0" y="15468"/>
                  </a:cubicBezTo>
                  <a:lnTo>
                    <a:pt x="0" y="16819"/>
                  </a:lnTo>
                  <a:cubicBezTo>
                    <a:pt x="159" y="17479"/>
                    <a:pt x="254" y="18165"/>
                    <a:pt x="483" y="18806"/>
                  </a:cubicBezTo>
                  <a:cubicBezTo>
                    <a:pt x="1010" y="20323"/>
                    <a:pt x="1981" y="21516"/>
                    <a:pt x="3358" y="22449"/>
                  </a:cubicBezTo>
                  <a:cubicBezTo>
                    <a:pt x="3370" y="22309"/>
                    <a:pt x="3389" y="22208"/>
                    <a:pt x="3389" y="22112"/>
                  </a:cubicBezTo>
                  <a:cubicBezTo>
                    <a:pt x="3396" y="21490"/>
                    <a:pt x="3377" y="20869"/>
                    <a:pt x="3402" y="20247"/>
                  </a:cubicBezTo>
                  <a:cubicBezTo>
                    <a:pt x="3440" y="19225"/>
                    <a:pt x="4196" y="18368"/>
                    <a:pt x="5205" y="18324"/>
                  </a:cubicBezTo>
                  <a:cubicBezTo>
                    <a:pt x="5950" y="18295"/>
                    <a:pt x="6698" y="18281"/>
                    <a:pt x="7445" y="18281"/>
                  </a:cubicBezTo>
                  <a:cubicBezTo>
                    <a:pt x="8192" y="18281"/>
                    <a:pt x="8940" y="18295"/>
                    <a:pt x="9685" y="18324"/>
                  </a:cubicBezTo>
                  <a:cubicBezTo>
                    <a:pt x="10713" y="18368"/>
                    <a:pt x="11469" y="19250"/>
                    <a:pt x="11500" y="20285"/>
                  </a:cubicBezTo>
                  <a:cubicBezTo>
                    <a:pt x="11519" y="20983"/>
                    <a:pt x="11500" y="21687"/>
                    <a:pt x="11500" y="22474"/>
                  </a:cubicBezTo>
                  <a:cubicBezTo>
                    <a:pt x="13297" y="21256"/>
                    <a:pt x="14331" y="19631"/>
                    <a:pt x="14769" y="17537"/>
                  </a:cubicBezTo>
                  <a:cubicBezTo>
                    <a:pt x="15258" y="17917"/>
                    <a:pt x="15715" y="18273"/>
                    <a:pt x="16165" y="18628"/>
                  </a:cubicBezTo>
                  <a:cubicBezTo>
                    <a:pt x="16635" y="18990"/>
                    <a:pt x="17098" y="19371"/>
                    <a:pt x="17581" y="19720"/>
                  </a:cubicBezTo>
                  <a:cubicBezTo>
                    <a:pt x="17771" y="19859"/>
                    <a:pt x="17803" y="19993"/>
                    <a:pt x="17733" y="20215"/>
                  </a:cubicBezTo>
                  <a:cubicBezTo>
                    <a:pt x="17403" y="21300"/>
                    <a:pt x="17752" y="22385"/>
                    <a:pt x="18634" y="23096"/>
                  </a:cubicBezTo>
                  <a:cubicBezTo>
                    <a:pt x="19112" y="23482"/>
                    <a:pt x="19709" y="23681"/>
                    <a:pt x="20309" y="23681"/>
                  </a:cubicBezTo>
                  <a:cubicBezTo>
                    <a:pt x="20744" y="23681"/>
                    <a:pt x="21180" y="23576"/>
                    <a:pt x="21573" y="23363"/>
                  </a:cubicBezTo>
                  <a:cubicBezTo>
                    <a:pt x="22556" y="22836"/>
                    <a:pt x="23102" y="21808"/>
                    <a:pt x="22994" y="20697"/>
                  </a:cubicBezTo>
                  <a:cubicBezTo>
                    <a:pt x="22849" y="19264"/>
                    <a:pt x="21618" y="18291"/>
                    <a:pt x="20309" y="18291"/>
                  </a:cubicBezTo>
                  <a:cubicBezTo>
                    <a:pt x="19849" y="18291"/>
                    <a:pt x="19380" y="18410"/>
                    <a:pt x="18945" y="18673"/>
                  </a:cubicBezTo>
                  <a:cubicBezTo>
                    <a:pt x="18839" y="18740"/>
                    <a:pt x="18753" y="18771"/>
                    <a:pt x="18674" y="18771"/>
                  </a:cubicBezTo>
                  <a:cubicBezTo>
                    <a:pt x="18573" y="18771"/>
                    <a:pt x="18481" y="18720"/>
                    <a:pt x="18367" y="18628"/>
                  </a:cubicBezTo>
                  <a:cubicBezTo>
                    <a:pt x="17289" y="17778"/>
                    <a:pt x="16197" y="16940"/>
                    <a:pt x="15124" y="16090"/>
                  </a:cubicBezTo>
                  <a:cubicBezTo>
                    <a:pt x="14991" y="15982"/>
                    <a:pt x="14871" y="15798"/>
                    <a:pt x="14858" y="15645"/>
                  </a:cubicBezTo>
                  <a:cubicBezTo>
                    <a:pt x="14731" y="14167"/>
                    <a:pt x="14217" y="12846"/>
                    <a:pt x="13316" y="11679"/>
                  </a:cubicBezTo>
                  <a:cubicBezTo>
                    <a:pt x="13284" y="11634"/>
                    <a:pt x="13258" y="11590"/>
                    <a:pt x="13189" y="11476"/>
                  </a:cubicBezTo>
                  <a:cubicBezTo>
                    <a:pt x="13252" y="11437"/>
                    <a:pt x="13328" y="11412"/>
                    <a:pt x="13392" y="11361"/>
                  </a:cubicBezTo>
                  <a:cubicBezTo>
                    <a:pt x="14363" y="10530"/>
                    <a:pt x="15340" y="9699"/>
                    <a:pt x="16368" y="8816"/>
                  </a:cubicBezTo>
                  <a:cubicBezTo>
                    <a:pt x="16819" y="10854"/>
                    <a:pt x="17847" y="12447"/>
                    <a:pt x="19605" y="13652"/>
                  </a:cubicBezTo>
                  <a:cubicBezTo>
                    <a:pt x="19611" y="13462"/>
                    <a:pt x="19624" y="13329"/>
                    <a:pt x="19630" y="13195"/>
                  </a:cubicBezTo>
                  <a:cubicBezTo>
                    <a:pt x="19643" y="12561"/>
                    <a:pt x="19618" y="11926"/>
                    <a:pt x="19669" y="11292"/>
                  </a:cubicBezTo>
                  <a:cubicBezTo>
                    <a:pt x="19738" y="10378"/>
                    <a:pt x="20500" y="9559"/>
                    <a:pt x="21414" y="9527"/>
                  </a:cubicBezTo>
                  <a:cubicBezTo>
                    <a:pt x="22195" y="9501"/>
                    <a:pt x="22977" y="9487"/>
                    <a:pt x="23759" y="9487"/>
                  </a:cubicBezTo>
                  <a:cubicBezTo>
                    <a:pt x="24497" y="9487"/>
                    <a:pt x="25235" y="9499"/>
                    <a:pt x="25971" y="9527"/>
                  </a:cubicBezTo>
                  <a:cubicBezTo>
                    <a:pt x="26961" y="9565"/>
                    <a:pt x="27703" y="10466"/>
                    <a:pt x="27754" y="11526"/>
                  </a:cubicBezTo>
                  <a:cubicBezTo>
                    <a:pt x="27767" y="11748"/>
                    <a:pt x="27748" y="11977"/>
                    <a:pt x="27767" y="12199"/>
                  </a:cubicBezTo>
                  <a:cubicBezTo>
                    <a:pt x="27773" y="12326"/>
                    <a:pt x="27799" y="12466"/>
                    <a:pt x="27862" y="12574"/>
                  </a:cubicBezTo>
                  <a:cubicBezTo>
                    <a:pt x="28630" y="13938"/>
                    <a:pt x="29411" y="15296"/>
                    <a:pt x="30185" y="16661"/>
                  </a:cubicBezTo>
                  <a:cubicBezTo>
                    <a:pt x="30388" y="17022"/>
                    <a:pt x="30578" y="17397"/>
                    <a:pt x="30731" y="17689"/>
                  </a:cubicBezTo>
                  <a:cubicBezTo>
                    <a:pt x="29887" y="18114"/>
                    <a:pt x="29011" y="18450"/>
                    <a:pt x="28262" y="18958"/>
                  </a:cubicBezTo>
                  <a:cubicBezTo>
                    <a:pt x="25590" y="20767"/>
                    <a:pt x="24460" y="24029"/>
                    <a:pt x="25374" y="27120"/>
                  </a:cubicBezTo>
                  <a:cubicBezTo>
                    <a:pt x="25438" y="27355"/>
                    <a:pt x="25419" y="27494"/>
                    <a:pt x="25203" y="27647"/>
                  </a:cubicBezTo>
                  <a:cubicBezTo>
                    <a:pt x="24378" y="28243"/>
                    <a:pt x="23572" y="28859"/>
                    <a:pt x="22740" y="29481"/>
                  </a:cubicBezTo>
                  <a:cubicBezTo>
                    <a:pt x="22455" y="29100"/>
                    <a:pt x="22207" y="28719"/>
                    <a:pt x="21909" y="28377"/>
                  </a:cubicBezTo>
                  <a:cubicBezTo>
                    <a:pt x="20358" y="26592"/>
                    <a:pt x="18281" y="25728"/>
                    <a:pt x="16226" y="25728"/>
                  </a:cubicBezTo>
                  <a:cubicBezTo>
                    <a:pt x="13663" y="25728"/>
                    <a:pt x="11134" y="27071"/>
                    <a:pt x="9704" y="29646"/>
                  </a:cubicBezTo>
                  <a:cubicBezTo>
                    <a:pt x="9266" y="30426"/>
                    <a:pt x="8987" y="31264"/>
                    <a:pt x="8892" y="32153"/>
                  </a:cubicBezTo>
                  <a:cubicBezTo>
                    <a:pt x="8861" y="32411"/>
                    <a:pt x="8771" y="32502"/>
                    <a:pt x="8524" y="32502"/>
                  </a:cubicBezTo>
                  <a:cubicBezTo>
                    <a:pt x="8516" y="32502"/>
                    <a:pt x="8507" y="32502"/>
                    <a:pt x="8499" y="32502"/>
                  </a:cubicBezTo>
                  <a:cubicBezTo>
                    <a:pt x="8212" y="32498"/>
                    <a:pt x="7925" y="32497"/>
                    <a:pt x="7639" y="32497"/>
                  </a:cubicBezTo>
                  <a:cubicBezTo>
                    <a:pt x="7335" y="32497"/>
                    <a:pt x="7031" y="32498"/>
                    <a:pt x="6727" y="32498"/>
                  </a:cubicBezTo>
                  <a:cubicBezTo>
                    <a:pt x="6353" y="32498"/>
                    <a:pt x="5979" y="32497"/>
                    <a:pt x="5604" y="32489"/>
                  </a:cubicBezTo>
                  <a:cubicBezTo>
                    <a:pt x="5484" y="32489"/>
                    <a:pt x="5293" y="32381"/>
                    <a:pt x="5255" y="32280"/>
                  </a:cubicBezTo>
                  <a:cubicBezTo>
                    <a:pt x="4865" y="31156"/>
                    <a:pt x="3781" y="30471"/>
                    <a:pt x="2724" y="30471"/>
                  </a:cubicBezTo>
                  <a:cubicBezTo>
                    <a:pt x="2664" y="30471"/>
                    <a:pt x="2605" y="30473"/>
                    <a:pt x="2545" y="30477"/>
                  </a:cubicBezTo>
                  <a:cubicBezTo>
                    <a:pt x="1314" y="30566"/>
                    <a:pt x="432" y="31334"/>
                    <a:pt x="64" y="32622"/>
                  </a:cubicBezTo>
                  <a:cubicBezTo>
                    <a:pt x="51" y="32673"/>
                    <a:pt x="19" y="32718"/>
                    <a:pt x="0" y="32762"/>
                  </a:cubicBezTo>
                  <a:lnTo>
                    <a:pt x="0" y="33555"/>
                  </a:lnTo>
                  <a:cubicBezTo>
                    <a:pt x="216" y="34393"/>
                    <a:pt x="616" y="35098"/>
                    <a:pt x="1403" y="35529"/>
                  </a:cubicBezTo>
                  <a:cubicBezTo>
                    <a:pt x="1824" y="35760"/>
                    <a:pt x="2275" y="35870"/>
                    <a:pt x="2716" y="35870"/>
                  </a:cubicBezTo>
                  <a:cubicBezTo>
                    <a:pt x="3765" y="35870"/>
                    <a:pt x="4763" y="35253"/>
                    <a:pt x="5192" y="34190"/>
                  </a:cubicBezTo>
                  <a:cubicBezTo>
                    <a:pt x="5300" y="33911"/>
                    <a:pt x="5439" y="33847"/>
                    <a:pt x="5706" y="33847"/>
                  </a:cubicBezTo>
                  <a:cubicBezTo>
                    <a:pt x="6214" y="33854"/>
                    <a:pt x="6723" y="33859"/>
                    <a:pt x="7231" y="33859"/>
                  </a:cubicBezTo>
                  <a:cubicBezTo>
                    <a:pt x="7649" y="33859"/>
                    <a:pt x="8068" y="33856"/>
                    <a:pt x="8486" y="33847"/>
                  </a:cubicBezTo>
                  <a:cubicBezTo>
                    <a:pt x="8496" y="33847"/>
                    <a:pt x="8506" y="33847"/>
                    <a:pt x="8516" y="33847"/>
                  </a:cubicBezTo>
                  <a:cubicBezTo>
                    <a:pt x="8772" y="33847"/>
                    <a:pt x="8862" y="33928"/>
                    <a:pt x="8905" y="34215"/>
                  </a:cubicBezTo>
                  <a:cubicBezTo>
                    <a:pt x="9209" y="36272"/>
                    <a:pt x="10199" y="37928"/>
                    <a:pt x="11869" y="39172"/>
                  </a:cubicBezTo>
                  <a:cubicBezTo>
                    <a:pt x="11951" y="39236"/>
                    <a:pt x="12040" y="39280"/>
                    <a:pt x="12192" y="39375"/>
                  </a:cubicBezTo>
                  <a:cubicBezTo>
                    <a:pt x="12192" y="38658"/>
                    <a:pt x="12180" y="38004"/>
                    <a:pt x="12192" y="37351"/>
                  </a:cubicBezTo>
                  <a:cubicBezTo>
                    <a:pt x="12211" y="36278"/>
                    <a:pt x="12808" y="35510"/>
                    <a:pt x="13798" y="35269"/>
                  </a:cubicBezTo>
                  <a:cubicBezTo>
                    <a:pt x="14014" y="35218"/>
                    <a:pt x="14242" y="35212"/>
                    <a:pt x="14464" y="35212"/>
                  </a:cubicBezTo>
                  <a:cubicBezTo>
                    <a:pt x="15061" y="35209"/>
                    <a:pt x="15656" y="35207"/>
                    <a:pt x="16251" y="35207"/>
                  </a:cubicBezTo>
                  <a:cubicBezTo>
                    <a:pt x="16846" y="35207"/>
                    <a:pt x="17441" y="35209"/>
                    <a:pt x="18037" y="35212"/>
                  </a:cubicBezTo>
                  <a:cubicBezTo>
                    <a:pt x="19484" y="35218"/>
                    <a:pt x="20310" y="36056"/>
                    <a:pt x="20310" y="37509"/>
                  </a:cubicBezTo>
                  <a:cubicBezTo>
                    <a:pt x="20310" y="38112"/>
                    <a:pt x="20310" y="38715"/>
                    <a:pt x="20310" y="39382"/>
                  </a:cubicBezTo>
                  <a:cubicBezTo>
                    <a:pt x="21173" y="38842"/>
                    <a:pt x="21858" y="38201"/>
                    <a:pt x="22347" y="37395"/>
                  </a:cubicBezTo>
                  <a:cubicBezTo>
                    <a:pt x="22823" y="36602"/>
                    <a:pt x="23191" y="35739"/>
                    <a:pt x="23616" y="34888"/>
                  </a:cubicBezTo>
                  <a:cubicBezTo>
                    <a:pt x="24993" y="35555"/>
                    <a:pt x="26453" y="36259"/>
                    <a:pt x="27925" y="36970"/>
                  </a:cubicBezTo>
                  <a:cubicBezTo>
                    <a:pt x="27602" y="38004"/>
                    <a:pt x="27767" y="38918"/>
                    <a:pt x="28471" y="39724"/>
                  </a:cubicBezTo>
                  <a:cubicBezTo>
                    <a:pt x="28897" y="40219"/>
                    <a:pt x="29468" y="40441"/>
                    <a:pt x="30064" y="40619"/>
                  </a:cubicBezTo>
                  <a:lnTo>
                    <a:pt x="30858" y="40619"/>
                  </a:lnTo>
                  <a:cubicBezTo>
                    <a:pt x="31721" y="40391"/>
                    <a:pt x="32438" y="39972"/>
                    <a:pt x="32863" y="39140"/>
                  </a:cubicBezTo>
                  <a:cubicBezTo>
                    <a:pt x="33409" y="38080"/>
                    <a:pt x="33187" y="36735"/>
                    <a:pt x="32311" y="35942"/>
                  </a:cubicBezTo>
                  <a:cubicBezTo>
                    <a:pt x="31779" y="35460"/>
                    <a:pt x="31120" y="35210"/>
                    <a:pt x="30465" y="35210"/>
                  </a:cubicBezTo>
                  <a:cubicBezTo>
                    <a:pt x="29963" y="35210"/>
                    <a:pt x="29464" y="35356"/>
                    <a:pt x="29023" y="35656"/>
                  </a:cubicBezTo>
                  <a:cubicBezTo>
                    <a:pt x="28895" y="35740"/>
                    <a:pt x="28787" y="35779"/>
                    <a:pt x="28676" y="35779"/>
                  </a:cubicBezTo>
                  <a:cubicBezTo>
                    <a:pt x="28585" y="35779"/>
                    <a:pt x="28492" y="35752"/>
                    <a:pt x="28382" y="35701"/>
                  </a:cubicBezTo>
                  <a:cubicBezTo>
                    <a:pt x="26929" y="34983"/>
                    <a:pt x="25469" y="34273"/>
                    <a:pt x="24003" y="33574"/>
                  </a:cubicBezTo>
                  <a:cubicBezTo>
                    <a:pt x="23781" y="33473"/>
                    <a:pt x="23711" y="33359"/>
                    <a:pt x="23686" y="33111"/>
                  </a:cubicBezTo>
                  <a:cubicBezTo>
                    <a:pt x="23610" y="32413"/>
                    <a:pt x="23470" y="31728"/>
                    <a:pt x="23381" y="31036"/>
                  </a:cubicBezTo>
                  <a:cubicBezTo>
                    <a:pt x="23362" y="30902"/>
                    <a:pt x="23413" y="30693"/>
                    <a:pt x="23508" y="30617"/>
                  </a:cubicBezTo>
                  <a:cubicBezTo>
                    <a:pt x="24321" y="29982"/>
                    <a:pt x="25152" y="29373"/>
                    <a:pt x="26015" y="28726"/>
                  </a:cubicBezTo>
                  <a:cubicBezTo>
                    <a:pt x="26643" y="29703"/>
                    <a:pt x="27367" y="30579"/>
                    <a:pt x="28389" y="31233"/>
                  </a:cubicBezTo>
                  <a:cubicBezTo>
                    <a:pt x="28408" y="31099"/>
                    <a:pt x="28427" y="30998"/>
                    <a:pt x="28427" y="30902"/>
                  </a:cubicBezTo>
                  <a:cubicBezTo>
                    <a:pt x="28433" y="30350"/>
                    <a:pt x="28421" y="29792"/>
                    <a:pt x="28433" y="29240"/>
                  </a:cubicBezTo>
                  <a:cubicBezTo>
                    <a:pt x="28465" y="28015"/>
                    <a:pt x="29176" y="27177"/>
                    <a:pt x="30388" y="27107"/>
                  </a:cubicBezTo>
                  <a:cubicBezTo>
                    <a:pt x="31101" y="27072"/>
                    <a:pt x="31818" y="27052"/>
                    <a:pt x="32534" y="27052"/>
                  </a:cubicBezTo>
                  <a:cubicBezTo>
                    <a:pt x="33220" y="27052"/>
                    <a:pt x="33906" y="27070"/>
                    <a:pt x="34589" y="27107"/>
                  </a:cubicBezTo>
                  <a:cubicBezTo>
                    <a:pt x="35833" y="27171"/>
                    <a:pt x="36551" y="28040"/>
                    <a:pt x="36563" y="29297"/>
                  </a:cubicBezTo>
                  <a:cubicBezTo>
                    <a:pt x="36570" y="29925"/>
                    <a:pt x="36563" y="30560"/>
                    <a:pt x="36563" y="31245"/>
                  </a:cubicBezTo>
                  <a:cubicBezTo>
                    <a:pt x="37395" y="30737"/>
                    <a:pt x="38023" y="30103"/>
                    <a:pt x="38543" y="29373"/>
                  </a:cubicBezTo>
                  <a:cubicBezTo>
                    <a:pt x="41698" y="24911"/>
                    <a:pt x="39210" y="18749"/>
                    <a:pt x="33853" y="17740"/>
                  </a:cubicBezTo>
                  <a:cubicBezTo>
                    <a:pt x="33403" y="17657"/>
                    <a:pt x="32933" y="17663"/>
                    <a:pt x="32476" y="17600"/>
                  </a:cubicBezTo>
                  <a:cubicBezTo>
                    <a:pt x="32349" y="17581"/>
                    <a:pt x="32178" y="17498"/>
                    <a:pt x="32121" y="17391"/>
                  </a:cubicBezTo>
                  <a:cubicBezTo>
                    <a:pt x="31226" y="15760"/>
                    <a:pt x="30344" y="14116"/>
                    <a:pt x="29474" y="12472"/>
                  </a:cubicBezTo>
                  <a:cubicBezTo>
                    <a:pt x="29423" y="12377"/>
                    <a:pt x="29442" y="12186"/>
                    <a:pt x="29506" y="12098"/>
                  </a:cubicBezTo>
                  <a:cubicBezTo>
                    <a:pt x="30470" y="10866"/>
                    <a:pt x="31004" y="9470"/>
                    <a:pt x="31124" y="7845"/>
                  </a:cubicBezTo>
                  <a:cubicBezTo>
                    <a:pt x="32559" y="8537"/>
                    <a:pt x="33961" y="9210"/>
                    <a:pt x="35370" y="9889"/>
                  </a:cubicBezTo>
                  <a:cubicBezTo>
                    <a:pt x="35078" y="10873"/>
                    <a:pt x="35186" y="11755"/>
                    <a:pt x="35827" y="12535"/>
                  </a:cubicBezTo>
                  <a:cubicBezTo>
                    <a:pt x="36376" y="13200"/>
                    <a:pt x="37065" y="13537"/>
                    <a:pt x="37849" y="13537"/>
                  </a:cubicBezTo>
                  <a:cubicBezTo>
                    <a:pt x="38053" y="13537"/>
                    <a:pt x="38264" y="13514"/>
                    <a:pt x="38480" y="13468"/>
                  </a:cubicBezTo>
                  <a:cubicBezTo>
                    <a:pt x="39502" y="13253"/>
                    <a:pt x="40181" y="12599"/>
                    <a:pt x="40498" y="11596"/>
                  </a:cubicBezTo>
                  <a:cubicBezTo>
                    <a:pt x="40530" y="11482"/>
                    <a:pt x="40581" y="11374"/>
                    <a:pt x="40619" y="11266"/>
                  </a:cubicBezTo>
                  <a:lnTo>
                    <a:pt x="40619" y="10397"/>
                  </a:lnTo>
                  <a:cubicBezTo>
                    <a:pt x="40403" y="9762"/>
                    <a:pt x="40155" y="9165"/>
                    <a:pt x="39610" y="8734"/>
                  </a:cubicBezTo>
                  <a:cubicBezTo>
                    <a:pt x="39109" y="8339"/>
                    <a:pt x="38507" y="8134"/>
                    <a:pt x="37907" y="8134"/>
                  </a:cubicBezTo>
                  <a:cubicBezTo>
                    <a:pt x="37397" y="8134"/>
                    <a:pt x="36889" y="8282"/>
                    <a:pt x="36443" y="8588"/>
                  </a:cubicBezTo>
                  <a:cubicBezTo>
                    <a:pt x="36328" y="8667"/>
                    <a:pt x="36228" y="8701"/>
                    <a:pt x="36127" y="8701"/>
                  </a:cubicBezTo>
                  <a:cubicBezTo>
                    <a:pt x="36034" y="8701"/>
                    <a:pt x="35940" y="8672"/>
                    <a:pt x="35833" y="8620"/>
                  </a:cubicBezTo>
                  <a:cubicBezTo>
                    <a:pt x="34342" y="7890"/>
                    <a:pt x="32850" y="7160"/>
                    <a:pt x="31353" y="6449"/>
                  </a:cubicBezTo>
                  <a:cubicBezTo>
                    <a:pt x="31118" y="6341"/>
                    <a:pt x="31016" y="6202"/>
                    <a:pt x="30966" y="5960"/>
                  </a:cubicBezTo>
                  <a:cubicBezTo>
                    <a:pt x="30261" y="2952"/>
                    <a:pt x="28401" y="1042"/>
                    <a:pt x="25431" y="217"/>
                  </a:cubicBezTo>
                  <a:cubicBezTo>
                    <a:pt x="25082" y="115"/>
                    <a:pt x="24714" y="71"/>
                    <a:pt x="24352" y="1"/>
                  </a:cubicBezTo>
                  <a:lnTo>
                    <a:pt x="22924" y="1"/>
                  </a:lnTo>
                  <a:cubicBezTo>
                    <a:pt x="22277" y="166"/>
                    <a:pt x="21604" y="261"/>
                    <a:pt x="20995" y="515"/>
                  </a:cubicBezTo>
                  <a:cubicBezTo>
                    <a:pt x="18190" y="1683"/>
                    <a:pt x="16622" y="3803"/>
                    <a:pt x="16267" y="6824"/>
                  </a:cubicBezTo>
                  <a:cubicBezTo>
                    <a:pt x="16248" y="6976"/>
                    <a:pt x="16191" y="7166"/>
                    <a:pt x="16083" y="7261"/>
                  </a:cubicBezTo>
                  <a:cubicBezTo>
                    <a:pt x="14813" y="8366"/>
                    <a:pt x="13538" y="9451"/>
                    <a:pt x="12249" y="10555"/>
                  </a:cubicBezTo>
                  <a:cubicBezTo>
                    <a:pt x="11412" y="9883"/>
                    <a:pt x="10498" y="9362"/>
                    <a:pt x="9463" y="9089"/>
                  </a:cubicBezTo>
                  <a:cubicBezTo>
                    <a:pt x="9133" y="9000"/>
                    <a:pt x="8797" y="8931"/>
                    <a:pt x="8454" y="8886"/>
                  </a:cubicBezTo>
                  <a:cubicBezTo>
                    <a:pt x="8219" y="8854"/>
                    <a:pt x="8111" y="8785"/>
                    <a:pt x="8111" y="8524"/>
                  </a:cubicBezTo>
                  <a:cubicBezTo>
                    <a:pt x="8124" y="7547"/>
                    <a:pt x="8111" y="6570"/>
                    <a:pt x="8130" y="5592"/>
                  </a:cubicBezTo>
                  <a:cubicBezTo>
                    <a:pt x="8130" y="5472"/>
                    <a:pt x="8238" y="5294"/>
                    <a:pt x="8346" y="5250"/>
                  </a:cubicBezTo>
                  <a:cubicBezTo>
                    <a:pt x="9565" y="4704"/>
                    <a:pt x="10237" y="3707"/>
                    <a:pt x="10142" y="2540"/>
                  </a:cubicBezTo>
                  <a:cubicBezTo>
                    <a:pt x="10047" y="1302"/>
                    <a:pt x="9273" y="413"/>
                    <a:pt x="7997" y="64"/>
                  </a:cubicBezTo>
                  <a:cubicBezTo>
                    <a:pt x="7946" y="52"/>
                    <a:pt x="7902" y="20"/>
                    <a:pt x="7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5"/>
            <p:cNvSpPr/>
            <p:nvPr/>
          </p:nvSpPr>
          <p:spPr>
            <a:xfrm>
              <a:off x="7196702" y="6788484"/>
              <a:ext cx="170792" cy="127779"/>
            </a:xfrm>
            <a:custGeom>
              <a:rect b="b" l="l" r="r" t="t"/>
              <a:pathLst>
                <a:path extrusionOk="0" h="4061" w="5428">
                  <a:moveTo>
                    <a:pt x="2387" y="0"/>
                  </a:moveTo>
                  <a:cubicBezTo>
                    <a:pt x="1856" y="0"/>
                    <a:pt x="1325" y="2"/>
                    <a:pt x="794" y="5"/>
                  </a:cubicBezTo>
                  <a:cubicBezTo>
                    <a:pt x="280" y="11"/>
                    <a:pt x="20" y="284"/>
                    <a:pt x="13" y="798"/>
                  </a:cubicBezTo>
                  <a:cubicBezTo>
                    <a:pt x="1" y="1617"/>
                    <a:pt x="20" y="2435"/>
                    <a:pt x="7" y="3254"/>
                  </a:cubicBezTo>
                  <a:cubicBezTo>
                    <a:pt x="1" y="3483"/>
                    <a:pt x="83" y="3590"/>
                    <a:pt x="293" y="3641"/>
                  </a:cubicBezTo>
                  <a:cubicBezTo>
                    <a:pt x="838" y="3775"/>
                    <a:pt x="1384" y="3921"/>
                    <a:pt x="1930" y="4060"/>
                  </a:cubicBezTo>
                  <a:lnTo>
                    <a:pt x="3441" y="4060"/>
                  </a:lnTo>
                  <a:cubicBezTo>
                    <a:pt x="4012" y="3914"/>
                    <a:pt x="4583" y="3768"/>
                    <a:pt x="5161" y="3629"/>
                  </a:cubicBezTo>
                  <a:cubicBezTo>
                    <a:pt x="5357" y="3584"/>
                    <a:pt x="5427" y="3476"/>
                    <a:pt x="5427" y="3267"/>
                  </a:cubicBezTo>
                  <a:cubicBezTo>
                    <a:pt x="5414" y="2448"/>
                    <a:pt x="5427" y="1629"/>
                    <a:pt x="5414" y="811"/>
                  </a:cubicBezTo>
                  <a:cubicBezTo>
                    <a:pt x="5414" y="297"/>
                    <a:pt x="5148" y="11"/>
                    <a:pt x="4640" y="11"/>
                  </a:cubicBezTo>
                  <a:cubicBezTo>
                    <a:pt x="3889" y="4"/>
                    <a:pt x="3138" y="0"/>
                    <a:pt x="2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5"/>
            <p:cNvSpPr/>
            <p:nvPr/>
          </p:nvSpPr>
          <p:spPr>
            <a:xfrm>
              <a:off x="6919522" y="6255646"/>
              <a:ext cx="170981" cy="127968"/>
            </a:xfrm>
            <a:custGeom>
              <a:rect b="b" l="l" r="r" t="t"/>
              <a:pathLst>
                <a:path extrusionOk="0" h="4067" w="5434">
                  <a:moveTo>
                    <a:pt x="1925" y="0"/>
                  </a:moveTo>
                  <a:cubicBezTo>
                    <a:pt x="1582" y="0"/>
                    <a:pt x="1238" y="2"/>
                    <a:pt x="895" y="6"/>
                  </a:cubicBezTo>
                  <a:cubicBezTo>
                    <a:pt x="267" y="19"/>
                    <a:pt x="26" y="273"/>
                    <a:pt x="20" y="875"/>
                  </a:cubicBezTo>
                  <a:cubicBezTo>
                    <a:pt x="13" y="1256"/>
                    <a:pt x="20" y="1643"/>
                    <a:pt x="20" y="2024"/>
                  </a:cubicBezTo>
                  <a:cubicBezTo>
                    <a:pt x="20" y="2449"/>
                    <a:pt x="1" y="2875"/>
                    <a:pt x="26" y="3293"/>
                  </a:cubicBezTo>
                  <a:cubicBezTo>
                    <a:pt x="39" y="3414"/>
                    <a:pt x="153" y="3585"/>
                    <a:pt x="261" y="3624"/>
                  </a:cubicBezTo>
                  <a:cubicBezTo>
                    <a:pt x="1080" y="3919"/>
                    <a:pt x="1901" y="4066"/>
                    <a:pt x="2723" y="4066"/>
                  </a:cubicBezTo>
                  <a:cubicBezTo>
                    <a:pt x="3545" y="4066"/>
                    <a:pt x="4367" y="3919"/>
                    <a:pt x="5186" y="3624"/>
                  </a:cubicBezTo>
                  <a:cubicBezTo>
                    <a:pt x="5287" y="3585"/>
                    <a:pt x="5414" y="3433"/>
                    <a:pt x="5414" y="3332"/>
                  </a:cubicBezTo>
                  <a:cubicBezTo>
                    <a:pt x="5433" y="2475"/>
                    <a:pt x="5433" y="1612"/>
                    <a:pt x="5421" y="755"/>
                  </a:cubicBezTo>
                  <a:cubicBezTo>
                    <a:pt x="5414" y="317"/>
                    <a:pt x="5179" y="76"/>
                    <a:pt x="4742" y="25"/>
                  </a:cubicBezTo>
                  <a:cubicBezTo>
                    <a:pt x="4572" y="8"/>
                    <a:pt x="4406" y="5"/>
                    <a:pt x="4239" y="5"/>
                  </a:cubicBezTo>
                  <a:cubicBezTo>
                    <a:pt x="4155" y="5"/>
                    <a:pt x="4071" y="6"/>
                    <a:pt x="3986" y="6"/>
                  </a:cubicBezTo>
                  <a:cubicBezTo>
                    <a:pt x="3301" y="6"/>
                    <a:pt x="2613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5"/>
            <p:cNvSpPr/>
            <p:nvPr/>
          </p:nvSpPr>
          <p:spPr>
            <a:xfrm>
              <a:off x="7430743" y="5978844"/>
              <a:ext cx="171170" cy="127716"/>
            </a:xfrm>
            <a:custGeom>
              <a:rect b="b" l="l" r="r" t="t"/>
              <a:pathLst>
                <a:path extrusionOk="0" h="4059" w="5440">
                  <a:moveTo>
                    <a:pt x="1518" y="1"/>
                  </a:moveTo>
                  <a:cubicBezTo>
                    <a:pt x="1315" y="1"/>
                    <a:pt x="1112" y="2"/>
                    <a:pt x="909" y="7"/>
                  </a:cubicBezTo>
                  <a:cubicBezTo>
                    <a:pt x="268" y="13"/>
                    <a:pt x="20" y="260"/>
                    <a:pt x="14" y="889"/>
                  </a:cubicBezTo>
                  <a:cubicBezTo>
                    <a:pt x="7" y="1669"/>
                    <a:pt x="20" y="2450"/>
                    <a:pt x="7" y="3224"/>
                  </a:cubicBezTo>
                  <a:cubicBezTo>
                    <a:pt x="1" y="3459"/>
                    <a:pt x="71" y="3573"/>
                    <a:pt x="306" y="3656"/>
                  </a:cubicBezTo>
                  <a:cubicBezTo>
                    <a:pt x="1110" y="3924"/>
                    <a:pt x="1913" y="4059"/>
                    <a:pt x="2716" y="4059"/>
                  </a:cubicBezTo>
                  <a:cubicBezTo>
                    <a:pt x="3528" y="4059"/>
                    <a:pt x="4341" y="3921"/>
                    <a:pt x="5154" y="3643"/>
                  </a:cubicBezTo>
                  <a:cubicBezTo>
                    <a:pt x="5364" y="3573"/>
                    <a:pt x="5440" y="3472"/>
                    <a:pt x="5440" y="3250"/>
                  </a:cubicBezTo>
                  <a:cubicBezTo>
                    <a:pt x="5427" y="2475"/>
                    <a:pt x="5434" y="1695"/>
                    <a:pt x="5434" y="914"/>
                  </a:cubicBezTo>
                  <a:cubicBezTo>
                    <a:pt x="5427" y="286"/>
                    <a:pt x="5180" y="19"/>
                    <a:pt x="4551" y="7"/>
                  </a:cubicBezTo>
                  <a:cubicBezTo>
                    <a:pt x="4348" y="2"/>
                    <a:pt x="4146" y="1"/>
                    <a:pt x="3944" y="1"/>
                  </a:cubicBezTo>
                  <a:cubicBezTo>
                    <a:pt x="3540" y="1"/>
                    <a:pt x="3136" y="7"/>
                    <a:pt x="2730" y="7"/>
                  </a:cubicBezTo>
                  <a:cubicBezTo>
                    <a:pt x="2328" y="7"/>
                    <a:pt x="1923" y="1"/>
                    <a:pt x="1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5"/>
            <p:cNvSpPr/>
            <p:nvPr/>
          </p:nvSpPr>
          <p:spPr>
            <a:xfrm>
              <a:off x="7707545" y="6532480"/>
              <a:ext cx="171358" cy="127779"/>
            </a:xfrm>
            <a:custGeom>
              <a:rect b="b" l="l" r="r" t="t"/>
              <a:pathLst>
                <a:path extrusionOk="0" h="4061" w="5446">
                  <a:moveTo>
                    <a:pt x="1675" y="0"/>
                  </a:moveTo>
                  <a:cubicBezTo>
                    <a:pt x="1409" y="0"/>
                    <a:pt x="1143" y="3"/>
                    <a:pt x="876" y="11"/>
                  </a:cubicBezTo>
                  <a:cubicBezTo>
                    <a:pt x="267" y="23"/>
                    <a:pt x="19" y="284"/>
                    <a:pt x="13" y="893"/>
                  </a:cubicBezTo>
                  <a:cubicBezTo>
                    <a:pt x="7" y="1673"/>
                    <a:pt x="19" y="2448"/>
                    <a:pt x="7" y="3228"/>
                  </a:cubicBezTo>
                  <a:cubicBezTo>
                    <a:pt x="0" y="3457"/>
                    <a:pt x="64" y="3577"/>
                    <a:pt x="299" y="3654"/>
                  </a:cubicBezTo>
                  <a:cubicBezTo>
                    <a:pt x="1109" y="3926"/>
                    <a:pt x="1915" y="4061"/>
                    <a:pt x="2722" y="4061"/>
                  </a:cubicBezTo>
                  <a:cubicBezTo>
                    <a:pt x="3532" y="4061"/>
                    <a:pt x="4342" y="3924"/>
                    <a:pt x="5154" y="3654"/>
                  </a:cubicBezTo>
                  <a:cubicBezTo>
                    <a:pt x="5395" y="3571"/>
                    <a:pt x="5446" y="3451"/>
                    <a:pt x="5439" y="3222"/>
                  </a:cubicBezTo>
                  <a:cubicBezTo>
                    <a:pt x="5433" y="2460"/>
                    <a:pt x="5439" y="1693"/>
                    <a:pt x="5433" y="925"/>
                  </a:cubicBezTo>
                  <a:cubicBezTo>
                    <a:pt x="5433" y="284"/>
                    <a:pt x="5173" y="17"/>
                    <a:pt x="4519" y="4"/>
                  </a:cubicBezTo>
                  <a:cubicBezTo>
                    <a:pt x="4322" y="2"/>
                    <a:pt x="4125" y="2"/>
                    <a:pt x="3927" y="2"/>
                  </a:cubicBezTo>
                  <a:cubicBezTo>
                    <a:pt x="3531" y="2"/>
                    <a:pt x="3133" y="4"/>
                    <a:pt x="2736" y="4"/>
                  </a:cubicBezTo>
                  <a:cubicBezTo>
                    <a:pt x="2384" y="4"/>
                    <a:pt x="2030" y="0"/>
                    <a:pt x="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5"/>
            <p:cNvSpPr/>
            <p:nvPr/>
          </p:nvSpPr>
          <p:spPr>
            <a:xfrm>
              <a:off x="6962252" y="6042719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68" y="1"/>
                  </a:moveTo>
                  <a:cubicBezTo>
                    <a:pt x="1361" y="1"/>
                    <a:pt x="1354" y="1"/>
                    <a:pt x="1346" y="1"/>
                  </a:cubicBezTo>
                  <a:cubicBezTo>
                    <a:pt x="597" y="14"/>
                    <a:pt x="1" y="636"/>
                    <a:pt x="13" y="1391"/>
                  </a:cubicBezTo>
                  <a:cubicBezTo>
                    <a:pt x="26" y="2129"/>
                    <a:pt x="622" y="2698"/>
                    <a:pt x="1366" y="2698"/>
                  </a:cubicBezTo>
                  <a:cubicBezTo>
                    <a:pt x="1370" y="2698"/>
                    <a:pt x="1374" y="2698"/>
                    <a:pt x="1378" y="2698"/>
                  </a:cubicBezTo>
                  <a:cubicBezTo>
                    <a:pt x="2114" y="2692"/>
                    <a:pt x="2711" y="2096"/>
                    <a:pt x="2711" y="1359"/>
                  </a:cubicBezTo>
                  <a:cubicBezTo>
                    <a:pt x="2717" y="624"/>
                    <a:pt x="209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5"/>
            <p:cNvSpPr/>
            <p:nvPr/>
          </p:nvSpPr>
          <p:spPr>
            <a:xfrm>
              <a:off x="7239432" y="6575525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53" y="1"/>
                  </a:moveTo>
                  <a:cubicBezTo>
                    <a:pt x="597" y="1"/>
                    <a:pt x="1" y="604"/>
                    <a:pt x="7" y="1365"/>
                  </a:cubicBezTo>
                  <a:cubicBezTo>
                    <a:pt x="14" y="2102"/>
                    <a:pt x="617" y="2698"/>
                    <a:pt x="1353" y="2698"/>
                  </a:cubicBezTo>
                  <a:cubicBezTo>
                    <a:pt x="2095" y="2698"/>
                    <a:pt x="2717" y="2070"/>
                    <a:pt x="2705" y="1327"/>
                  </a:cubicBezTo>
                  <a:cubicBezTo>
                    <a:pt x="2692" y="597"/>
                    <a:pt x="2089" y="7"/>
                    <a:pt x="1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5"/>
            <p:cNvSpPr/>
            <p:nvPr/>
          </p:nvSpPr>
          <p:spPr>
            <a:xfrm>
              <a:off x="7750684" y="6319710"/>
              <a:ext cx="85302" cy="84924"/>
            </a:xfrm>
            <a:custGeom>
              <a:rect b="b" l="l" r="r" t="t"/>
              <a:pathLst>
                <a:path extrusionOk="0" h="2699" w="2711">
                  <a:moveTo>
                    <a:pt x="1351" y="1"/>
                  </a:moveTo>
                  <a:cubicBezTo>
                    <a:pt x="1347" y="1"/>
                    <a:pt x="1343" y="1"/>
                    <a:pt x="1339" y="1"/>
                  </a:cubicBezTo>
                  <a:cubicBezTo>
                    <a:pt x="603" y="7"/>
                    <a:pt x="13" y="604"/>
                    <a:pt x="7" y="1346"/>
                  </a:cubicBezTo>
                  <a:cubicBezTo>
                    <a:pt x="0" y="2104"/>
                    <a:pt x="591" y="2698"/>
                    <a:pt x="1346" y="2698"/>
                  </a:cubicBezTo>
                  <a:cubicBezTo>
                    <a:pt x="1350" y="2698"/>
                    <a:pt x="1354" y="2698"/>
                    <a:pt x="1358" y="2698"/>
                  </a:cubicBezTo>
                  <a:cubicBezTo>
                    <a:pt x="2095" y="2692"/>
                    <a:pt x="2691" y="2102"/>
                    <a:pt x="2704" y="1365"/>
                  </a:cubicBezTo>
                  <a:cubicBezTo>
                    <a:pt x="2710" y="627"/>
                    <a:pt x="2088" y="1"/>
                    <a:pt x="1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5"/>
            <p:cNvSpPr/>
            <p:nvPr/>
          </p:nvSpPr>
          <p:spPr>
            <a:xfrm>
              <a:off x="7473693" y="5765759"/>
              <a:ext cx="85711" cy="84893"/>
            </a:xfrm>
            <a:custGeom>
              <a:rect b="b" l="l" r="r" t="t"/>
              <a:pathLst>
                <a:path extrusionOk="0" h="2698" w="2724">
                  <a:moveTo>
                    <a:pt x="1352" y="0"/>
                  </a:moveTo>
                  <a:cubicBezTo>
                    <a:pt x="603" y="7"/>
                    <a:pt x="0" y="622"/>
                    <a:pt x="13" y="1378"/>
                  </a:cubicBezTo>
                  <a:cubicBezTo>
                    <a:pt x="20" y="2120"/>
                    <a:pt x="610" y="2698"/>
                    <a:pt x="1352" y="2698"/>
                  </a:cubicBezTo>
                  <a:cubicBezTo>
                    <a:pt x="2089" y="2698"/>
                    <a:pt x="2698" y="2107"/>
                    <a:pt x="2710" y="1378"/>
                  </a:cubicBezTo>
                  <a:cubicBezTo>
                    <a:pt x="2723" y="648"/>
                    <a:pt x="2089" y="0"/>
                    <a:pt x="1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11" name="Google Shape;611;p35"/>
          <p:cNvCxnSpPr/>
          <p:nvPr/>
        </p:nvCxnSpPr>
        <p:spPr>
          <a:xfrm flipH="1" rot="10800000">
            <a:off x="4585160" y="3180151"/>
            <a:ext cx="2400" cy="1513800"/>
          </a:xfrm>
          <a:prstGeom prst="straightConnector1">
            <a:avLst/>
          </a:prstGeom>
          <a:noFill/>
          <a:ln cap="flat" cmpd="sng" w="19050">
            <a:solidFill>
              <a:srgbClr val="15324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12" name="Google Shape;612;p35"/>
          <p:cNvSpPr/>
          <p:nvPr/>
        </p:nvSpPr>
        <p:spPr>
          <a:xfrm>
            <a:off x="960363" y="3104823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5"/>
          <p:cNvSpPr/>
          <p:nvPr/>
        </p:nvSpPr>
        <p:spPr>
          <a:xfrm>
            <a:off x="1339912" y="3104823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 y Directa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4" name="Google Shape;614;p35"/>
          <p:cNvSpPr/>
          <p:nvPr/>
        </p:nvSpPr>
        <p:spPr>
          <a:xfrm>
            <a:off x="1037220" y="3149384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5"/>
          <p:cNvSpPr/>
          <p:nvPr/>
        </p:nvSpPr>
        <p:spPr>
          <a:xfrm>
            <a:off x="5380050" y="3077783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5"/>
          <p:cNvSpPr/>
          <p:nvPr/>
        </p:nvSpPr>
        <p:spPr>
          <a:xfrm>
            <a:off x="5759600" y="3077783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7" name="Google Shape;617;p35"/>
          <p:cNvSpPr/>
          <p:nvPr/>
        </p:nvSpPr>
        <p:spPr>
          <a:xfrm>
            <a:off x="5456908" y="3122343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5"/>
          <p:cNvSpPr/>
          <p:nvPr/>
        </p:nvSpPr>
        <p:spPr>
          <a:xfrm>
            <a:off x="4986313" y="2612650"/>
            <a:ext cx="37137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Formatos 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9" name="Google Shape;619;p35"/>
          <p:cNvSpPr/>
          <p:nvPr/>
        </p:nvSpPr>
        <p:spPr>
          <a:xfrm>
            <a:off x="4879488" y="2555748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grpSp>
        <p:nvGrpSpPr>
          <p:cNvPr id="620" name="Google Shape;620;p35"/>
          <p:cNvGrpSpPr/>
          <p:nvPr/>
        </p:nvGrpSpPr>
        <p:grpSpPr>
          <a:xfrm>
            <a:off x="4986416" y="2666403"/>
            <a:ext cx="288646" cy="281188"/>
            <a:chOff x="6770753" y="5638135"/>
            <a:chExt cx="1312028" cy="1278128"/>
          </a:xfrm>
        </p:grpSpPr>
        <p:sp>
          <p:nvSpPr>
            <p:cNvPr id="621" name="Google Shape;621;p35"/>
            <p:cNvSpPr/>
            <p:nvPr/>
          </p:nvSpPr>
          <p:spPr>
            <a:xfrm>
              <a:off x="6770753" y="5638135"/>
              <a:ext cx="1312028" cy="1278108"/>
            </a:xfrm>
            <a:custGeom>
              <a:rect b="b" l="l" r="r" t="t"/>
              <a:pathLst>
                <a:path extrusionOk="0" h="40620" w="41698">
                  <a:moveTo>
                    <a:pt x="23701" y="2704"/>
                  </a:moveTo>
                  <a:cubicBezTo>
                    <a:pt x="25158" y="2704"/>
                    <a:pt x="26421" y="3968"/>
                    <a:pt x="26402" y="5427"/>
                  </a:cubicBezTo>
                  <a:cubicBezTo>
                    <a:pt x="26390" y="6906"/>
                    <a:pt x="25165" y="8112"/>
                    <a:pt x="23692" y="8112"/>
                  </a:cubicBezTo>
                  <a:cubicBezTo>
                    <a:pt x="22201" y="8106"/>
                    <a:pt x="21001" y="6906"/>
                    <a:pt x="20995" y="5421"/>
                  </a:cubicBezTo>
                  <a:cubicBezTo>
                    <a:pt x="20989" y="3949"/>
                    <a:pt x="22195" y="2724"/>
                    <a:pt x="23680" y="2705"/>
                  </a:cubicBezTo>
                  <a:cubicBezTo>
                    <a:pt x="23687" y="2705"/>
                    <a:pt x="23694" y="2704"/>
                    <a:pt x="23701" y="2704"/>
                  </a:cubicBezTo>
                  <a:close/>
                  <a:moveTo>
                    <a:pt x="7440" y="11507"/>
                  </a:moveTo>
                  <a:cubicBezTo>
                    <a:pt x="7444" y="11507"/>
                    <a:pt x="7448" y="11507"/>
                    <a:pt x="7451" y="11507"/>
                  </a:cubicBezTo>
                  <a:cubicBezTo>
                    <a:pt x="8924" y="11514"/>
                    <a:pt x="10155" y="12745"/>
                    <a:pt x="10149" y="14224"/>
                  </a:cubicBezTo>
                  <a:cubicBezTo>
                    <a:pt x="10149" y="15699"/>
                    <a:pt x="8930" y="16908"/>
                    <a:pt x="7450" y="16908"/>
                  </a:cubicBezTo>
                  <a:cubicBezTo>
                    <a:pt x="7446" y="16908"/>
                    <a:pt x="7442" y="16908"/>
                    <a:pt x="7439" y="16908"/>
                  </a:cubicBezTo>
                  <a:cubicBezTo>
                    <a:pt x="5947" y="16908"/>
                    <a:pt x="4748" y="15702"/>
                    <a:pt x="4748" y="14211"/>
                  </a:cubicBezTo>
                  <a:cubicBezTo>
                    <a:pt x="4754" y="12730"/>
                    <a:pt x="5973" y="11507"/>
                    <a:pt x="7440" y="11507"/>
                  </a:cubicBezTo>
                  <a:close/>
                  <a:moveTo>
                    <a:pt x="32498" y="20310"/>
                  </a:moveTo>
                  <a:cubicBezTo>
                    <a:pt x="33967" y="20310"/>
                    <a:pt x="35218" y="21561"/>
                    <a:pt x="35205" y="23026"/>
                  </a:cubicBezTo>
                  <a:cubicBezTo>
                    <a:pt x="35186" y="24505"/>
                    <a:pt x="33967" y="25711"/>
                    <a:pt x="32495" y="25711"/>
                  </a:cubicBezTo>
                  <a:cubicBezTo>
                    <a:pt x="31010" y="25711"/>
                    <a:pt x="29804" y="24511"/>
                    <a:pt x="29798" y="23026"/>
                  </a:cubicBezTo>
                  <a:cubicBezTo>
                    <a:pt x="29785" y="21548"/>
                    <a:pt x="30997" y="20323"/>
                    <a:pt x="32476" y="20310"/>
                  </a:cubicBezTo>
                  <a:cubicBezTo>
                    <a:pt x="32483" y="20310"/>
                    <a:pt x="32491" y="20310"/>
                    <a:pt x="32498" y="20310"/>
                  </a:cubicBezTo>
                  <a:close/>
                  <a:moveTo>
                    <a:pt x="16277" y="28433"/>
                  </a:moveTo>
                  <a:cubicBezTo>
                    <a:pt x="17720" y="28433"/>
                    <a:pt x="18958" y="29677"/>
                    <a:pt x="18951" y="31144"/>
                  </a:cubicBezTo>
                  <a:cubicBezTo>
                    <a:pt x="18951" y="32610"/>
                    <a:pt x="17726" y="33835"/>
                    <a:pt x="16254" y="33847"/>
                  </a:cubicBezTo>
                  <a:cubicBezTo>
                    <a:pt x="16250" y="33847"/>
                    <a:pt x="16246" y="33847"/>
                    <a:pt x="16243" y="33847"/>
                  </a:cubicBezTo>
                  <a:cubicBezTo>
                    <a:pt x="14775" y="33847"/>
                    <a:pt x="13563" y="32638"/>
                    <a:pt x="13550" y="31156"/>
                  </a:cubicBezTo>
                  <a:cubicBezTo>
                    <a:pt x="13538" y="29671"/>
                    <a:pt x="14725" y="28465"/>
                    <a:pt x="16222" y="28434"/>
                  </a:cubicBezTo>
                  <a:cubicBezTo>
                    <a:pt x="16240" y="28433"/>
                    <a:pt x="16259" y="28433"/>
                    <a:pt x="16277" y="28433"/>
                  </a:cubicBezTo>
                  <a:close/>
                  <a:moveTo>
                    <a:pt x="7058" y="1"/>
                  </a:moveTo>
                  <a:cubicBezTo>
                    <a:pt x="6226" y="217"/>
                    <a:pt x="5522" y="610"/>
                    <a:pt x="5090" y="1397"/>
                  </a:cubicBezTo>
                  <a:cubicBezTo>
                    <a:pt x="4310" y="2825"/>
                    <a:pt x="4913" y="4583"/>
                    <a:pt x="6430" y="5186"/>
                  </a:cubicBezTo>
                  <a:cubicBezTo>
                    <a:pt x="6709" y="5300"/>
                    <a:pt x="6772" y="5440"/>
                    <a:pt x="6766" y="5707"/>
                  </a:cubicBezTo>
                  <a:cubicBezTo>
                    <a:pt x="6753" y="6735"/>
                    <a:pt x="6766" y="7769"/>
                    <a:pt x="6766" y="8785"/>
                  </a:cubicBezTo>
                  <a:cubicBezTo>
                    <a:pt x="6195" y="8924"/>
                    <a:pt x="5643" y="9007"/>
                    <a:pt x="5122" y="9191"/>
                  </a:cubicBezTo>
                  <a:cubicBezTo>
                    <a:pt x="2260" y="10219"/>
                    <a:pt x="578" y="12250"/>
                    <a:pt x="77" y="15252"/>
                  </a:cubicBezTo>
                  <a:cubicBezTo>
                    <a:pt x="64" y="15328"/>
                    <a:pt x="26" y="15398"/>
                    <a:pt x="0" y="15468"/>
                  </a:cubicBezTo>
                  <a:lnTo>
                    <a:pt x="0" y="16819"/>
                  </a:lnTo>
                  <a:cubicBezTo>
                    <a:pt x="159" y="17479"/>
                    <a:pt x="254" y="18165"/>
                    <a:pt x="483" y="18806"/>
                  </a:cubicBezTo>
                  <a:cubicBezTo>
                    <a:pt x="1010" y="20323"/>
                    <a:pt x="1981" y="21516"/>
                    <a:pt x="3358" y="22449"/>
                  </a:cubicBezTo>
                  <a:cubicBezTo>
                    <a:pt x="3370" y="22309"/>
                    <a:pt x="3389" y="22208"/>
                    <a:pt x="3389" y="22112"/>
                  </a:cubicBezTo>
                  <a:cubicBezTo>
                    <a:pt x="3396" y="21490"/>
                    <a:pt x="3377" y="20869"/>
                    <a:pt x="3402" y="20247"/>
                  </a:cubicBezTo>
                  <a:cubicBezTo>
                    <a:pt x="3440" y="19225"/>
                    <a:pt x="4196" y="18368"/>
                    <a:pt x="5205" y="18324"/>
                  </a:cubicBezTo>
                  <a:cubicBezTo>
                    <a:pt x="5950" y="18295"/>
                    <a:pt x="6698" y="18281"/>
                    <a:pt x="7445" y="18281"/>
                  </a:cubicBezTo>
                  <a:cubicBezTo>
                    <a:pt x="8192" y="18281"/>
                    <a:pt x="8940" y="18295"/>
                    <a:pt x="9685" y="18324"/>
                  </a:cubicBezTo>
                  <a:cubicBezTo>
                    <a:pt x="10713" y="18368"/>
                    <a:pt x="11469" y="19250"/>
                    <a:pt x="11500" y="20285"/>
                  </a:cubicBezTo>
                  <a:cubicBezTo>
                    <a:pt x="11519" y="20983"/>
                    <a:pt x="11500" y="21687"/>
                    <a:pt x="11500" y="22474"/>
                  </a:cubicBezTo>
                  <a:cubicBezTo>
                    <a:pt x="13297" y="21256"/>
                    <a:pt x="14331" y="19631"/>
                    <a:pt x="14769" y="17537"/>
                  </a:cubicBezTo>
                  <a:cubicBezTo>
                    <a:pt x="15258" y="17917"/>
                    <a:pt x="15715" y="18273"/>
                    <a:pt x="16165" y="18628"/>
                  </a:cubicBezTo>
                  <a:cubicBezTo>
                    <a:pt x="16635" y="18990"/>
                    <a:pt x="17098" y="19371"/>
                    <a:pt x="17581" y="19720"/>
                  </a:cubicBezTo>
                  <a:cubicBezTo>
                    <a:pt x="17771" y="19859"/>
                    <a:pt x="17803" y="19993"/>
                    <a:pt x="17733" y="20215"/>
                  </a:cubicBezTo>
                  <a:cubicBezTo>
                    <a:pt x="17403" y="21300"/>
                    <a:pt x="17752" y="22385"/>
                    <a:pt x="18634" y="23096"/>
                  </a:cubicBezTo>
                  <a:cubicBezTo>
                    <a:pt x="19112" y="23482"/>
                    <a:pt x="19709" y="23681"/>
                    <a:pt x="20309" y="23681"/>
                  </a:cubicBezTo>
                  <a:cubicBezTo>
                    <a:pt x="20744" y="23681"/>
                    <a:pt x="21180" y="23576"/>
                    <a:pt x="21573" y="23363"/>
                  </a:cubicBezTo>
                  <a:cubicBezTo>
                    <a:pt x="22556" y="22836"/>
                    <a:pt x="23102" y="21808"/>
                    <a:pt x="22994" y="20697"/>
                  </a:cubicBezTo>
                  <a:cubicBezTo>
                    <a:pt x="22849" y="19264"/>
                    <a:pt x="21618" y="18291"/>
                    <a:pt x="20309" y="18291"/>
                  </a:cubicBezTo>
                  <a:cubicBezTo>
                    <a:pt x="19849" y="18291"/>
                    <a:pt x="19380" y="18410"/>
                    <a:pt x="18945" y="18673"/>
                  </a:cubicBezTo>
                  <a:cubicBezTo>
                    <a:pt x="18839" y="18740"/>
                    <a:pt x="18753" y="18771"/>
                    <a:pt x="18674" y="18771"/>
                  </a:cubicBezTo>
                  <a:cubicBezTo>
                    <a:pt x="18573" y="18771"/>
                    <a:pt x="18481" y="18720"/>
                    <a:pt x="18367" y="18628"/>
                  </a:cubicBezTo>
                  <a:cubicBezTo>
                    <a:pt x="17289" y="17778"/>
                    <a:pt x="16197" y="16940"/>
                    <a:pt x="15124" y="16090"/>
                  </a:cubicBezTo>
                  <a:cubicBezTo>
                    <a:pt x="14991" y="15982"/>
                    <a:pt x="14871" y="15798"/>
                    <a:pt x="14858" y="15645"/>
                  </a:cubicBezTo>
                  <a:cubicBezTo>
                    <a:pt x="14731" y="14167"/>
                    <a:pt x="14217" y="12846"/>
                    <a:pt x="13316" y="11679"/>
                  </a:cubicBezTo>
                  <a:cubicBezTo>
                    <a:pt x="13284" y="11634"/>
                    <a:pt x="13258" y="11590"/>
                    <a:pt x="13189" y="11476"/>
                  </a:cubicBezTo>
                  <a:cubicBezTo>
                    <a:pt x="13252" y="11437"/>
                    <a:pt x="13328" y="11412"/>
                    <a:pt x="13392" y="11361"/>
                  </a:cubicBezTo>
                  <a:cubicBezTo>
                    <a:pt x="14363" y="10530"/>
                    <a:pt x="15340" y="9699"/>
                    <a:pt x="16368" y="8816"/>
                  </a:cubicBezTo>
                  <a:cubicBezTo>
                    <a:pt x="16819" y="10854"/>
                    <a:pt x="17847" y="12447"/>
                    <a:pt x="19605" y="13652"/>
                  </a:cubicBezTo>
                  <a:cubicBezTo>
                    <a:pt x="19611" y="13462"/>
                    <a:pt x="19624" y="13329"/>
                    <a:pt x="19630" y="13195"/>
                  </a:cubicBezTo>
                  <a:cubicBezTo>
                    <a:pt x="19643" y="12561"/>
                    <a:pt x="19618" y="11926"/>
                    <a:pt x="19669" y="11292"/>
                  </a:cubicBezTo>
                  <a:cubicBezTo>
                    <a:pt x="19738" y="10378"/>
                    <a:pt x="20500" y="9559"/>
                    <a:pt x="21414" y="9527"/>
                  </a:cubicBezTo>
                  <a:cubicBezTo>
                    <a:pt x="22195" y="9501"/>
                    <a:pt x="22977" y="9487"/>
                    <a:pt x="23759" y="9487"/>
                  </a:cubicBezTo>
                  <a:cubicBezTo>
                    <a:pt x="24497" y="9487"/>
                    <a:pt x="25235" y="9499"/>
                    <a:pt x="25971" y="9527"/>
                  </a:cubicBezTo>
                  <a:cubicBezTo>
                    <a:pt x="26961" y="9565"/>
                    <a:pt x="27703" y="10466"/>
                    <a:pt x="27754" y="11526"/>
                  </a:cubicBezTo>
                  <a:cubicBezTo>
                    <a:pt x="27767" y="11748"/>
                    <a:pt x="27748" y="11977"/>
                    <a:pt x="27767" y="12199"/>
                  </a:cubicBezTo>
                  <a:cubicBezTo>
                    <a:pt x="27773" y="12326"/>
                    <a:pt x="27799" y="12466"/>
                    <a:pt x="27862" y="12574"/>
                  </a:cubicBezTo>
                  <a:cubicBezTo>
                    <a:pt x="28630" y="13938"/>
                    <a:pt x="29411" y="15296"/>
                    <a:pt x="30185" y="16661"/>
                  </a:cubicBezTo>
                  <a:cubicBezTo>
                    <a:pt x="30388" y="17022"/>
                    <a:pt x="30578" y="17397"/>
                    <a:pt x="30731" y="17689"/>
                  </a:cubicBezTo>
                  <a:cubicBezTo>
                    <a:pt x="29887" y="18114"/>
                    <a:pt x="29011" y="18450"/>
                    <a:pt x="28262" y="18958"/>
                  </a:cubicBezTo>
                  <a:cubicBezTo>
                    <a:pt x="25590" y="20767"/>
                    <a:pt x="24460" y="24029"/>
                    <a:pt x="25374" y="27120"/>
                  </a:cubicBezTo>
                  <a:cubicBezTo>
                    <a:pt x="25438" y="27355"/>
                    <a:pt x="25419" y="27494"/>
                    <a:pt x="25203" y="27647"/>
                  </a:cubicBezTo>
                  <a:cubicBezTo>
                    <a:pt x="24378" y="28243"/>
                    <a:pt x="23572" y="28859"/>
                    <a:pt x="22740" y="29481"/>
                  </a:cubicBezTo>
                  <a:cubicBezTo>
                    <a:pt x="22455" y="29100"/>
                    <a:pt x="22207" y="28719"/>
                    <a:pt x="21909" y="28377"/>
                  </a:cubicBezTo>
                  <a:cubicBezTo>
                    <a:pt x="20358" y="26592"/>
                    <a:pt x="18281" y="25728"/>
                    <a:pt x="16226" y="25728"/>
                  </a:cubicBezTo>
                  <a:cubicBezTo>
                    <a:pt x="13663" y="25728"/>
                    <a:pt x="11134" y="27071"/>
                    <a:pt x="9704" y="29646"/>
                  </a:cubicBezTo>
                  <a:cubicBezTo>
                    <a:pt x="9266" y="30426"/>
                    <a:pt x="8987" y="31264"/>
                    <a:pt x="8892" y="32153"/>
                  </a:cubicBezTo>
                  <a:cubicBezTo>
                    <a:pt x="8861" y="32411"/>
                    <a:pt x="8771" y="32502"/>
                    <a:pt x="8524" y="32502"/>
                  </a:cubicBezTo>
                  <a:cubicBezTo>
                    <a:pt x="8516" y="32502"/>
                    <a:pt x="8507" y="32502"/>
                    <a:pt x="8499" y="32502"/>
                  </a:cubicBezTo>
                  <a:cubicBezTo>
                    <a:pt x="8212" y="32498"/>
                    <a:pt x="7925" y="32497"/>
                    <a:pt x="7639" y="32497"/>
                  </a:cubicBezTo>
                  <a:cubicBezTo>
                    <a:pt x="7335" y="32497"/>
                    <a:pt x="7031" y="32498"/>
                    <a:pt x="6727" y="32498"/>
                  </a:cubicBezTo>
                  <a:cubicBezTo>
                    <a:pt x="6353" y="32498"/>
                    <a:pt x="5979" y="32497"/>
                    <a:pt x="5604" y="32489"/>
                  </a:cubicBezTo>
                  <a:cubicBezTo>
                    <a:pt x="5484" y="32489"/>
                    <a:pt x="5293" y="32381"/>
                    <a:pt x="5255" y="32280"/>
                  </a:cubicBezTo>
                  <a:cubicBezTo>
                    <a:pt x="4865" y="31156"/>
                    <a:pt x="3781" y="30471"/>
                    <a:pt x="2724" y="30471"/>
                  </a:cubicBezTo>
                  <a:cubicBezTo>
                    <a:pt x="2664" y="30471"/>
                    <a:pt x="2605" y="30473"/>
                    <a:pt x="2545" y="30477"/>
                  </a:cubicBezTo>
                  <a:cubicBezTo>
                    <a:pt x="1314" y="30566"/>
                    <a:pt x="432" y="31334"/>
                    <a:pt x="64" y="32622"/>
                  </a:cubicBezTo>
                  <a:cubicBezTo>
                    <a:pt x="51" y="32673"/>
                    <a:pt x="19" y="32718"/>
                    <a:pt x="0" y="32762"/>
                  </a:cubicBezTo>
                  <a:lnTo>
                    <a:pt x="0" y="33555"/>
                  </a:lnTo>
                  <a:cubicBezTo>
                    <a:pt x="216" y="34393"/>
                    <a:pt x="616" y="35098"/>
                    <a:pt x="1403" y="35529"/>
                  </a:cubicBezTo>
                  <a:cubicBezTo>
                    <a:pt x="1824" y="35760"/>
                    <a:pt x="2275" y="35870"/>
                    <a:pt x="2716" y="35870"/>
                  </a:cubicBezTo>
                  <a:cubicBezTo>
                    <a:pt x="3765" y="35870"/>
                    <a:pt x="4763" y="35253"/>
                    <a:pt x="5192" y="34190"/>
                  </a:cubicBezTo>
                  <a:cubicBezTo>
                    <a:pt x="5300" y="33911"/>
                    <a:pt x="5439" y="33847"/>
                    <a:pt x="5706" y="33847"/>
                  </a:cubicBezTo>
                  <a:cubicBezTo>
                    <a:pt x="6214" y="33854"/>
                    <a:pt x="6723" y="33859"/>
                    <a:pt x="7231" y="33859"/>
                  </a:cubicBezTo>
                  <a:cubicBezTo>
                    <a:pt x="7649" y="33859"/>
                    <a:pt x="8068" y="33856"/>
                    <a:pt x="8486" y="33847"/>
                  </a:cubicBezTo>
                  <a:cubicBezTo>
                    <a:pt x="8496" y="33847"/>
                    <a:pt x="8506" y="33847"/>
                    <a:pt x="8516" y="33847"/>
                  </a:cubicBezTo>
                  <a:cubicBezTo>
                    <a:pt x="8772" y="33847"/>
                    <a:pt x="8862" y="33928"/>
                    <a:pt x="8905" y="34215"/>
                  </a:cubicBezTo>
                  <a:cubicBezTo>
                    <a:pt x="9209" y="36272"/>
                    <a:pt x="10199" y="37928"/>
                    <a:pt x="11869" y="39172"/>
                  </a:cubicBezTo>
                  <a:cubicBezTo>
                    <a:pt x="11951" y="39236"/>
                    <a:pt x="12040" y="39280"/>
                    <a:pt x="12192" y="39375"/>
                  </a:cubicBezTo>
                  <a:cubicBezTo>
                    <a:pt x="12192" y="38658"/>
                    <a:pt x="12180" y="38004"/>
                    <a:pt x="12192" y="37351"/>
                  </a:cubicBezTo>
                  <a:cubicBezTo>
                    <a:pt x="12211" y="36278"/>
                    <a:pt x="12808" y="35510"/>
                    <a:pt x="13798" y="35269"/>
                  </a:cubicBezTo>
                  <a:cubicBezTo>
                    <a:pt x="14014" y="35218"/>
                    <a:pt x="14242" y="35212"/>
                    <a:pt x="14464" y="35212"/>
                  </a:cubicBezTo>
                  <a:cubicBezTo>
                    <a:pt x="15061" y="35209"/>
                    <a:pt x="15656" y="35207"/>
                    <a:pt x="16251" y="35207"/>
                  </a:cubicBezTo>
                  <a:cubicBezTo>
                    <a:pt x="16846" y="35207"/>
                    <a:pt x="17441" y="35209"/>
                    <a:pt x="18037" y="35212"/>
                  </a:cubicBezTo>
                  <a:cubicBezTo>
                    <a:pt x="19484" y="35218"/>
                    <a:pt x="20310" y="36056"/>
                    <a:pt x="20310" y="37509"/>
                  </a:cubicBezTo>
                  <a:cubicBezTo>
                    <a:pt x="20310" y="38112"/>
                    <a:pt x="20310" y="38715"/>
                    <a:pt x="20310" y="39382"/>
                  </a:cubicBezTo>
                  <a:cubicBezTo>
                    <a:pt x="21173" y="38842"/>
                    <a:pt x="21858" y="38201"/>
                    <a:pt x="22347" y="37395"/>
                  </a:cubicBezTo>
                  <a:cubicBezTo>
                    <a:pt x="22823" y="36602"/>
                    <a:pt x="23191" y="35739"/>
                    <a:pt x="23616" y="34888"/>
                  </a:cubicBezTo>
                  <a:cubicBezTo>
                    <a:pt x="24993" y="35555"/>
                    <a:pt x="26453" y="36259"/>
                    <a:pt x="27925" y="36970"/>
                  </a:cubicBezTo>
                  <a:cubicBezTo>
                    <a:pt x="27602" y="38004"/>
                    <a:pt x="27767" y="38918"/>
                    <a:pt x="28471" y="39724"/>
                  </a:cubicBezTo>
                  <a:cubicBezTo>
                    <a:pt x="28897" y="40219"/>
                    <a:pt x="29468" y="40441"/>
                    <a:pt x="30064" y="40619"/>
                  </a:cubicBezTo>
                  <a:lnTo>
                    <a:pt x="30858" y="40619"/>
                  </a:lnTo>
                  <a:cubicBezTo>
                    <a:pt x="31721" y="40391"/>
                    <a:pt x="32438" y="39972"/>
                    <a:pt x="32863" y="39140"/>
                  </a:cubicBezTo>
                  <a:cubicBezTo>
                    <a:pt x="33409" y="38080"/>
                    <a:pt x="33187" y="36735"/>
                    <a:pt x="32311" y="35942"/>
                  </a:cubicBezTo>
                  <a:cubicBezTo>
                    <a:pt x="31779" y="35460"/>
                    <a:pt x="31120" y="35210"/>
                    <a:pt x="30465" y="35210"/>
                  </a:cubicBezTo>
                  <a:cubicBezTo>
                    <a:pt x="29963" y="35210"/>
                    <a:pt x="29464" y="35356"/>
                    <a:pt x="29023" y="35656"/>
                  </a:cubicBezTo>
                  <a:cubicBezTo>
                    <a:pt x="28895" y="35740"/>
                    <a:pt x="28787" y="35779"/>
                    <a:pt x="28676" y="35779"/>
                  </a:cubicBezTo>
                  <a:cubicBezTo>
                    <a:pt x="28585" y="35779"/>
                    <a:pt x="28492" y="35752"/>
                    <a:pt x="28382" y="35701"/>
                  </a:cubicBezTo>
                  <a:cubicBezTo>
                    <a:pt x="26929" y="34983"/>
                    <a:pt x="25469" y="34273"/>
                    <a:pt x="24003" y="33574"/>
                  </a:cubicBezTo>
                  <a:cubicBezTo>
                    <a:pt x="23781" y="33473"/>
                    <a:pt x="23711" y="33359"/>
                    <a:pt x="23686" y="33111"/>
                  </a:cubicBezTo>
                  <a:cubicBezTo>
                    <a:pt x="23610" y="32413"/>
                    <a:pt x="23470" y="31728"/>
                    <a:pt x="23381" y="31036"/>
                  </a:cubicBezTo>
                  <a:cubicBezTo>
                    <a:pt x="23362" y="30902"/>
                    <a:pt x="23413" y="30693"/>
                    <a:pt x="23508" y="30617"/>
                  </a:cubicBezTo>
                  <a:cubicBezTo>
                    <a:pt x="24321" y="29982"/>
                    <a:pt x="25152" y="29373"/>
                    <a:pt x="26015" y="28726"/>
                  </a:cubicBezTo>
                  <a:cubicBezTo>
                    <a:pt x="26643" y="29703"/>
                    <a:pt x="27367" y="30579"/>
                    <a:pt x="28389" y="31233"/>
                  </a:cubicBezTo>
                  <a:cubicBezTo>
                    <a:pt x="28408" y="31099"/>
                    <a:pt x="28427" y="30998"/>
                    <a:pt x="28427" y="30902"/>
                  </a:cubicBezTo>
                  <a:cubicBezTo>
                    <a:pt x="28433" y="30350"/>
                    <a:pt x="28421" y="29792"/>
                    <a:pt x="28433" y="29240"/>
                  </a:cubicBezTo>
                  <a:cubicBezTo>
                    <a:pt x="28465" y="28015"/>
                    <a:pt x="29176" y="27177"/>
                    <a:pt x="30388" y="27107"/>
                  </a:cubicBezTo>
                  <a:cubicBezTo>
                    <a:pt x="31101" y="27072"/>
                    <a:pt x="31818" y="27052"/>
                    <a:pt x="32534" y="27052"/>
                  </a:cubicBezTo>
                  <a:cubicBezTo>
                    <a:pt x="33220" y="27052"/>
                    <a:pt x="33906" y="27070"/>
                    <a:pt x="34589" y="27107"/>
                  </a:cubicBezTo>
                  <a:cubicBezTo>
                    <a:pt x="35833" y="27171"/>
                    <a:pt x="36551" y="28040"/>
                    <a:pt x="36563" y="29297"/>
                  </a:cubicBezTo>
                  <a:cubicBezTo>
                    <a:pt x="36570" y="29925"/>
                    <a:pt x="36563" y="30560"/>
                    <a:pt x="36563" y="31245"/>
                  </a:cubicBezTo>
                  <a:cubicBezTo>
                    <a:pt x="37395" y="30737"/>
                    <a:pt x="38023" y="30103"/>
                    <a:pt x="38543" y="29373"/>
                  </a:cubicBezTo>
                  <a:cubicBezTo>
                    <a:pt x="41698" y="24911"/>
                    <a:pt x="39210" y="18749"/>
                    <a:pt x="33853" y="17740"/>
                  </a:cubicBezTo>
                  <a:cubicBezTo>
                    <a:pt x="33403" y="17657"/>
                    <a:pt x="32933" y="17663"/>
                    <a:pt x="32476" y="17600"/>
                  </a:cubicBezTo>
                  <a:cubicBezTo>
                    <a:pt x="32349" y="17581"/>
                    <a:pt x="32178" y="17498"/>
                    <a:pt x="32121" y="17391"/>
                  </a:cubicBezTo>
                  <a:cubicBezTo>
                    <a:pt x="31226" y="15760"/>
                    <a:pt x="30344" y="14116"/>
                    <a:pt x="29474" y="12472"/>
                  </a:cubicBezTo>
                  <a:cubicBezTo>
                    <a:pt x="29423" y="12377"/>
                    <a:pt x="29442" y="12186"/>
                    <a:pt x="29506" y="12098"/>
                  </a:cubicBezTo>
                  <a:cubicBezTo>
                    <a:pt x="30470" y="10866"/>
                    <a:pt x="31004" y="9470"/>
                    <a:pt x="31124" y="7845"/>
                  </a:cubicBezTo>
                  <a:cubicBezTo>
                    <a:pt x="32559" y="8537"/>
                    <a:pt x="33961" y="9210"/>
                    <a:pt x="35370" y="9889"/>
                  </a:cubicBezTo>
                  <a:cubicBezTo>
                    <a:pt x="35078" y="10873"/>
                    <a:pt x="35186" y="11755"/>
                    <a:pt x="35827" y="12535"/>
                  </a:cubicBezTo>
                  <a:cubicBezTo>
                    <a:pt x="36376" y="13200"/>
                    <a:pt x="37065" y="13537"/>
                    <a:pt x="37849" y="13537"/>
                  </a:cubicBezTo>
                  <a:cubicBezTo>
                    <a:pt x="38053" y="13537"/>
                    <a:pt x="38264" y="13514"/>
                    <a:pt x="38480" y="13468"/>
                  </a:cubicBezTo>
                  <a:cubicBezTo>
                    <a:pt x="39502" y="13253"/>
                    <a:pt x="40181" y="12599"/>
                    <a:pt x="40498" y="11596"/>
                  </a:cubicBezTo>
                  <a:cubicBezTo>
                    <a:pt x="40530" y="11482"/>
                    <a:pt x="40581" y="11374"/>
                    <a:pt x="40619" y="11266"/>
                  </a:cubicBezTo>
                  <a:lnTo>
                    <a:pt x="40619" y="10397"/>
                  </a:lnTo>
                  <a:cubicBezTo>
                    <a:pt x="40403" y="9762"/>
                    <a:pt x="40155" y="9165"/>
                    <a:pt x="39610" y="8734"/>
                  </a:cubicBezTo>
                  <a:cubicBezTo>
                    <a:pt x="39109" y="8339"/>
                    <a:pt x="38507" y="8134"/>
                    <a:pt x="37907" y="8134"/>
                  </a:cubicBezTo>
                  <a:cubicBezTo>
                    <a:pt x="37397" y="8134"/>
                    <a:pt x="36889" y="8282"/>
                    <a:pt x="36443" y="8588"/>
                  </a:cubicBezTo>
                  <a:cubicBezTo>
                    <a:pt x="36328" y="8667"/>
                    <a:pt x="36228" y="8701"/>
                    <a:pt x="36127" y="8701"/>
                  </a:cubicBezTo>
                  <a:cubicBezTo>
                    <a:pt x="36034" y="8701"/>
                    <a:pt x="35940" y="8672"/>
                    <a:pt x="35833" y="8620"/>
                  </a:cubicBezTo>
                  <a:cubicBezTo>
                    <a:pt x="34342" y="7890"/>
                    <a:pt x="32850" y="7160"/>
                    <a:pt x="31353" y="6449"/>
                  </a:cubicBezTo>
                  <a:cubicBezTo>
                    <a:pt x="31118" y="6341"/>
                    <a:pt x="31016" y="6202"/>
                    <a:pt x="30966" y="5960"/>
                  </a:cubicBezTo>
                  <a:cubicBezTo>
                    <a:pt x="30261" y="2952"/>
                    <a:pt x="28401" y="1042"/>
                    <a:pt x="25431" y="217"/>
                  </a:cubicBezTo>
                  <a:cubicBezTo>
                    <a:pt x="25082" y="115"/>
                    <a:pt x="24714" y="71"/>
                    <a:pt x="24352" y="1"/>
                  </a:cubicBezTo>
                  <a:lnTo>
                    <a:pt x="22924" y="1"/>
                  </a:lnTo>
                  <a:cubicBezTo>
                    <a:pt x="22277" y="166"/>
                    <a:pt x="21604" y="261"/>
                    <a:pt x="20995" y="515"/>
                  </a:cubicBezTo>
                  <a:cubicBezTo>
                    <a:pt x="18190" y="1683"/>
                    <a:pt x="16622" y="3803"/>
                    <a:pt x="16267" y="6824"/>
                  </a:cubicBezTo>
                  <a:cubicBezTo>
                    <a:pt x="16248" y="6976"/>
                    <a:pt x="16191" y="7166"/>
                    <a:pt x="16083" y="7261"/>
                  </a:cubicBezTo>
                  <a:cubicBezTo>
                    <a:pt x="14813" y="8366"/>
                    <a:pt x="13538" y="9451"/>
                    <a:pt x="12249" y="10555"/>
                  </a:cubicBezTo>
                  <a:cubicBezTo>
                    <a:pt x="11412" y="9883"/>
                    <a:pt x="10498" y="9362"/>
                    <a:pt x="9463" y="9089"/>
                  </a:cubicBezTo>
                  <a:cubicBezTo>
                    <a:pt x="9133" y="9000"/>
                    <a:pt x="8797" y="8931"/>
                    <a:pt x="8454" y="8886"/>
                  </a:cubicBezTo>
                  <a:cubicBezTo>
                    <a:pt x="8219" y="8854"/>
                    <a:pt x="8111" y="8785"/>
                    <a:pt x="8111" y="8524"/>
                  </a:cubicBezTo>
                  <a:cubicBezTo>
                    <a:pt x="8124" y="7547"/>
                    <a:pt x="8111" y="6570"/>
                    <a:pt x="8130" y="5592"/>
                  </a:cubicBezTo>
                  <a:cubicBezTo>
                    <a:pt x="8130" y="5472"/>
                    <a:pt x="8238" y="5294"/>
                    <a:pt x="8346" y="5250"/>
                  </a:cubicBezTo>
                  <a:cubicBezTo>
                    <a:pt x="9565" y="4704"/>
                    <a:pt x="10237" y="3707"/>
                    <a:pt x="10142" y="2540"/>
                  </a:cubicBezTo>
                  <a:cubicBezTo>
                    <a:pt x="10047" y="1302"/>
                    <a:pt x="9273" y="413"/>
                    <a:pt x="7997" y="64"/>
                  </a:cubicBezTo>
                  <a:cubicBezTo>
                    <a:pt x="7946" y="52"/>
                    <a:pt x="7902" y="20"/>
                    <a:pt x="7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5"/>
            <p:cNvSpPr/>
            <p:nvPr/>
          </p:nvSpPr>
          <p:spPr>
            <a:xfrm>
              <a:off x="7196702" y="6788484"/>
              <a:ext cx="170792" cy="127779"/>
            </a:xfrm>
            <a:custGeom>
              <a:rect b="b" l="l" r="r" t="t"/>
              <a:pathLst>
                <a:path extrusionOk="0" h="4061" w="5428">
                  <a:moveTo>
                    <a:pt x="2387" y="0"/>
                  </a:moveTo>
                  <a:cubicBezTo>
                    <a:pt x="1856" y="0"/>
                    <a:pt x="1325" y="2"/>
                    <a:pt x="794" y="5"/>
                  </a:cubicBezTo>
                  <a:cubicBezTo>
                    <a:pt x="280" y="11"/>
                    <a:pt x="20" y="284"/>
                    <a:pt x="13" y="798"/>
                  </a:cubicBezTo>
                  <a:cubicBezTo>
                    <a:pt x="1" y="1617"/>
                    <a:pt x="20" y="2435"/>
                    <a:pt x="7" y="3254"/>
                  </a:cubicBezTo>
                  <a:cubicBezTo>
                    <a:pt x="1" y="3483"/>
                    <a:pt x="83" y="3590"/>
                    <a:pt x="293" y="3641"/>
                  </a:cubicBezTo>
                  <a:cubicBezTo>
                    <a:pt x="838" y="3775"/>
                    <a:pt x="1384" y="3921"/>
                    <a:pt x="1930" y="4060"/>
                  </a:cubicBezTo>
                  <a:lnTo>
                    <a:pt x="3441" y="4060"/>
                  </a:lnTo>
                  <a:cubicBezTo>
                    <a:pt x="4012" y="3914"/>
                    <a:pt x="4583" y="3768"/>
                    <a:pt x="5161" y="3629"/>
                  </a:cubicBezTo>
                  <a:cubicBezTo>
                    <a:pt x="5357" y="3584"/>
                    <a:pt x="5427" y="3476"/>
                    <a:pt x="5427" y="3267"/>
                  </a:cubicBezTo>
                  <a:cubicBezTo>
                    <a:pt x="5414" y="2448"/>
                    <a:pt x="5427" y="1629"/>
                    <a:pt x="5414" y="811"/>
                  </a:cubicBezTo>
                  <a:cubicBezTo>
                    <a:pt x="5414" y="297"/>
                    <a:pt x="5148" y="11"/>
                    <a:pt x="4640" y="11"/>
                  </a:cubicBezTo>
                  <a:cubicBezTo>
                    <a:pt x="3889" y="4"/>
                    <a:pt x="3138" y="0"/>
                    <a:pt x="2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5"/>
            <p:cNvSpPr/>
            <p:nvPr/>
          </p:nvSpPr>
          <p:spPr>
            <a:xfrm>
              <a:off x="6919522" y="6255646"/>
              <a:ext cx="170981" cy="127968"/>
            </a:xfrm>
            <a:custGeom>
              <a:rect b="b" l="l" r="r" t="t"/>
              <a:pathLst>
                <a:path extrusionOk="0" h="4067" w="5434">
                  <a:moveTo>
                    <a:pt x="1925" y="0"/>
                  </a:moveTo>
                  <a:cubicBezTo>
                    <a:pt x="1582" y="0"/>
                    <a:pt x="1238" y="2"/>
                    <a:pt x="895" y="6"/>
                  </a:cubicBezTo>
                  <a:cubicBezTo>
                    <a:pt x="267" y="19"/>
                    <a:pt x="26" y="273"/>
                    <a:pt x="20" y="875"/>
                  </a:cubicBezTo>
                  <a:cubicBezTo>
                    <a:pt x="13" y="1256"/>
                    <a:pt x="20" y="1643"/>
                    <a:pt x="20" y="2024"/>
                  </a:cubicBezTo>
                  <a:cubicBezTo>
                    <a:pt x="20" y="2449"/>
                    <a:pt x="1" y="2875"/>
                    <a:pt x="26" y="3293"/>
                  </a:cubicBezTo>
                  <a:cubicBezTo>
                    <a:pt x="39" y="3414"/>
                    <a:pt x="153" y="3585"/>
                    <a:pt x="261" y="3624"/>
                  </a:cubicBezTo>
                  <a:cubicBezTo>
                    <a:pt x="1080" y="3919"/>
                    <a:pt x="1901" y="4066"/>
                    <a:pt x="2723" y="4066"/>
                  </a:cubicBezTo>
                  <a:cubicBezTo>
                    <a:pt x="3545" y="4066"/>
                    <a:pt x="4367" y="3919"/>
                    <a:pt x="5186" y="3624"/>
                  </a:cubicBezTo>
                  <a:cubicBezTo>
                    <a:pt x="5287" y="3585"/>
                    <a:pt x="5414" y="3433"/>
                    <a:pt x="5414" y="3332"/>
                  </a:cubicBezTo>
                  <a:cubicBezTo>
                    <a:pt x="5433" y="2475"/>
                    <a:pt x="5433" y="1612"/>
                    <a:pt x="5421" y="755"/>
                  </a:cubicBezTo>
                  <a:cubicBezTo>
                    <a:pt x="5414" y="317"/>
                    <a:pt x="5179" y="76"/>
                    <a:pt x="4742" y="25"/>
                  </a:cubicBezTo>
                  <a:cubicBezTo>
                    <a:pt x="4572" y="8"/>
                    <a:pt x="4406" y="5"/>
                    <a:pt x="4239" y="5"/>
                  </a:cubicBezTo>
                  <a:cubicBezTo>
                    <a:pt x="4155" y="5"/>
                    <a:pt x="4071" y="6"/>
                    <a:pt x="3986" y="6"/>
                  </a:cubicBezTo>
                  <a:cubicBezTo>
                    <a:pt x="3301" y="6"/>
                    <a:pt x="2613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5"/>
            <p:cNvSpPr/>
            <p:nvPr/>
          </p:nvSpPr>
          <p:spPr>
            <a:xfrm>
              <a:off x="7430743" y="5978844"/>
              <a:ext cx="171170" cy="127716"/>
            </a:xfrm>
            <a:custGeom>
              <a:rect b="b" l="l" r="r" t="t"/>
              <a:pathLst>
                <a:path extrusionOk="0" h="4059" w="5440">
                  <a:moveTo>
                    <a:pt x="1518" y="1"/>
                  </a:moveTo>
                  <a:cubicBezTo>
                    <a:pt x="1315" y="1"/>
                    <a:pt x="1112" y="2"/>
                    <a:pt x="909" y="7"/>
                  </a:cubicBezTo>
                  <a:cubicBezTo>
                    <a:pt x="268" y="13"/>
                    <a:pt x="20" y="260"/>
                    <a:pt x="14" y="889"/>
                  </a:cubicBezTo>
                  <a:cubicBezTo>
                    <a:pt x="7" y="1669"/>
                    <a:pt x="20" y="2450"/>
                    <a:pt x="7" y="3224"/>
                  </a:cubicBezTo>
                  <a:cubicBezTo>
                    <a:pt x="1" y="3459"/>
                    <a:pt x="71" y="3573"/>
                    <a:pt x="306" y="3656"/>
                  </a:cubicBezTo>
                  <a:cubicBezTo>
                    <a:pt x="1110" y="3924"/>
                    <a:pt x="1913" y="4059"/>
                    <a:pt x="2716" y="4059"/>
                  </a:cubicBezTo>
                  <a:cubicBezTo>
                    <a:pt x="3528" y="4059"/>
                    <a:pt x="4341" y="3921"/>
                    <a:pt x="5154" y="3643"/>
                  </a:cubicBezTo>
                  <a:cubicBezTo>
                    <a:pt x="5364" y="3573"/>
                    <a:pt x="5440" y="3472"/>
                    <a:pt x="5440" y="3250"/>
                  </a:cubicBezTo>
                  <a:cubicBezTo>
                    <a:pt x="5427" y="2475"/>
                    <a:pt x="5434" y="1695"/>
                    <a:pt x="5434" y="914"/>
                  </a:cubicBezTo>
                  <a:cubicBezTo>
                    <a:pt x="5427" y="286"/>
                    <a:pt x="5180" y="19"/>
                    <a:pt x="4551" y="7"/>
                  </a:cubicBezTo>
                  <a:cubicBezTo>
                    <a:pt x="4348" y="2"/>
                    <a:pt x="4146" y="1"/>
                    <a:pt x="3944" y="1"/>
                  </a:cubicBezTo>
                  <a:cubicBezTo>
                    <a:pt x="3540" y="1"/>
                    <a:pt x="3136" y="7"/>
                    <a:pt x="2730" y="7"/>
                  </a:cubicBezTo>
                  <a:cubicBezTo>
                    <a:pt x="2328" y="7"/>
                    <a:pt x="1923" y="1"/>
                    <a:pt x="1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5"/>
            <p:cNvSpPr/>
            <p:nvPr/>
          </p:nvSpPr>
          <p:spPr>
            <a:xfrm>
              <a:off x="7707545" y="6532480"/>
              <a:ext cx="171358" cy="127779"/>
            </a:xfrm>
            <a:custGeom>
              <a:rect b="b" l="l" r="r" t="t"/>
              <a:pathLst>
                <a:path extrusionOk="0" h="4061" w="5446">
                  <a:moveTo>
                    <a:pt x="1675" y="0"/>
                  </a:moveTo>
                  <a:cubicBezTo>
                    <a:pt x="1409" y="0"/>
                    <a:pt x="1143" y="3"/>
                    <a:pt x="876" y="11"/>
                  </a:cubicBezTo>
                  <a:cubicBezTo>
                    <a:pt x="267" y="23"/>
                    <a:pt x="19" y="284"/>
                    <a:pt x="13" y="893"/>
                  </a:cubicBezTo>
                  <a:cubicBezTo>
                    <a:pt x="7" y="1673"/>
                    <a:pt x="19" y="2448"/>
                    <a:pt x="7" y="3228"/>
                  </a:cubicBezTo>
                  <a:cubicBezTo>
                    <a:pt x="0" y="3457"/>
                    <a:pt x="64" y="3577"/>
                    <a:pt x="299" y="3654"/>
                  </a:cubicBezTo>
                  <a:cubicBezTo>
                    <a:pt x="1109" y="3926"/>
                    <a:pt x="1915" y="4061"/>
                    <a:pt x="2722" y="4061"/>
                  </a:cubicBezTo>
                  <a:cubicBezTo>
                    <a:pt x="3532" y="4061"/>
                    <a:pt x="4342" y="3924"/>
                    <a:pt x="5154" y="3654"/>
                  </a:cubicBezTo>
                  <a:cubicBezTo>
                    <a:pt x="5395" y="3571"/>
                    <a:pt x="5446" y="3451"/>
                    <a:pt x="5439" y="3222"/>
                  </a:cubicBezTo>
                  <a:cubicBezTo>
                    <a:pt x="5433" y="2460"/>
                    <a:pt x="5439" y="1693"/>
                    <a:pt x="5433" y="925"/>
                  </a:cubicBezTo>
                  <a:cubicBezTo>
                    <a:pt x="5433" y="284"/>
                    <a:pt x="5173" y="17"/>
                    <a:pt x="4519" y="4"/>
                  </a:cubicBezTo>
                  <a:cubicBezTo>
                    <a:pt x="4322" y="2"/>
                    <a:pt x="4125" y="2"/>
                    <a:pt x="3927" y="2"/>
                  </a:cubicBezTo>
                  <a:cubicBezTo>
                    <a:pt x="3531" y="2"/>
                    <a:pt x="3133" y="4"/>
                    <a:pt x="2736" y="4"/>
                  </a:cubicBezTo>
                  <a:cubicBezTo>
                    <a:pt x="2384" y="4"/>
                    <a:pt x="2030" y="0"/>
                    <a:pt x="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5"/>
            <p:cNvSpPr/>
            <p:nvPr/>
          </p:nvSpPr>
          <p:spPr>
            <a:xfrm>
              <a:off x="6962252" y="6042719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68" y="1"/>
                  </a:moveTo>
                  <a:cubicBezTo>
                    <a:pt x="1361" y="1"/>
                    <a:pt x="1354" y="1"/>
                    <a:pt x="1346" y="1"/>
                  </a:cubicBezTo>
                  <a:cubicBezTo>
                    <a:pt x="597" y="14"/>
                    <a:pt x="1" y="636"/>
                    <a:pt x="13" y="1391"/>
                  </a:cubicBezTo>
                  <a:cubicBezTo>
                    <a:pt x="26" y="2129"/>
                    <a:pt x="622" y="2698"/>
                    <a:pt x="1366" y="2698"/>
                  </a:cubicBezTo>
                  <a:cubicBezTo>
                    <a:pt x="1370" y="2698"/>
                    <a:pt x="1374" y="2698"/>
                    <a:pt x="1378" y="2698"/>
                  </a:cubicBezTo>
                  <a:cubicBezTo>
                    <a:pt x="2114" y="2692"/>
                    <a:pt x="2711" y="2096"/>
                    <a:pt x="2711" y="1359"/>
                  </a:cubicBezTo>
                  <a:cubicBezTo>
                    <a:pt x="2717" y="624"/>
                    <a:pt x="209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5"/>
            <p:cNvSpPr/>
            <p:nvPr/>
          </p:nvSpPr>
          <p:spPr>
            <a:xfrm>
              <a:off x="7239432" y="6575525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53" y="1"/>
                  </a:moveTo>
                  <a:cubicBezTo>
                    <a:pt x="597" y="1"/>
                    <a:pt x="1" y="604"/>
                    <a:pt x="7" y="1365"/>
                  </a:cubicBezTo>
                  <a:cubicBezTo>
                    <a:pt x="14" y="2102"/>
                    <a:pt x="617" y="2698"/>
                    <a:pt x="1353" y="2698"/>
                  </a:cubicBezTo>
                  <a:cubicBezTo>
                    <a:pt x="2095" y="2698"/>
                    <a:pt x="2717" y="2070"/>
                    <a:pt x="2705" y="1327"/>
                  </a:cubicBezTo>
                  <a:cubicBezTo>
                    <a:pt x="2692" y="597"/>
                    <a:pt x="2089" y="7"/>
                    <a:pt x="1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5"/>
            <p:cNvSpPr/>
            <p:nvPr/>
          </p:nvSpPr>
          <p:spPr>
            <a:xfrm>
              <a:off x="7750684" y="6319710"/>
              <a:ext cx="85302" cy="84924"/>
            </a:xfrm>
            <a:custGeom>
              <a:rect b="b" l="l" r="r" t="t"/>
              <a:pathLst>
                <a:path extrusionOk="0" h="2699" w="2711">
                  <a:moveTo>
                    <a:pt x="1351" y="1"/>
                  </a:moveTo>
                  <a:cubicBezTo>
                    <a:pt x="1347" y="1"/>
                    <a:pt x="1343" y="1"/>
                    <a:pt x="1339" y="1"/>
                  </a:cubicBezTo>
                  <a:cubicBezTo>
                    <a:pt x="603" y="7"/>
                    <a:pt x="13" y="604"/>
                    <a:pt x="7" y="1346"/>
                  </a:cubicBezTo>
                  <a:cubicBezTo>
                    <a:pt x="0" y="2104"/>
                    <a:pt x="591" y="2698"/>
                    <a:pt x="1346" y="2698"/>
                  </a:cubicBezTo>
                  <a:cubicBezTo>
                    <a:pt x="1350" y="2698"/>
                    <a:pt x="1354" y="2698"/>
                    <a:pt x="1358" y="2698"/>
                  </a:cubicBezTo>
                  <a:cubicBezTo>
                    <a:pt x="2095" y="2692"/>
                    <a:pt x="2691" y="2102"/>
                    <a:pt x="2704" y="1365"/>
                  </a:cubicBezTo>
                  <a:cubicBezTo>
                    <a:pt x="2710" y="627"/>
                    <a:pt x="2088" y="1"/>
                    <a:pt x="1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5"/>
            <p:cNvSpPr/>
            <p:nvPr/>
          </p:nvSpPr>
          <p:spPr>
            <a:xfrm>
              <a:off x="7473693" y="5765759"/>
              <a:ext cx="85711" cy="84893"/>
            </a:xfrm>
            <a:custGeom>
              <a:rect b="b" l="l" r="r" t="t"/>
              <a:pathLst>
                <a:path extrusionOk="0" h="2698" w="2724">
                  <a:moveTo>
                    <a:pt x="1352" y="0"/>
                  </a:moveTo>
                  <a:cubicBezTo>
                    <a:pt x="603" y="7"/>
                    <a:pt x="0" y="622"/>
                    <a:pt x="13" y="1378"/>
                  </a:cubicBezTo>
                  <a:cubicBezTo>
                    <a:pt x="20" y="2120"/>
                    <a:pt x="610" y="2698"/>
                    <a:pt x="1352" y="2698"/>
                  </a:cubicBezTo>
                  <a:cubicBezTo>
                    <a:pt x="2089" y="2698"/>
                    <a:pt x="2698" y="2107"/>
                    <a:pt x="2710" y="1378"/>
                  </a:cubicBezTo>
                  <a:cubicBezTo>
                    <a:pt x="2723" y="648"/>
                    <a:pt x="2089" y="0"/>
                    <a:pt x="1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0" name="Google Shape;630;p35"/>
          <p:cNvSpPr txBox="1"/>
          <p:nvPr/>
        </p:nvSpPr>
        <p:spPr>
          <a:xfrm>
            <a:off x="6674547" y="1245806"/>
            <a:ext cx="581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IVR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631" name="Google Shape;631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4084" y="1231581"/>
            <a:ext cx="278950" cy="27895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35"/>
          <p:cNvSpPr/>
          <p:nvPr/>
        </p:nvSpPr>
        <p:spPr>
          <a:xfrm>
            <a:off x="4598819" y="1753324"/>
            <a:ext cx="225332" cy="259784"/>
          </a:xfrm>
          <a:custGeom>
            <a:rect b="b" l="l" r="r" t="t"/>
            <a:pathLst>
              <a:path extrusionOk="0" h="209503" w="181719">
                <a:moveTo>
                  <a:pt x="97316" y="1"/>
                </a:moveTo>
                <a:lnTo>
                  <a:pt x="97316" y="1246"/>
                </a:lnTo>
                <a:cubicBezTo>
                  <a:pt x="97316" y="40562"/>
                  <a:pt x="97256" y="79847"/>
                  <a:pt x="97316" y="119162"/>
                </a:cubicBezTo>
                <a:cubicBezTo>
                  <a:pt x="97316" y="128976"/>
                  <a:pt x="97195" y="138759"/>
                  <a:pt x="95797" y="148481"/>
                </a:cubicBezTo>
                <a:cubicBezTo>
                  <a:pt x="94187" y="159449"/>
                  <a:pt x="88262" y="167440"/>
                  <a:pt x="78327" y="172028"/>
                </a:cubicBezTo>
                <a:cubicBezTo>
                  <a:pt x="74346" y="173860"/>
                  <a:pt x="70400" y="174732"/>
                  <a:pt x="66482" y="174732"/>
                </a:cubicBezTo>
                <a:cubicBezTo>
                  <a:pt x="61371" y="174732"/>
                  <a:pt x="56309" y="173248"/>
                  <a:pt x="51286" y="170478"/>
                </a:cubicBezTo>
                <a:cubicBezTo>
                  <a:pt x="41351" y="164979"/>
                  <a:pt x="35548" y="156867"/>
                  <a:pt x="34454" y="145595"/>
                </a:cubicBezTo>
                <a:cubicBezTo>
                  <a:pt x="33604" y="136814"/>
                  <a:pt x="35700" y="128945"/>
                  <a:pt x="42172" y="122534"/>
                </a:cubicBezTo>
                <a:cubicBezTo>
                  <a:pt x="46152" y="118615"/>
                  <a:pt x="51226" y="116670"/>
                  <a:pt x="56391" y="114999"/>
                </a:cubicBezTo>
                <a:cubicBezTo>
                  <a:pt x="61374" y="113389"/>
                  <a:pt x="66417" y="112022"/>
                  <a:pt x="71491" y="110594"/>
                </a:cubicBezTo>
                <a:cubicBezTo>
                  <a:pt x="73101" y="110138"/>
                  <a:pt x="73952" y="109105"/>
                  <a:pt x="73952" y="107434"/>
                </a:cubicBezTo>
                <a:cubicBezTo>
                  <a:pt x="73982" y="104153"/>
                  <a:pt x="73982" y="100902"/>
                  <a:pt x="73982" y="97620"/>
                </a:cubicBezTo>
                <a:cubicBezTo>
                  <a:pt x="73952" y="90207"/>
                  <a:pt x="73952" y="82703"/>
                  <a:pt x="73952" y="75046"/>
                </a:cubicBezTo>
                <a:cubicBezTo>
                  <a:pt x="71886" y="75198"/>
                  <a:pt x="70002" y="75198"/>
                  <a:pt x="68179" y="75471"/>
                </a:cubicBezTo>
                <a:cubicBezTo>
                  <a:pt x="61860" y="76383"/>
                  <a:pt x="55419" y="76748"/>
                  <a:pt x="49342" y="78449"/>
                </a:cubicBezTo>
                <a:cubicBezTo>
                  <a:pt x="30170" y="83887"/>
                  <a:pt x="16194" y="95889"/>
                  <a:pt x="7383" y="113814"/>
                </a:cubicBezTo>
                <a:cubicBezTo>
                  <a:pt x="3677" y="121349"/>
                  <a:pt x="1763" y="129401"/>
                  <a:pt x="1033" y="137635"/>
                </a:cubicBezTo>
                <a:cubicBezTo>
                  <a:pt x="0" y="148846"/>
                  <a:pt x="2431" y="159723"/>
                  <a:pt x="6685" y="169992"/>
                </a:cubicBezTo>
                <a:cubicBezTo>
                  <a:pt x="16255" y="193144"/>
                  <a:pt x="34333" y="205692"/>
                  <a:pt x="58730" y="209247"/>
                </a:cubicBezTo>
                <a:cubicBezTo>
                  <a:pt x="59770" y="209402"/>
                  <a:pt x="61177" y="209503"/>
                  <a:pt x="62886" y="209503"/>
                </a:cubicBezTo>
                <a:cubicBezTo>
                  <a:pt x="71220" y="209503"/>
                  <a:pt x="86731" y="207112"/>
                  <a:pt x="101783" y="197003"/>
                </a:cubicBezTo>
                <a:cubicBezTo>
                  <a:pt x="115971" y="186733"/>
                  <a:pt x="125268" y="173213"/>
                  <a:pt x="129583" y="156320"/>
                </a:cubicBezTo>
                <a:cubicBezTo>
                  <a:pt x="131801" y="147691"/>
                  <a:pt x="132439" y="138850"/>
                  <a:pt x="132469" y="130009"/>
                </a:cubicBezTo>
                <a:cubicBezTo>
                  <a:pt x="132591" y="110564"/>
                  <a:pt x="132500" y="91149"/>
                  <a:pt x="132500" y="71704"/>
                </a:cubicBezTo>
                <a:lnTo>
                  <a:pt x="132500" y="69395"/>
                </a:lnTo>
                <a:cubicBezTo>
                  <a:pt x="135386" y="70823"/>
                  <a:pt x="137938" y="72312"/>
                  <a:pt x="140612" y="73405"/>
                </a:cubicBezTo>
                <a:cubicBezTo>
                  <a:pt x="145777" y="75532"/>
                  <a:pt x="150942" y="77781"/>
                  <a:pt x="156289" y="79360"/>
                </a:cubicBezTo>
                <a:cubicBezTo>
                  <a:pt x="160543" y="80667"/>
                  <a:pt x="165009" y="81275"/>
                  <a:pt x="169475" y="81882"/>
                </a:cubicBezTo>
                <a:cubicBezTo>
                  <a:pt x="172817" y="82368"/>
                  <a:pt x="176220" y="82490"/>
                  <a:pt x="179593" y="82642"/>
                </a:cubicBezTo>
                <a:cubicBezTo>
                  <a:pt x="179649" y="82644"/>
                  <a:pt x="179704" y="82645"/>
                  <a:pt x="179757" y="82645"/>
                </a:cubicBezTo>
                <a:cubicBezTo>
                  <a:pt x="181156" y="82645"/>
                  <a:pt x="181718" y="81881"/>
                  <a:pt x="181689" y="80272"/>
                </a:cubicBezTo>
                <a:cubicBezTo>
                  <a:pt x="181568" y="73314"/>
                  <a:pt x="181659" y="66387"/>
                  <a:pt x="181659" y="59399"/>
                </a:cubicBezTo>
                <a:lnTo>
                  <a:pt x="181659" y="49403"/>
                </a:lnTo>
                <a:cubicBezTo>
                  <a:pt x="181325" y="49312"/>
                  <a:pt x="181112" y="49251"/>
                  <a:pt x="180930" y="49251"/>
                </a:cubicBezTo>
                <a:cubicBezTo>
                  <a:pt x="169323" y="48826"/>
                  <a:pt x="158932" y="45028"/>
                  <a:pt x="150091" y="37432"/>
                </a:cubicBezTo>
                <a:cubicBezTo>
                  <a:pt x="141280" y="29867"/>
                  <a:pt x="135811" y="20387"/>
                  <a:pt x="133715" y="8994"/>
                </a:cubicBezTo>
                <a:cubicBezTo>
                  <a:pt x="133198" y="5986"/>
                  <a:pt x="132773" y="2948"/>
                  <a:pt x="132317" y="1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633" name="Google Shape;633;p35"/>
          <p:cNvSpPr txBox="1"/>
          <p:nvPr/>
        </p:nvSpPr>
        <p:spPr>
          <a:xfrm>
            <a:off x="5025877" y="1766325"/>
            <a:ext cx="9822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TikTok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36" title="mobile mockup.png"/>
          <p:cNvPicPr preferRelativeResize="0"/>
          <p:nvPr/>
        </p:nvPicPr>
        <p:blipFill rotWithShape="1">
          <a:blip r:embed="rId3">
            <a:alphaModFix/>
          </a:blip>
          <a:srcRect b="10688" l="36229" r="36958" t="16559"/>
          <a:stretch/>
        </p:blipFill>
        <p:spPr>
          <a:xfrm>
            <a:off x="6966041" y="1015861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pic>
        <p:nvPicPr>
          <p:cNvPr id="639" name="Google Shape;639;p36" title="mobile mockup.png"/>
          <p:cNvPicPr preferRelativeResize="0"/>
          <p:nvPr/>
        </p:nvPicPr>
        <p:blipFill rotWithShape="1">
          <a:blip r:embed="rId3">
            <a:alphaModFix/>
          </a:blip>
          <a:srcRect b="10688" l="36229" r="36958" t="16559"/>
          <a:stretch/>
        </p:blipFill>
        <p:spPr>
          <a:xfrm>
            <a:off x="4944503" y="1015861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pic>
        <p:nvPicPr>
          <p:cNvPr id="640" name="Google Shape;640;p36" title="mobile mockup.png"/>
          <p:cNvPicPr preferRelativeResize="0"/>
          <p:nvPr/>
        </p:nvPicPr>
        <p:blipFill rotWithShape="1">
          <a:blip r:embed="rId3">
            <a:alphaModFix/>
          </a:blip>
          <a:srcRect b="10688" l="36229" r="36958" t="16559"/>
          <a:stretch/>
        </p:blipFill>
        <p:spPr>
          <a:xfrm>
            <a:off x="793052" y="1023527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sp>
        <p:nvSpPr>
          <p:cNvPr id="641" name="Google Shape;641;p36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Formatos digitales implementados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2" name="Google Shape;642;p36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3" name="Google Shape;643;p36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644" name="Google Shape;644;p36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6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6" name="Google Shape;646;p36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7" name="Google Shape;647;p36"/>
          <p:cNvSpPr/>
          <p:nvPr/>
        </p:nvSpPr>
        <p:spPr>
          <a:xfrm>
            <a:off x="771002" y="4332485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8" name="Google Shape;648;p36"/>
          <p:cNvSpPr/>
          <p:nvPr/>
        </p:nvSpPr>
        <p:spPr>
          <a:xfrm>
            <a:off x="4922453" y="4324820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9" name="Google Shape;649;p36"/>
          <p:cNvSpPr/>
          <p:nvPr/>
        </p:nvSpPr>
        <p:spPr>
          <a:xfrm>
            <a:off x="6943991" y="4324819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0" name="Google Shape;650;p36"/>
          <p:cNvSpPr/>
          <p:nvPr/>
        </p:nvSpPr>
        <p:spPr>
          <a:xfrm>
            <a:off x="2870140" y="4324819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651" name="Google Shape;651;p36" title="mobile mockup.png"/>
          <p:cNvPicPr preferRelativeResize="0"/>
          <p:nvPr/>
        </p:nvPicPr>
        <p:blipFill rotWithShape="1">
          <a:blip r:embed="rId3">
            <a:alphaModFix/>
          </a:blip>
          <a:srcRect b="10688" l="36229" r="36958" t="16559"/>
          <a:stretch/>
        </p:blipFill>
        <p:spPr>
          <a:xfrm>
            <a:off x="2892190" y="1037836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7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agregados</a:t>
            </a:r>
            <a:endParaRPr b="1" i="1" sz="18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7" name="Google Shape;657;p37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8" name="Google Shape;658;p37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659" name="Google Shape;659;p37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7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1" name="Google Shape;661;p37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2" name="Google Shape;662;p37"/>
          <p:cNvSpPr/>
          <p:nvPr/>
        </p:nvSpPr>
        <p:spPr>
          <a:xfrm>
            <a:off x="899261" y="1983417"/>
            <a:ext cx="1518000" cy="140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150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1925" lIns="61925" spcFirstLastPara="1" rIns="61925" wrap="square" tIns="61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9">
              <a:highlight>
                <a:srgbClr val="153245"/>
              </a:highlight>
            </a:endParaRPr>
          </a:p>
        </p:txBody>
      </p:sp>
      <p:sp>
        <p:nvSpPr>
          <p:cNvPr id="663" name="Google Shape;663;p37"/>
          <p:cNvSpPr txBox="1"/>
          <p:nvPr/>
        </p:nvSpPr>
        <p:spPr>
          <a:xfrm>
            <a:off x="899376" y="2427039"/>
            <a:ext cx="1518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950" lIns="70950" spcFirstLastPara="1" rIns="70950" wrap="square" tIns="21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708">
                <a:solidFill>
                  <a:srgbClr val="163243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{{camp_entregados}}</a:t>
            </a:r>
            <a:endParaRPr baseline="30000" sz="2708">
              <a:solidFill>
                <a:srgbClr val="163243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64" name="Google Shape;664;p37"/>
          <p:cNvSpPr/>
          <p:nvPr/>
        </p:nvSpPr>
        <p:spPr>
          <a:xfrm>
            <a:off x="2550179" y="1972820"/>
            <a:ext cx="1518000" cy="140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150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1925" lIns="61925" spcFirstLastPara="1" rIns="61925" wrap="square" tIns="61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9"/>
          </a:p>
        </p:txBody>
      </p:sp>
      <p:sp>
        <p:nvSpPr>
          <p:cNvPr id="665" name="Google Shape;665;p37"/>
          <p:cNvSpPr/>
          <p:nvPr/>
        </p:nvSpPr>
        <p:spPr>
          <a:xfrm>
            <a:off x="879074" y="2962190"/>
            <a:ext cx="1547700" cy="261300"/>
          </a:xfrm>
          <a:prstGeom prst="rect">
            <a:avLst/>
          </a:prstGeom>
          <a:solidFill>
            <a:srgbClr val="153244"/>
          </a:solidFill>
          <a:ln cap="flat" cmpd="sng" w="1667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50" lIns="70950" spcFirstLastPara="1" rIns="70950" wrap="square" tIns="7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2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Entregados</a:t>
            </a:r>
            <a:endParaRPr sz="92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6" name="Google Shape;666;p37"/>
          <p:cNvSpPr/>
          <p:nvPr/>
        </p:nvSpPr>
        <p:spPr>
          <a:xfrm>
            <a:off x="2538462" y="2951630"/>
            <a:ext cx="1547700" cy="261300"/>
          </a:xfrm>
          <a:prstGeom prst="rect">
            <a:avLst/>
          </a:prstGeom>
          <a:solidFill>
            <a:srgbClr val="153244"/>
          </a:solidFill>
          <a:ln cap="flat" cmpd="sng" w="1667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50" lIns="70950" spcFirstLastPara="1" rIns="70950" wrap="square" tIns="7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9"/>
              <a:buFont typeface="Arial"/>
              <a:buNone/>
            </a:pPr>
            <a:r>
              <a:rPr b="1" lang="es" sz="92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Aperturas</a:t>
            </a:r>
            <a:endParaRPr b="1" sz="92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67" name="Google Shape;667;p37"/>
          <p:cNvGrpSpPr/>
          <p:nvPr/>
        </p:nvGrpSpPr>
        <p:grpSpPr>
          <a:xfrm>
            <a:off x="1464964" y="2082186"/>
            <a:ext cx="315350" cy="246068"/>
            <a:chOff x="11542348" y="3083222"/>
            <a:chExt cx="361681" cy="274875"/>
          </a:xfrm>
        </p:grpSpPr>
        <p:sp>
          <p:nvSpPr>
            <p:cNvPr id="668" name="Google Shape;668;p37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t" bIns="13500" lIns="27025" spcFirstLastPara="1" rIns="27025" wrap="square" tIns="1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473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669" name="Google Shape;669;p37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t" bIns="13500" lIns="27025" spcFirstLastPara="1" rIns="27025" wrap="square" tIns="1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473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670" name="Google Shape;670;p37"/>
          <p:cNvSpPr/>
          <p:nvPr/>
        </p:nvSpPr>
        <p:spPr>
          <a:xfrm>
            <a:off x="3163004" y="2048532"/>
            <a:ext cx="280801" cy="313372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163243"/>
          </a:solidFill>
          <a:ln>
            <a:noFill/>
          </a:ln>
        </p:spPr>
        <p:txBody>
          <a:bodyPr anchorCtr="0" anchor="ctr" bIns="94225" lIns="94225" spcFirstLastPara="1" rIns="94225" wrap="square" tIns="94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1" name="Google Shape;671;p37"/>
          <p:cNvCxnSpPr/>
          <p:nvPr/>
        </p:nvCxnSpPr>
        <p:spPr>
          <a:xfrm rot="10800000">
            <a:off x="4570665" y="967069"/>
            <a:ext cx="2700" cy="3516000"/>
          </a:xfrm>
          <a:prstGeom prst="straightConnector1">
            <a:avLst/>
          </a:prstGeom>
          <a:noFill/>
          <a:ln cap="flat" cmpd="sng" w="19050">
            <a:solidFill>
              <a:srgbClr val="15324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72" name="Google Shape;672;p37"/>
          <p:cNvSpPr/>
          <p:nvPr/>
        </p:nvSpPr>
        <p:spPr>
          <a:xfrm>
            <a:off x="4901363" y="1592713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673" name="Google Shape;673;p37"/>
          <p:cNvSpPr txBox="1"/>
          <p:nvPr/>
        </p:nvSpPr>
        <p:spPr>
          <a:xfrm>
            <a:off x="4901455" y="1950612"/>
            <a:ext cx="12246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18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{{camp_alcance}}</a:t>
            </a:r>
            <a:endParaRPr baseline="30000" sz="218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74" name="Google Shape;674;p37"/>
          <p:cNvSpPr/>
          <p:nvPr/>
        </p:nvSpPr>
        <p:spPr>
          <a:xfrm>
            <a:off x="6218955" y="1592684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/>
          </a:p>
        </p:txBody>
      </p:sp>
      <p:sp>
        <p:nvSpPr>
          <p:cNvPr id="675" name="Google Shape;675;p37"/>
          <p:cNvSpPr txBox="1"/>
          <p:nvPr/>
        </p:nvSpPr>
        <p:spPr>
          <a:xfrm>
            <a:off x="6214312" y="1950603"/>
            <a:ext cx="1224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71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{{camp_impresiones}}</a:t>
            </a:r>
            <a:endParaRPr baseline="30000" sz="1971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76" name="Google Shape;676;p37"/>
          <p:cNvSpPr/>
          <p:nvPr/>
        </p:nvSpPr>
        <p:spPr>
          <a:xfrm>
            <a:off x="4885077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Usuarios alcanzados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77" name="Google Shape;677;p37"/>
          <p:cNvSpPr/>
          <p:nvPr/>
        </p:nvSpPr>
        <p:spPr>
          <a:xfrm>
            <a:off x="6209502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7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78" name="Google Shape;678;p37"/>
          <p:cNvSpPr/>
          <p:nvPr/>
        </p:nvSpPr>
        <p:spPr>
          <a:xfrm>
            <a:off x="7528139" y="1592728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679" name="Google Shape;679;p37"/>
          <p:cNvSpPr txBox="1"/>
          <p:nvPr/>
        </p:nvSpPr>
        <p:spPr>
          <a:xfrm>
            <a:off x="7517470" y="1950612"/>
            <a:ext cx="12246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6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{{camp_frecuencia}}</a:t>
            </a:r>
            <a:endParaRPr baseline="30000" sz="196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80" name="Google Shape;680;p37"/>
          <p:cNvSpPr/>
          <p:nvPr/>
        </p:nvSpPr>
        <p:spPr>
          <a:xfrm>
            <a:off x="7520760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Frecuencia estimada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81" name="Google Shape;681;p37"/>
          <p:cNvSpPr/>
          <p:nvPr/>
        </p:nvSpPr>
        <p:spPr>
          <a:xfrm>
            <a:off x="5125471" y="4113972"/>
            <a:ext cx="3402300" cy="38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00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425" lIns="49425" spcFirstLastPara="1" rIns="49425" wrap="square" tIns="4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{{camp_dir_impl}} </a:t>
            </a:r>
            <a:r>
              <a:rPr lang="es" sz="11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implementaciones</a:t>
            </a:r>
            <a:endParaRPr sz="11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82" name="Google Shape;682;p37"/>
          <p:cNvGrpSpPr/>
          <p:nvPr/>
        </p:nvGrpSpPr>
        <p:grpSpPr>
          <a:xfrm>
            <a:off x="5294822" y="1702325"/>
            <a:ext cx="385160" cy="224336"/>
            <a:chOff x="5743198" y="1745389"/>
            <a:chExt cx="650608" cy="378881"/>
          </a:xfrm>
        </p:grpSpPr>
        <p:sp>
          <p:nvSpPr>
            <p:cNvPr id="683" name="Google Shape;683;p37"/>
            <p:cNvSpPr/>
            <p:nvPr/>
          </p:nvSpPr>
          <p:spPr>
            <a:xfrm>
              <a:off x="5930725" y="1975015"/>
              <a:ext cx="279377" cy="149255"/>
            </a:xfrm>
            <a:custGeom>
              <a:rect b="b" l="l" r="r" t="t"/>
              <a:pathLst>
                <a:path extrusionOk="0" h="255" w="471">
                  <a:moveTo>
                    <a:pt x="369" y="24"/>
                  </a:moveTo>
                  <a:cubicBezTo>
                    <a:pt x="342" y="8"/>
                    <a:pt x="310" y="0"/>
                    <a:pt x="276" y="0"/>
                  </a:cubicBezTo>
                  <a:lnTo>
                    <a:pt x="195" y="0"/>
                  </a:lnTo>
                  <a:cubicBezTo>
                    <a:pt x="161" y="0"/>
                    <a:pt x="128" y="9"/>
                    <a:pt x="100" y="25"/>
                  </a:cubicBezTo>
                  <a:cubicBezTo>
                    <a:pt x="40" y="58"/>
                    <a:pt x="0" y="122"/>
                    <a:pt x="0" y="195"/>
                  </a:cubicBezTo>
                  <a:lnTo>
                    <a:pt x="0" y="255"/>
                  </a:lnTo>
                  <a:lnTo>
                    <a:pt x="471" y="255"/>
                  </a:lnTo>
                  <a:lnTo>
                    <a:pt x="471" y="195"/>
                  </a:lnTo>
                  <a:cubicBezTo>
                    <a:pt x="471" y="121"/>
                    <a:pt x="430" y="57"/>
                    <a:pt x="369" y="24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7"/>
            <p:cNvSpPr/>
            <p:nvPr/>
          </p:nvSpPr>
          <p:spPr>
            <a:xfrm>
              <a:off x="6179488" y="1940570"/>
              <a:ext cx="214318" cy="164564"/>
            </a:xfrm>
            <a:custGeom>
              <a:rect b="b" l="l" r="r" t="t"/>
              <a:pathLst>
                <a:path extrusionOk="0" h="278" w="367">
                  <a:moveTo>
                    <a:pt x="172" y="0"/>
                  </a:moveTo>
                  <a:lnTo>
                    <a:pt x="106" y="0"/>
                  </a:lnTo>
                  <a:cubicBezTo>
                    <a:pt x="67" y="0"/>
                    <a:pt x="30" y="12"/>
                    <a:pt x="0" y="32"/>
                  </a:cubicBezTo>
                  <a:cubicBezTo>
                    <a:pt x="14" y="41"/>
                    <a:pt x="28" y="52"/>
                    <a:pt x="41" y="65"/>
                  </a:cubicBezTo>
                  <a:cubicBezTo>
                    <a:pt x="90" y="114"/>
                    <a:pt x="117" y="180"/>
                    <a:pt x="117" y="249"/>
                  </a:cubicBezTo>
                  <a:lnTo>
                    <a:pt x="117" y="278"/>
                  </a:lnTo>
                  <a:lnTo>
                    <a:pt x="367" y="278"/>
                  </a:lnTo>
                  <a:lnTo>
                    <a:pt x="367" y="195"/>
                  </a:lnTo>
                  <a:cubicBezTo>
                    <a:pt x="367" y="88"/>
                    <a:pt x="280" y="0"/>
                    <a:pt x="172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7"/>
            <p:cNvSpPr/>
            <p:nvPr/>
          </p:nvSpPr>
          <p:spPr>
            <a:xfrm>
              <a:off x="5743198" y="1940570"/>
              <a:ext cx="218144" cy="164564"/>
            </a:xfrm>
            <a:custGeom>
              <a:rect b="b" l="l" r="r" t="t"/>
              <a:pathLst>
                <a:path extrusionOk="0" h="278" w="369">
                  <a:moveTo>
                    <a:pt x="369" y="33"/>
                  </a:moveTo>
                  <a:cubicBezTo>
                    <a:pt x="338" y="12"/>
                    <a:pt x="301" y="0"/>
                    <a:pt x="261" y="0"/>
                  </a:cubicBezTo>
                  <a:lnTo>
                    <a:pt x="194" y="0"/>
                  </a:lnTo>
                  <a:cubicBezTo>
                    <a:pt x="87" y="0"/>
                    <a:pt x="0" y="88"/>
                    <a:pt x="0" y="195"/>
                  </a:cubicBezTo>
                  <a:lnTo>
                    <a:pt x="0" y="278"/>
                  </a:lnTo>
                  <a:lnTo>
                    <a:pt x="253" y="278"/>
                  </a:lnTo>
                  <a:lnTo>
                    <a:pt x="253" y="249"/>
                  </a:lnTo>
                  <a:cubicBezTo>
                    <a:pt x="253" y="180"/>
                    <a:pt x="280" y="114"/>
                    <a:pt x="329" y="65"/>
                  </a:cubicBezTo>
                  <a:cubicBezTo>
                    <a:pt x="342" y="53"/>
                    <a:pt x="355" y="42"/>
                    <a:pt x="369" y="33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7"/>
            <p:cNvSpPr/>
            <p:nvPr/>
          </p:nvSpPr>
          <p:spPr>
            <a:xfrm>
              <a:off x="6183314" y="1756869"/>
              <a:ext cx="156910" cy="160738"/>
            </a:xfrm>
            <a:custGeom>
              <a:rect b="b" l="l" r="r" t="t"/>
              <a:pathLst>
                <a:path extrusionOk="0" h="276" w="264">
                  <a:moveTo>
                    <a:pt x="132" y="276"/>
                  </a:moveTo>
                  <a:lnTo>
                    <a:pt x="133" y="276"/>
                  </a:lnTo>
                  <a:cubicBezTo>
                    <a:pt x="169" y="276"/>
                    <a:pt x="202" y="261"/>
                    <a:pt x="226" y="234"/>
                  </a:cubicBezTo>
                  <a:cubicBezTo>
                    <a:pt x="251" y="208"/>
                    <a:pt x="264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7"/>
            <p:cNvSpPr/>
            <p:nvPr/>
          </p:nvSpPr>
          <p:spPr>
            <a:xfrm>
              <a:off x="5800603" y="1756869"/>
              <a:ext cx="153084" cy="160738"/>
            </a:xfrm>
            <a:custGeom>
              <a:rect b="b" l="l" r="r" t="t"/>
              <a:pathLst>
                <a:path extrusionOk="0" h="276" w="263">
                  <a:moveTo>
                    <a:pt x="132" y="276"/>
                  </a:moveTo>
                  <a:lnTo>
                    <a:pt x="133" y="276"/>
                  </a:lnTo>
                  <a:cubicBezTo>
                    <a:pt x="168" y="276"/>
                    <a:pt x="202" y="261"/>
                    <a:pt x="226" y="234"/>
                  </a:cubicBezTo>
                  <a:cubicBezTo>
                    <a:pt x="250" y="208"/>
                    <a:pt x="263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7"/>
            <p:cNvSpPr/>
            <p:nvPr/>
          </p:nvSpPr>
          <p:spPr>
            <a:xfrm>
              <a:off x="5976650" y="1745389"/>
              <a:ext cx="187527" cy="199008"/>
            </a:xfrm>
            <a:custGeom>
              <a:rect b="b" l="l" r="r" t="t"/>
              <a:pathLst>
                <a:path extrusionOk="0" h="338" w="319">
                  <a:moveTo>
                    <a:pt x="91" y="321"/>
                  </a:moveTo>
                  <a:cubicBezTo>
                    <a:pt x="112" y="332"/>
                    <a:pt x="135" y="338"/>
                    <a:pt x="160" y="338"/>
                  </a:cubicBezTo>
                  <a:cubicBezTo>
                    <a:pt x="184" y="338"/>
                    <a:pt x="207" y="332"/>
                    <a:pt x="228" y="321"/>
                  </a:cubicBezTo>
                  <a:cubicBezTo>
                    <a:pt x="282" y="294"/>
                    <a:pt x="319" y="236"/>
                    <a:pt x="319" y="169"/>
                  </a:cubicBezTo>
                  <a:cubicBezTo>
                    <a:pt x="319" y="76"/>
                    <a:pt x="248" y="0"/>
                    <a:pt x="160" y="0"/>
                  </a:cubicBezTo>
                  <a:cubicBezTo>
                    <a:pt x="72" y="0"/>
                    <a:pt x="0" y="76"/>
                    <a:pt x="0" y="169"/>
                  </a:cubicBezTo>
                  <a:cubicBezTo>
                    <a:pt x="0" y="236"/>
                    <a:pt x="37" y="294"/>
                    <a:pt x="91" y="321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9" name="Google Shape;689;p37"/>
          <p:cNvSpPr/>
          <p:nvPr/>
        </p:nvSpPr>
        <p:spPr>
          <a:xfrm>
            <a:off x="5552569" y="2790192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/>
          </a:p>
        </p:txBody>
      </p:sp>
      <p:sp>
        <p:nvSpPr>
          <p:cNvPr id="690" name="Google Shape;690;p37"/>
          <p:cNvSpPr txBox="1"/>
          <p:nvPr/>
        </p:nvSpPr>
        <p:spPr>
          <a:xfrm>
            <a:off x="5547926" y="3148112"/>
            <a:ext cx="1224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6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71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{{camp_aperturas}}</a:t>
            </a:r>
            <a:endParaRPr baseline="30000" sz="1971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691" name="Google Shape;691;p37"/>
          <p:cNvGrpSpPr/>
          <p:nvPr/>
        </p:nvGrpSpPr>
        <p:grpSpPr>
          <a:xfrm>
            <a:off x="6011632" y="2854285"/>
            <a:ext cx="255544" cy="313352"/>
            <a:chOff x="-2003511" y="3801687"/>
            <a:chExt cx="493805" cy="652953"/>
          </a:xfrm>
        </p:grpSpPr>
        <p:sp>
          <p:nvSpPr>
            <p:cNvPr id="692" name="Google Shape;692;p37"/>
            <p:cNvSpPr/>
            <p:nvPr/>
          </p:nvSpPr>
          <p:spPr>
            <a:xfrm>
              <a:off x="-1810430" y="3992252"/>
              <a:ext cx="300724" cy="462388"/>
            </a:xfrm>
            <a:custGeom>
              <a:rect b="b" l="l" r="r" t="t"/>
              <a:pathLst>
                <a:path extrusionOk="0" h="53860" w="35029">
                  <a:moveTo>
                    <a:pt x="1577" y="1"/>
                  </a:moveTo>
                  <a:cubicBezTo>
                    <a:pt x="888" y="1"/>
                    <a:pt x="252" y="469"/>
                    <a:pt x="72" y="1246"/>
                  </a:cubicBezTo>
                  <a:cubicBezTo>
                    <a:pt x="12" y="1532"/>
                    <a:pt x="0" y="1830"/>
                    <a:pt x="0" y="2127"/>
                  </a:cubicBezTo>
                  <a:cubicBezTo>
                    <a:pt x="0" y="16391"/>
                    <a:pt x="0" y="30655"/>
                    <a:pt x="0" y="44918"/>
                  </a:cubicBezTo>
                  <a:cubicBezTo>
                    <a:pt x="0" y="45204"/>
                    <a:pt x="12" y="45514"/>
                    <a:pt x="84" y="45799"/>
                  </a:cubicBezTo>
                  <a:cubicBezTo>
                    <a:pt x="258" y="46555"/>
                    <a:pt x="882" y="47026"/>
                    <a:pt x="1572" y="47026"/>
                  </a:cubicBezTo>
                  <a:cubicBezTo>
                    <a:pt x="1827" y="47026"/>
                    <a:pt x="2092" y="46962"/>
                    <a:pt x="2346" y="46823"/>
                  </a:cubicBezTo>
                  <a:cubicBezTo>
                    <a:pt x="2679" y="46633"/>
                    <a:pt x="2989" y="46371"/>
                    <a:pt x="3298" y="46121"/>
                  </a:cubicBezTo>
                  <a:cubicBezTo>
                    <a:pt x="5715" y="44240"/>
                    <a:pt x="8132" y="42347"/>
                    <a:pt x="10597" y="40430"/>
                  </a:cubicBezTo>
                  <a:cubicBezTo>
                    <a:pt x="10764" y="40704"/>
                    <a:pt x="10907" y="40918"/>
                    <a:pt x="11037" y="41156"/>
                  </a:cubicBezTo>
                  <a:cubicBezTo>
                    <a:pt x="13109" y="44895"/>
                    <a:pt x="15181" y="48645"/>
                    <a:pt x="17288" y="52372"/>
                  </a:cubicBezTo>
                  <a:cubicBezTo>
                    <a:pt x="17598" y="52919"/>
                    <a:pt x="18110" y="53360"/>
                    <a:pt x="18538" y="53860"/>
                  </a:cubicBezTo>
                  <a:lnTo>
                    <a:pt x="19419" y="53860"/>
                  </a:lnTo>
                  <a:cubicBezTo>
                    <a:pt x="22491" y="52324"/>
                    <a:pt x="25563" y="50788"/>
                    <a:pt x="28635" y="49240"/>
                  </a:cubicBezTo>
                  <a:cubicBezTo>
                    <a:pt x="30254" y="48431"/>
                    <a:pt x="30468" y="47740"/>
                    <a:pt x="29611" y="46180"/>
                  </a:cubicBezTo>
                  <a:cubicBezTo>
                    <a:pt x="27647" y="42656"/>
                    <a:pt x="25694" y="39132"/>
                    <a:pt x="23730" y="35608"/>
                  </a:cubicBezTo>
                  <a:cubicBezTo>
                    <a:pt x="23610" y="35381"/>
                    <a:pt x="23503" y="35143"/>
                    <a:pt x="23349" y="34846"/>
                  </a:cubicBezTo>
                  <a:lnTo>
                    <a:pt x="33183" y="34846"/>
                  </a:lnTo>
                  <a:cubicBezTo>
                    <a:pt x="33897" y="34834"/>
                    <a:pt x="34433" y="34536"/>
                    <a:pt x="34731" y="33881"/>
                  </a:cubicBezTo>
                  <a:cubicBezTo>
                    <a:pt x="35029" y="33215"/>
                    <a:pt x="34838" y="32631"/>
                    <a:pt x="34374" y="32107"/>
                  </a:cubicBezTo>
                  <a:cubicBezTo>
                    <a:pt x="34255" y="31976"/>
                    <a:pt x="34136" y="31857"/>
                    <a:pt x="34017" y="31726"/>
                  </a:cubicBezTo>
                  <a:cubicBezTo>
                    <a:pt x="23718" y="21439"/>
                    <a:pt x="13419" y="11140"/>
                    <a:pt x="3120" y="853"/>
                  </a:cubicBezTo>
                  <a:cubicBezTo>
                    <a:pt x="2929" y="651"/>
                    <a:pt x="2739" y="460"/>
                    <a:pt x="2513" y="306"/>
                  </a:cubicBezTo>
                  <a:cubicBezTo>
                    <a:pt x="2215" y="97"/>
                    <a:pt x="1890" y="1"/>
                    <a:pt x="1577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7"/>
            <p:cNvSpPr/>
            <p:nvPr/>
          </p:nvSpPr>
          <p:spPr>
            <a:xfrm>
              <a:off x="-2003511" y="3991891"/>
              <a:ext cx="111425" cy="27584"/>
            </a:xfrm>
            <a:custGeom>
              <a:rect b="b" l="l" r="r" t="t"/>
              <a:pathLst>
                <a:path extrusionOk="0" h="3213" w="12979">
                  <a:moveTo>
                    <a:pt x="7356" y="1"/>
                  </a:moveTo>
                  <a:cubicBezTo>
                    <a:pt x="5586" y="1"/>
                    <a:pt x="3815" y="7"/>
                    <a:pt x="2048" y="14"/>
                  </a:cubicBezTo>
                  <a:cubicBezTo>
                    <a:pt x="1334" y="14"/>
                    <a:pt x="739" y="312"/>
                    <a:pt x="453" y="1014"/>
                  </a:cubicBezTo>
                  <a:cubicBezTo>
                    <a:pt x="0" y="2134"/>
                    <a:pt x="798" y="3169"/>
                    <a:pt x="2179" y="3193"/>
                  </a:cubicBezTo>
                  <a:cubicBezTo>
                    <a:pt x="2906" y="3205"/>
                    <a:pt x="3635" y="3208"/>
                    <a:pt x="4364" y="3208"/>
                  </a:cubicBezTo>
                  <a:cubicBezTo>
                    <a:pt x="5093" y="3208"/>
                    <a:pt x="5823" y="3205"/>
                    <a:pt x="6549" y="3205"/>
                  </a:cubicBezTo>
                  <a:cubicBezTo>
                    <a:pt x="7440" y="3205"/>
                    <a:pt x="8331" y="3213"/>
                    <a:pt x="9223" y="3213"/>
                  </a:cubicBezTo>
                  <a:cubicBezTo>
                    <a:pt x="9891" y="3213"/>
                    <a:pt x="10560" y="3209"/>
                    <a:pt x="11228" y="3193"/>
                  </a:cubicBezTo>
                  <a:cubicBezTo>
                    <a:pt x="12323" y="3158"/>
                    <a:pt x="12978" y="2515"/>
                    <a:pt x="12966" y="1574"/>
                  </a:cubicBezTo>
                  <a:cubicBezTo>
                    <a:pt x="12943" y="669"/>
                    <a:pt x="12312" y="26"/>
                    <a:pt x="11240" y="14"/>
                  </a:cubicBezTo>
                  <a:cubicBezTo>
                    <a:pt x="9947" y="4"/>
                    <a:pt x="8651" y="1"/>
                    <a:pt x="7356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7"/>
            <p:cNvSpPr/>
            <p:nvPr/>
          </p:nvSpPr>
          <p:spPr>
            <a:xfrm>
              <a:off x="-1701472" y="3991908"/>
              <a:ext cx="108969" cy="27541"/>
            </a:xfrm>
            <a:custGeom>
              <a:rect b="b" l="l" r="r" t="t"/>
              <a:pathLst>
                <a:path extrusionOk="0" h="3208" w="12693">
                  <a:moveTo>
                    <a:pt x="10621" y="0"/>
                  </a:moveTo>
                  <a:cubicBezTo>
                    <a:pt x="7751" y="0"/>
                    <a:pt x="4882" y="0"/>
                    <a:pt x="2013" y="12"/>
                  </a:cubicBezTo>
                  <a:cubicBezTo>
                    <a:pt x="1739" y="12"/>
                    <a:pt x="1465" y="48"/>
                    <a:pt x="1203" y="108"/>
                  </a:cubicBezTo>
                  <a:cubicBezTo>
                    <a:pt x="441" y="286"/>
                    <a:pt x="0" y="905"/>
                    <a:pt x="24" y="1679"/>
                  </a:cubicBezTo>
                  <a:cubicBezTo>
                    <a:pt x="72" y="2596"/>
                    <a:pt x="751" y="3179"/>
                    <a:pt x="1870" y="3191"/>
                  </a:cubicBezTo>
                  <a:cubicBezTo>
                    <a:pt x="2614" y="3203"/>
                    <a:pt x="3358" y="3206"/>
                    <a:pt x="4101" y="3206"/>
                  </a:cubicBezTo>
                  <a:cubicBezTo>
                    <a:pt x="4843" y="3206"/>
                    <a:pt x="5584" y="3203"/>
                    <a:pt x="6323" y="3203"/>
                  </a:cubicBezTo>
                  <a:cubicBezTo>
                    <a:pt x="6323" y="3203"/>
                    <a:pt x="6323" y="3203"/>
                    <a:pt x="6323" y="3191"/>
                  </a:cubicBezTo>
                  <a:cubicBezTo>
                    <a:pt x="7347" y="3191"/>
                    <a:pt x="8371" y="3207"/>
                    <a:pt x="9391" y="3207"/>
                  </a:cubicBezTo>
                  <a:cubicBezTo>
                    <a:pt x="9901" y="3207"/>
                    <a:pt x="10410" y="3203"/>
                    <a:pt x="10918" y="3191"/>
                  </a:cubicBezTo>
                  <a:cubicBezTo>
                    <a:pt x="11966" y="3156"/>
                    <a:pt x="12645" y="2513"/>
                    <a:pt x="12669" y="1632"/>
                  </a:cubicBezTo>
                  <a:cubicBezTo>
                    <a:pt x="12693" y="739"/>
                    <a:pt x="11978" y="84"/>
                    <a:pt x="10918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7"/>
            <p:cNvSpPr/>
            <p:nvPr/>
          </p:nvSpPr>
          <p:spPr>
            <a:xfrm>
              <a:off x="-1810430" y="3801687"/>
              <a:ext cx="27506" cy="108497"/>
            </a:xfrm>
            <a:custGeom>
              <a:rect b="b" l="l" r="r" t="t"/>
              <a:pathLst>
                <a:path extrusionOk="0" h="12638" w="3204">
                  <a:moveTo>
                    <a:pt x="1596" y="1"/>
                  </a:moveTo>
                  <a:cubicBezTo>
                    <a:pt x="572" y="1"/>
                    <a:pt x="0" y="763"/>
                    <a:pt x="0" y="2156"/>
                  </a:cubicBezTo>
                  <a:cubicBezTo>
                    <a:pt x="0" y="4954"/>
                    <a:pt x="0" y="7740"/>
                    <a:pt x="0" y="10538"/>
                  </a:cubicBezTo>
                  <a:cubicBezTo>
                    <a:pt x="0" y="10859"/>
                    <a:pt x="24" y="11181"/>
                    <a:pt x="108" y="11490"/>
                  </a:cubicBezTo>
                  <a:cubicBezTo>
                    <a:pt x="286" y="12181"/>
                    <a:pt x="762" y="12574"/>
                    <a:pt x="1489" y="12633"/>
                  </a:cubicBezTo>
                  <a:cubicBezTo>
                    <a:pt x="1533" y="12636"/>
                    <a:pt x="1577" y="12638"/>
                    <a:pt x="1619" y="12638"/>
                  </a:cubicBezTo>
                  <a:cubicBezTo>
                    <a:pt x="2278" y="12638"/>
                    <a:pt x="2756" y="12297"/>
                    <a:pt x="3025" y="11693"/>
                  </a:cubicBezTo>
                  <a:cubicBezTo>
                    <a:pt x="3167" y="11371"/>
                    <a:pt x="3179" y="10978"/>
                    <a:pt x="3179" y="10609"/>
                  </a:cubicBezTo>
                  <a:cubicBezTo>
                    <a:pt x="3203" y="9204"/>
                    <a:pt x="3191" y="7788"/>
                    <a:pt x="3191" y="6383"/>
                  </a:cubicBezTo>
                  <a:cubicBezTo>
                    <a:pt x="3191" y="4978"/>
                    <a:pt x="3191" y="3561"/>
                    <a:pt x="3191" y="2156"/>
                  </a:cubicBezTo>
                  <a:cubicBezTo>
                    <a:pt x="3191" y="763"/>
                    <a:pt x="2620" y="1"/>
                    <a:pt x="1596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37"/>
            <p:cNvSpPr/>
            <p:nvPr/>
          </p:nvSpPr>
          <p:spPr>
            <a:xfrm>
              <a:off x="-1946173" y="3857574"/>
              <a:ext cx="85876" cy="84494"/>
            </a:xfrm>
            <a:custGeom>
              <a:rect b="b" l="l" r="r" t="t"/>
              <a:pathLst>
                <a:path extrusionOk="0" h="9842" w="10003">
                  <a:moveTo>
                    <a:pt x="1708" y="1"/>
                  </a:moveTo>
                  <a:cubicBezTo>
                    <a:pt x="1221" y="1"/>
                    <a:pt x="753" y="245"/>
                    <a:pt x="441" y="694"/>
                  </a:cubicBezTo>
                  <a:cubicBezTo>
                    <a:pt x="1" y="1337"/>
                    <a:pt x="25" y="2087"/>
                    <a:pt x="656" y="2718"/>
                  </a:cubicBezTo>
                  <a:cubicBezTo>
                    <a:pt x="2846" y="4957"/>
                    <a:pt x="5085" y="7159"/>
                    <a:pt x="7299" y="9374"/>
                  </a:cubicBezTo>
                  <a:cubicBezTo>
                    <a:pt x="7407" y="9481"/>
                    <a:pt x="7538" y="9564"/>
                    <a:pt x="7669" y="9636"/>
                  </a:cubicBezTo>
                  <a:cubicBezTo>
                    <a:pt x="7909" y="9776"/>
                    <a:pt x="8164" y="9842"/>
                    <a:pt x="8415" y="9842"/>
                  </a:cubicBezTo>
                  <a:cubicBezTo>
                    <a:pt x="9231" y="9842"/>
                    <a:pt x="9993" y="9138"/>
                    <a:pt x="10002" y="7981"/>
                  </a:cubicBezTo>
                  <a:cubicBezTo>
                    <a:pt x="9859" y="7767"/>
                    <a:pt x="9633" y="7266"/>
                    <a:pt x="9276" y="6897"/>
                  </a:cubicBezTo>
                  <a:cubicBezTo>
                    <a:pt x="7240" y="4814"/>
                    <a:pt x="5168" y="2766"/>
                    <a:pt x="3097" y="706"/>
                  </a:cubicBezTo>
                  <a:cubicBezTo>
                    <a:pt x="2930" y="539"/>
                    <a:pt x="2727" y="373"/>
                    <a:pt x="2525" y="242"/>
                  </a:cubicBezTo>
                  <a:cubicBezTo>
                    <a:pt x="2263" y="79"/>
                    <a:pt x="1982" y="1"/>
                    <a:pt x="1708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37"/>
            <p:cNvSpPr/>
            <p:nvPr/>
          </p:nvSpPr>
          <p:spPr>
            <a:xfrm>
              <a:off x="-1734790" y="3857462"/>
              <a:ext cx="86168" cy="84665"/>
            </a:xfrm>
            <a:custGeom>
              <a:rect b="b" l="l" r="r" t="t"/>
              <a:pathLst>
                <a:path extrusionOk="0" h="9862" w="10037">
                  <a:moveTo>
                    <a:pt x="8459" y="0"/>
                  </a:moveTo>
                  <a:cubicBezTo>
                    <a:pt x="8013" y="0"/>
                    <a:pt x="7604" y="212"/>
                    <a:pt x="7251" y="564"/>
                  </a:cubicBezTo>
                  <a:cubicBezTo>
                    <a:pt x="5084" y="2719"/>
                    <a:pt x="2905" y="4886"/>
                    <a:pt x="750" y="7065"/>
                  </a:cubicBezTo>
                  <a:cubicBezTo>
                    <a:pt x="24" y="7803"/>
                    <a:pt x="0" y="8744"/>
                    <a:pt x="619" y="9387"/>
                  </a:cubicBezTo>
                  <a:cubicBezTo>
                    <a:pt x="927" y="9700"/>
                    <a:pt x="1311" y="9861"/>
                    <a:pt x="1712" y="9861"/>
                  </a:cubicBezTo>
                  <a:cubicBezTo>
                    <a:pt x="2148" y="9861"/>
                    <a:pt x="2603" y="9671"/>
                    <a:pt x="3000" y="9280"/>
                  </a:cubicBezTo>
                  <a:cubicBezTo>
                    <a:pt x="5167" y="7148"/>
                    <a:pt x="7310" y="5005"/>
                    <a:pt x="9442" y="2827"/>
                  </a:cubicBezTo>
                  <a:cubicBezTo>
                    <a:pt x="9751" y="2517"/>
                    <a:pt x="9918" y="2053"/>
                    <a:pt x="10037" y="1838"/>
                  </a:cubicBezTo>
                  <a:cubicBezTo>
                    <a:pt x="10037" y="910"/>
                    <a:pt x="9692" y="410"/>
                    <a:pt x="9084" y="136"/>
                  </a:cubicBezTo>
                  <a:cubicBezTo>
                    <a:pt x="8870" y="43"/>
                    <a:pt x="8661" y="0"/>
                    <a:pt x="8459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7"/>
            <p:cNvSpPr/>
            <p:nvPr/>
          </p:nvSpPr>
          <p:spPr>
            <a:xfrm>
              <a:off x="-1946679" y="4069283"/>
              <a:ext cx="89748" cy="84579"/>
            </a:xfrm>
            <a:custGeom>
              <a:rect b="b" l="l" r="r" t="t"/>
              <a:pathLst>
                <a:path extrusionOk="0" h="9852" w="10454">
                  <a:moveTo>
                    <a:pt x="8204" y="0"/>
                  </a:moveTo>
                  <a:cubicBezTo>
                    <a:pt x="7978" y="143"/>
                    <a:pt x="7477" y="358"/>
                    <a:pt x="7108" y="715"/>
                  </a:cubicBezTo>
                  <a:cubicBezTo>
                    <a:pt x="5037" y="2763"/>
                    <a:pt x="2977" y="4834"/>
                    <a:pt x="917" y="6894"/>
                  </a:cubicBezTo>
                  <a:cubicBezTo>
                    <a:pt x="750" y="7073"/>
                    <a:pt x="584" y="7263"/>
                    <a:pt x="453" y="7466"/>
                  </a:cubicBezTo>
                  <a:cubicBezTo>
                    <a:pt x="0" y="8180"/>
                    <a:pt x="203" y="9073"/>
                    <a:pt x="905" y="9549"/>
                  </a:cubicBezTo>
                  <a:cubicBezTo>
                    <a:pt x="1187" y="9749"/>
                    <a:pt x="1487" y="9852"/>
                    <a:pt x="1790" y="9852"/>
                  </a:cubicBezTo>
                  <a:cubicBezTo>
                    <a:pt x="2191" y="9852"/>
                    <a:pt x="2597" y="9672"/>
                    <a:pt x="2977" y="9299"/>
                  </a:cubicBezTo>
                  <a:cubicBezTo>
                    <a:pt x="5180" y="7132"/>
                    <a:pt x="7358" y="4942"/>
                    <a:pt x="9537" y="2751"/>
                  </a:cubicBezTo>
                  <a:cubicBezTo>
                    <a:pt x="9656" y="2632"/>
                    <a:pt x="9763" y="2489"/>
                    <a:pt x="9847" y="2334"/>
                  </a:cubicBezTo>
                  <a:cubicBezTo>
                    <a:pt x="10454" y="1310"/>
                    <a:pt x="9716" y="12"/>
                    <a:pt x="8204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9" name="Google Shape;699;p37"/>
          <p:cNvSpPr txBox="1"/>
          <p:nvPr/>
        </p:nvSpPr>
        <p:spPr>
          <a:xfrm>
            <a:off x="2497675" y="2416469"/>
            <a:ext cx="1639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950" lIns="70950" spcFirstLastPara="1" rIns="70950" wrap="square" tIns="216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443">
                <a:solidFill>
                  <a:srgbClr val="163243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{{camp_clics}} ({{camp_ctor}}%)</a:t>
            </a:r>
            <a:endParaRPr baseline="30000" sz="2443">
              <a:solidFill>
                <a:srgbClr val="163243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700" name="Google Shape;700;p37"/>
          <p:cNvSpPr/>
          <p:nvPr/>
        </p:nvSpPr>
        <p:spPr>
          <a:xfrm>
            <a:off x="954153" y="977721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7"/>
          <p:cNvSpPr/>
          <p:nvPr/>
        </p:nvSpPr>
        <p:spPr>
          <a:xfrm>
            <a:off x="1333702" y="977721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Directa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2" name="Google Shape;702;p37"/>
          <p:cNvSpPr/>
          <p:nvPr/>
        </p:nvSpPr>
        <p:spPr>
          <a:xfrm>
            <a:off x="1031011" y="1022281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7"/>
          <p:cNvSpPr/>
          <p:nvPr/>
        </p:nvSpPr>
        <p:spPr>
          <a:xfrm>
            <a:off x="5174328" y="977746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7"/>
          <p:cNvSpPr/>
          <p:nvPr/>
        </p:nvSpPr>
        <p:spPr>
          <a:xfrm>
            <a:off x="5553877" y="977746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5" name="Google Shape;705;p37"/>
          <p:cNvSpPr/>
          <p:nvPr/>
        </p:nvSpPr>
        <p:spPr>
          <a:xfrm>
            <a:off x="5251186" y="1022306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7"/>
          <p:cNvSpPr/>
          <p:nvPr/>
        </p:nvSpPr>
        <p:spPr>
          <a:xfrm>
            <a:off x="5540592" y="3566026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7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07" name="Google Shape;707;p37"/>
          <p:cNvGrpSpPr/>
          <p:nvPr/>
        </p:nvGrpSpPr>
        <p:grpSpPr>
          <a:xfrm>
            <a:off x="6686411" y="1672299"/>
            <a:ext cx="280788" cy="284368"/>
            <a:chOff x="6770074" y="3804745"/>
            <a:chExt cx="309545" cy="313492"/>
          </a:xfrm>
        </p:grpSpPr>
        <p:sp>
          <p:nvSpPr>
            <p:cNvPr id="708" name="Google Shape;708;p37"/>
            <p:cNvSpPr/>
            <p:nvPr/>
          </p:nvSpPr>
          <p:spPr>
            <a:xfrm>
              <a:off x="6833494" y="3804745"/>
              <a:ext cx="246125" cy="294697"/>
            </a:xfrm>
            <a:custGeom>
              <a:rect b="b" l="l" r="r" t="t"/>
              <a:pathLst>
                <a:path extrusionOk="0" h="247125" w="206394">
                  <a:moveTo>
                    <a:pt x="0" y="247125"/>
                  </a:moveTo>
                  <a:cubicBezTo>
                    <a:pt x="0" y="245076"/>
                    <a:pt x="0" y="243758"/>
                    <a:pt x="0" y="242295"/>
                  </a:cubicBezTo>
                  <a:cubicBezTo>
                    <a:pt x="0" y="205550"/>
                    <a:pt x="0" y="168806"/>
                    <a:pt x="0" y="131916"/>
                  </a:cubicBezTo>
                  <a:cubicBezTo>
                    <a:pt x="0" y="128256"/>
                    <a:pt x="1025" y="125328"/>
                    <a:pt x="3220" y="122546"/>
                  </a:cubicBezTo>
                  <a:cubicBezTo>
                    <a:pt x="9222" y="114788"/>
                    <a:pt x="16979" y="109225"/>
                    <a:pt x="24883" y="103662"/>
                  </a:cubicBezTo>
                  <a:cubicBezTo>
                    <a:pt x="28250" y="101320"/>
                    <a:pt x="31617" y="98831"/>
                    <a:pt x="35129" y="96782"/>
                  </a:cubicBezTo>
                  <a:cubicBezTo>
                    <a:pt x="53133" y="85802"/>
                    <a:pt x="61184" y="69553"/>
                    <a:pt x="62062" y="48765"/>
                  </a:cubicBezTo>
                  <a:cubicBezTo>
                    <a:pt x="62794" y="32516"/>
                    <a:pt x="64404" y="16266"/>
                    <a:pt x="65722" y="17"/>
                  </a:cubicBezTo>
                  <a:cubicBezTo>
                    <a:pt x="85335" y="-569"/>
                    <a:pt x="98802" y="14071"/>
                    <a:pt x="98509" y="30906"/>
                  </a:cubicBezTo>
                  <a:cubicBezTo>
                    <a:pt x="98216" y="50522"/>
                    <a:pt x="97484" y="70138"/>
                    <a:pt x="96899" y="89755"/>
                  </a:cubicBezTo>
                  <a:cubicBezTo>
                    <a:pt x="96753" y="96489"/>
                    <a:pt x="97924" y="97660"/>
                    <a:pt x="104510" y="97660"/>
                  </a:cubicBezTo>
                  <a:cubicBezTo>
                    <a:pt x="132907" y="97660"/>
                    <a:pt x="161303" y="97660"/>
                    <a:pt x="189699" y="97660"/>
                  </a:cubicBezTo>
                  <a:cubicBezTo>
                    <a:pt x="197750" y="97660"/>
                    <a:pt x="204629" y="102637"/>
                    <a:pt x="206093" y="109518"/>
                  </a:cubicBezTo>
                  <a:cubicBezTo>
                    <a:pt x="207996" y="118887"/>
                    <a:pt x="200677" y="127524"/>
                    <a:pt x="190431" y="127524"/>
                  </a:cubicBezTo>
                  <a:cubicBezTo>
                    <a:pt x="178282" y="127670"/>
                    <a:pt x="166133" y="127524"/>
                    <a:pt x="153838" y="127524"/>
                  </a:cubicBezTo>
                  <a:cubicBezTo>
                    <a:pt x="152814" y="127524"/>
                    <a:pt x="151935" y="127524"/>
                    <a:pt x="150911" y="127524"/>
                  </a:cubicBezTo>
                  <a:cubicBezTo>
                    <a:pt x="147251" y="127670"/>
                    <a:pt x="145348" y="129280"/>
                    <a:pt x="145202" y="132355"/>
                  </a:cubicBezTo>
                  <a:cubicBezTo>
                    <a:pt x="145202" y="135429"/>
                    <a:pt x="147105" y="137186"/>
                    <a:pt x="150764" y="137186"/>
                  </a:cubicBezTo>
                  <a:cubicBezTo>
                    <a:pt x="162035" y="137186"/>
                    <a:pt x="173159" y="137186"/>
                    <a:pt x="184430" y="137186"/>
                  </a:cubicBezTo>
                  <a:cubicBezTo>
                    <a:pt x="190285" y="137186"/>
                    <a:pt x="195262" y="139089"/>
                    <a:pt x="198482" y="144066"/>
                  </a:cubicBezTo>
                  <a:cubicBezTo>
                    <a:pt x="204922" y="153581"/>
                    <a:pt x="198335" y="166610"/>
                    <a:pt x="186625" y="167049"/>
                  </a:cubicBezTo>
                  <a:cubicBezTo>
                    <a:pt x="176819" y="167489"/>
                    <a:pt x="166865" y="167196"/>
                    <a:pt x="157058" y="167196"/>
                  </a:cubicBezTo>
                  <a:cubicBezTo>
                    <a:pt x="156034" y="167196"/>
                    <a:pt x="154863" y="167196"/>
                    <a:pt x="153838" y="167196"/>
                  </a:cubicBezTo>
                  <a:cubicBezTo>
                    <a:pt x="150764" y="167342"/>
                    <a:pt x="148568" y="168806"/>
                    <a:pt x="148568" y="172027"/>
                  </a:cubicBezTo>
                  <a:cubicBezTo>
                    <a:pt x="148568" y="175247"/>
                    <a:pt x="150764" y="176858"/>
                    <a:pt x="153838" y="176858"/>
                  </a:cubicBezTo>
                  <a:cubicBezTo>
                    <a:pt x="161449" y="177004"/>
                    <a:pt x="169207" y="176858"/>
                    <a:pt x="176819" y="177004"/>
                  </a:cubicBezTo>
                  <a:cubicBezTo>
                    <a:pt x="179161" y="177004"/>
                    <a:pt x="181795" y="177297"/>
                    <a:pt x="183991" y="178029"/>
                  </a:cubicBezTo>
                  <a:cubicBezTo>
                    <a:pt x="190870" y="180225"/>
                    <a:pt x="194969" y="186373"/>
                    <a:pt x="194383" y="193400"/>
                  </a:cubicBezTo>
                  <a:cubicBezTo>
                    <a:pt x="193944" y="199695"/>
                    <a:pt x="188382" y="205550"/>
                    <a:pt x="181502" y="206429"/>
                  </a:cubicBezTo>
                  <a:cubicBezTo>
                    <a:pt x="177111" y="207014"/>
                    <a:pt x="172720" y="206868"/>
                    <a:pt x="168329" y="206868"/>
                  </a:cubicBezTo>
                  <a:cubicBezTo>
                    <a:pt x="164230" y="206868"/>
                    <a:pt x="159986" y="206868"/>
                    <a:pt x="155887" y="206868"/>
                  </a:cubicBezTo>
                  <a:cubicBezTo>
                    <a:pt x="151935" y="206868"/>
                    <a:pt x="149740" y="208625"/>
                    <a:pt x="149740" y="211552"/>
                  </a:cubicBezTo>
                  <a:cubicBezTo>
                    <a:pt x="149740" y="214480"/>
                    <a:pt x="152082" y="216530"/>
                    <a:pt x="156180" y="216530"/>
                  </a:cubicBezTo>
                  <a:cubicBezTo>
                    <a:pt x="160278" y="216530"/>
                    <a:pt x="164523" y="216530"/>
                    <a:pt x="168621" y="216530"/>
                  </a:cubicBezTo>
                  <a:cubicBezTo>
                    <a:pt x="175208" y="216676"/>
                    <a:pt x="181356" y="221361"/>
                    <a:pt x="183259" y="227363"/>
                  </a:cubicBezTo>
                  <a:cubicBezTo>
                    <a:pt x="186040" y="236292"/>
                    <a:pt x="179599" y="245808"/>
                    <a:pt x="169646" y="246540"/>
                  </a:cubicBezTo>
                  <a:cubicBezTo>
                    <a:pt x="161449" y="247125"/>
                    <a:pt x="153106" y="246833"/>
                    <a:pt x="144763" y="246833"/>
                  </a:cubicBezTo>
                  <a:cubicBezTo>
                    <a:pt x="97777" y="246833"/>
                    <a:pt x="50791" y="246833"/>
                    <a:pt x="3806" y="246686"/>
                  </a:cubicBezTo>
                  <a:cubicBezTo>
                    <a:pt x="2781" y="247125"/>
                    <a:pt x="1610" y="247125"/>
                    <a:pt x="0" y="247125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41450" lIns="82925" spcFirstLastPara="1" rIns="82925" wrap="square" tIns="41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7"/>
            <p:cNvSpPr/>
            <p:nvPr/>
          </p:nvSpPr>
          <p:spPr>
            <a:xfrm>
              <a:off x="6770074" y="3922542"/>
              <a:ext cx="51666" cy="195694"/>
            </a:xfrm>
            <a:custGeom>
              <a:rect b="b" l="l" r="r" t="t"/>
              <a:pathLst>
                <a:path extrusionOk="0" h="164104" w="43326">
                  <a:moveTo>
                    <a:pt x="0" y="0"/>
                  </a:moveTo>
                  <a:cubicBezTo>
                    <a:pt x="14491" y="0"/>
                    <a:pt x="28836" y="0"/>
                    <a:pt x="43327" y="0"/>
                  </a:cubicBezTo>
                  <a:cubicBezTo>
                    <a:pt x="43327" y="54750"/>
                    <a:pt x="43327" y="109354"/>
                    <a:pt x="43327" y="164105"/>
                  </a:cubicBezTo>
                  <a:cubicBezTo>
                    <a:pt x="28982" y="164105"/>
                    <a:pt x="14637" y="164105"/>
                    <a:pt x="0" y="164105"/>
                  </a:cubicBezTo>
                  <a:cubicBezTo>
                    <a:pt x="0" y="109501"/>
                    <a:pt x="0" y="54897"/>
                    <a:pt x="0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41450" lIns="82925" spcFirstLastPara="1" rIns="82925" wrap="square" tIns="41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0" name="Google Shape;710;p37"/>
          <p:cNvGrpSpPr/>
          <p:nvPr/>
        </p:nvGrpSpPr>
        <p:grpSpPr>
          <a:xfrm>
            <a:off x="8014839" y="1687194"/>
            <a:ext cx="280842" cy="288366"/>
            <a:chOff x="1669775" y="621725"/>
            <a:chExt cx="4347400" cy="4463875"/>
          </a:xfrm>
        </p:grpSpPr>
        <p:sp>
          <p:nvSpPr>
            <p:cNvPr id="711" name="Google Shape;711;p37"/>
            <p:cNvSpPr/>
            <p:nvPr/>
          </p:nvSpPr>
          <p:spPr>
            <a:xfrm>
              <a:off x="1669775" y="621725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2875" lIns="102875" spcFirstLastPara="1" rIns="102875" wrap="square" tIns="10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7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2875" lIns="102875" spcFirstLastPara="1" rIns="102875" wrap="square" tIns="10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3" name="Google Shape;713;p37"/>
          <p:cNvSpPr/>
          <p:nvPr/>
        </p:nvSpPr>
        <p:spPr>
          <a:xfrm>
            <a:off x="781471" y="4113022"/>
            <a:ext cx="3402300" cy="38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00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425" lIns="49425" spcFirstLastPara="1" rIns="49425" wrap="square" tIns="4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8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{{camp_dig_impl}} </a:t>
            </a:r>
            <a:r>
              <a:rPr lang="es" sz="11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implementaciones</a:t>
            </a:r>
            <a:endParaRPr sz="11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4" name="Google Shape;714;p37"/>
          <p:cNvSpPr/>
          <p:nvPr/>
        </p:nvSpPr>
        <p:spPr>
          <a:xfrm>
            <a:off x="6872514" y="2790237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715" name="Google Shape;715;p37"/>
          <p:cNvSpPr txBox="1"/>
          <p:nvPr/>
        </p:nvSpPr>
        <p:spPr>
          <a:xfrm>
            <a:off x="6872606" y="3148121"/>
            <a:ext cx="12246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6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6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{{camp_visualizaciones}}</a:t>
            </a:r>
            <a:endParaRPr baseline="30000" sz="196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716" name="Google Shape;716;p37"/>
          <p:cNvSpPr/>
          <p:nvPr/>
        </p:nvSpPr>
        <p:spPr>
          <a:xfrm>
            <a:off x="6860627" y="3566026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Visualizaciones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7" name="Google Shape;717;p37"/>
          <p:cNvSpPr/>
          <p:nvPr/>
        </p:nvSpPr>
        <p:spPr>
          <a:xfrm>
            <a:off x="7501923" y="3069868"/>
            <a:ext cx="110654" cy="88522"/>
          </a:xfrm>
          <a:custGeom>
            <a:rect b="b" l="l" r="r" t="t"/>
            <a:pathLst>
              <a:path extrusionOk="0" h="105383" w="131731">
                <a:moveTo>
                  <a:pt x="70095" y="105384"/>
                </a:moveTo>
                <a:cubicBezTo>
                  <a:pt x="52384" y="105384"/>
                  <a:pt x="34526" y="105384"/>
                  <a:pt x="16815" y="105384"/>
                </a:cubicBezTo>
                <a:cubicBezTo>
                  <a:pt x="13595" y="105384"/>
                  <a:pt x="11106" y="104505"/>
                  <a:pt x="9057" y="102163"/>
                </a:cubicBezTo>
                <a:cubicBezTo>
                  <a:pt x="7008" y="99967"/>
                  <a:pt x="4812" y="97918"/>
                  <a:pt x="2617" y="95722"/>
                </a:cubicBezTo>
                <a:cubicBezTo>
                  <a:pt x="-896" y="92208"/>
                  <a:pt x="-896" y="89134"/>
                  <a:pt x="2763" y="85621"/>
                </a:cubicBezTo>
                <a:cubicBezTo>
                  <a:pt x="14473" y="73763"/>
                  <a:pt x="26329" y="62052"/>
                  <a:pt x="38185" y="50194"/>
                </a:cubicBezTo>
                <a:cubicBezTo>
                  <a:pt x="53701" y="34677"/>
                  <a:pt x="69363" y="19013"/>
                  <a:pt x="84878" y="3495"/>
                </a:cubicBezTo>
                <a:cubicBezTo>
                  <a:pt x="89562" y="-1189"/>
                  <a:pt x="92051" y="-1189"/>
                  <a:pt x="96734" y="3642"/>
                </a:cubicBezTo>
                <a:cubicBezTo>
                  <a:pt x="107273" y="14182"/>
                  <a:pt x="117666" y="24722"/>
                  <a:pt x="128351" y="35116"/>
                </a:cubicBezTo>
                <a:cubicBezTo>
                  <a:pt x="130839" y="37458"/>
                  <a:pt x="131864" y="40093"/>
                  <a:pt x="131718" y="43460"/>
                </a:cubicBezTo>
                <a:cubicBezTo>
                  <a:pt x="131571" y="61466"/>
                  <a:pt x="131718" y="79472"/>
                  <a:pt x="131718" y="97478"/>
                </a:cubicBezTo>
                <a:cubicBezTo>
                  <a:pt x="131718" y="103481"/>
                  <a:pt x="129815" y="105237"/>
                  <a:pt x="123813" y="105237"/>
                </a:cubicBezTo>
                <a:cubicBezTo>
                  <a:pt x="105956" y="105384"/>
                  <a:pt x="87952" y="105384"/>
                  <a:pt x="70095" y="105384"/>
                </a:cubicBezTo>
                <a:close/>
              </a:path>
            </a:pathLst>
          </a:custGeom>
          <a:solidFill>
            <a:srgbClr val="163243"/>
          </a:solidFill>
          <a:ln>
            <a:noFill/>
          </a:ln>
        </p:spPr>
        <p:txBody>
          <a:bodyPr anchorCtr="0" anchor="ctr" bIns="38400" lIns="76800" spcFirstLastPara="1" rIns="76800" wrap="square" tIns="38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8" name="Google Shape;718;p37"/>
          <p:cNvGrpSpPr/>
          <p:nvPr/>
        </p:nvGrpSpPr>
        <p:grpSpPr>
          <a:xfrm>
            <a:off x="7366564" y="2863517"/>
            <a:ext cx="199640" cy="268248"/>
            <a:chOff x="7372774" y="3031376"/>
            <a:chExt cx="199640" cy="268248"/>
          </a:xfrm>
        </p:grpSpPr>
        <p:sp>
          <p:nvSpPr>
            <p:cNvPr id="719" name="Google Shape;719;p37"/>
            <p:cNvSpPr/>
            <p:nvPr/>
          </p:nvSpPr>
          <p:spPr>
            <a:xfrm>
              <a:off x="7392817" y="3031376"/>
              <a:ext cx="137664" cy="235946"/>
            </a:xfrm>
            <a:custGeom>
              <a:rect b="b" l="l" r="r" t="t"/>
              <a:pathLst>
                <a:path extrusionOk="0" h="280888" w="163886">
                  <a:moveTo>
                    <a:pt x="151738" y="35390"/>
                  </a:moveTo>
                  <a:cubicBezTo>
                    <a:pt x="105045" y="35390"/>
                    <a:pt x="58498" y="35390"/>
                    <a:pt x="11805" y="35390"/>
                  </a:cubicBezTo>
                  <a:cubicBezTo>
                    <a:pt x="11805" y="52664"/>
                    <a:pt x="11805" y="69792"/>
                    <a:pt x="11805" y="87505"/>
                  </a:cubicBezTo>
                  <a:cubicBezTo>
                    <a:pt x="8000" y="85895"/>
                    <a:pt x="4633" y="84724"/>
                    <a:pt x="1413" y="83114"/>
                  </a:cubicBezTo>
                  <a:cubicBezTo>
                    <a:pt x="681" y="82821"/>
                    <a:pt x="96" y="81357"/>
                    <a:pt x="96" y="80479"/>
                  </a:cubicBezTo>
                  <a:cubicBezTo>
                    <a:pt x="96" y="62765"/>
                    <a:pt x="-197" y="44906"/>
                    <a:pt x="242" y="27192"/>
                  </a:cubicBezTo>
                  <a:cubicBezTo>
                    <a:pt x="535" y="12699"/>
                    <a:pt x="13562" y="256"/>
                    <a:pt x="28199" y="110"/>
                  </a:cubicBezTo>
                  <a:cubicBezTo>
                    <a:pt x="64061" y="-37"/>
                    <a:pt x="99776" y="-37"/>
                    <a:pt x="135637" y="110"/>
                  </a:cubicBezTo>
                  <a:cubicBezTo>
                    <a:pt x="151152" y="110"/>
                    <a:pt x="163740" y="13431"/>
                    <a:pt x="163887" y="29242"/>
                  </a:cubicBezTo>
                  <a:cubicBezTo>
                    <a:pt x="163887" y="66718"/>
                    <a:pt x="163887" y="104194"/>
                    <a:pt x="163887" y="141816"/>
                  </a:cubicBezTo>
                  <a:cubicBezTo>
                    <a:pt x="163887" y="177829"/>
                    <a:pt x="163887" y="213841"/>
                    <a:pt x="163887" y="250000"/>
                  </a:cubicBezTo>
                  <a:cubicBezTo>
                    <a:pt x="163887" y="268445"/>
                    <a:pt x="151445" y="280742"/>
                    <a:pt x="132856" y="280888"/>
                  </a:cubicBezTo>
                  <a:cubicBezTo>
                    <a:pt x="98897" y="280888"/>
                    <a:pt x="64939" y="280888"/>
                    <a:pt x="30980" y="280888"/>
                  </a:cubicBezTo>
                  <a:cubicBezTo>
                    <a:pt x="12537" y="280888"/>
                    <a:pt x="242" y="268445"/>
                    <a:pt x="96" y="249853"/>
                  </a:cubicBezTo>
                  <a:cubicBezTo>
                    <a:pt x="96" y="242973"/>
                    <a:pt x="96" y="236092"/>
                    <a:pt x="96" y="228773"/>
                  </a:cubicBezTo>
                  <a:cubicBezTo>
                    <a:pt x="1267" y="229212"/>
                    <a:pt x="2145" y="229358"/>
                    <a:pt x="2730" y="229651"/>
                  </a:cubicBezTo>
                  <a:cubicBezTo>
                    <a:pt x="8878" y="233604"/>
                    <a:pt x="15758" y="234043"/>
                    <a:pt x="22930" y="234043"/>
                  </a:cubicBezTo>
                  <a:cubicBezTo>
                    <a:pt x="64353" y="233897"/>
                    <a:pt x="105777" y="233897"/>
                    <a:pt x="147054" y="233897"/>
                  </a:cubicBezTo>
                  <a:cubicBezTo>
                    <a:pt x="148518" y="233897"/>
                    <a:pt x="149981" y="233897"/>
                    <a:pt x="151738" y="233897"/>
                  </a:cubicBezTo>
                  <a:cubicBezTo>
                    <a:pt x="151738" y="167874"/>
                    <a:pt x="151738" y="101705"/>
                    <a:pt x="151738" y="35390"/>
                  </a:cubicBezTo>
                  <a:close/>
                  <a:moveTo>
                    <a:pt x="82064" y="263175"/>
                  </a:moveTo>
                  <a:cubicBezTo>
                    <a:pt x="83967" y="263175"/>
                    <a:pt x="86017" y="263321"/>
                    <a:pt x="87919" y="263175"/>
                  </a:cubicBezTo>
                  <a:cubicBezTo>
                    <a:pt x="91140" y="262882"/>
                    <a:pt x="93481" y="260540"/>
                    <a:pt x="93481" y="257466"/>
                  </a:cubicBezTo>
                  <a:cubicBezTo>
                    <a:pt x="93628" y="254391"/>
                    <a:pt x="91140" y="251756"/>
                    <a:pt x="87773" y="251610"/>
                  </a:cubicBezTo>
                  <a:cubicBezTo>
                    <a:pt x="83821" y="251464"/>
                    <a:pt x="79722" y="251464"/>
                    <a:pt x="75770" y="251610"/>
                  </a:cubicBezTo>
                  <a:cubicBezTo>
                    <a:pt x="72550" y="251756"/>
                    <a:pt x="70208" y="254245"/>
                    <a:pt x="70208" y="257173"/>
                  </a:cubicBezTo>
                  <a:cubicBezTo>
                    <a:pt x="70062" y="260247"/>
                    <a:pt x="72404" y="262882"/>
                    <a:pt x="75917" y="263028"/>
                  </a:cubicBezTo>
                  <a:cubicBezTo>
                    <a:pt x="77966" y="263321"/>
                    <a:pt x="80015" y="263175"/>
                    <a:pt x="82064" y="263175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38400" lIns="76800" spcFirstLastPara="1" rIns="76800" wrap="square" tIns="38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37"/>
            <p:cNvSpPr/>
            <p:nvPr/>
          </p:nvSpPr>
          <p:spPr>
            <a:xfrm>
              <a:off x="7444912" y="3109985"/>
              <a:ext cx="127502" cy="189639"/>
            </a:xfrm>
            <a:custGeom>
              <a:rect b="b" l="l" r="r" t="t"/>
              <a:pathLst>
                <a:path extrusionOk="0" h="225761" w="151788">
                  <a:moveTo>
                    <a:pt x="878" y="198883"/>
                  </a:moveTo>
                  <a:cubicBezTo>
                    <a:pt x="24591" y="198883"/>
                    <a:pt x="48303" y="199029"/>
                    <a:pt x="72162" y="198883"/>
                  </a:cubicBezTo>
                  <a:cubicBezTo>
                    <a:pt x="91776" y="198737"/>
                    <a:pt x="107877" y="186001"/>
                    <a:pt x="112268" y="166970"/>
                  </a:cubicBezTo>
                  <a:cubicBezTo>
                    <a:pt x="113146" y="163310"/>
                    <a:pt x="113293" y="159504"/>
                    <a:pt x="113293" y="155698"/>
                  </a:cubicBezTo>
                  <a:cubicBezTo>
                    <a:pt x="113293" y="105632"/>
                    <a:pt x="113293" y="55566"/>
                    <a:pt x="113293" y="5500"/>
                  </a:cubicBezTo>
                  <a:cubicBezTo>
                    <a:pt x="113293" y="4036"/>
                    <a:pt x="113293" y="2572"/>
                    <a:pt x="113293" y="1255"/>
                  </a:cubicBezTo>
                  <a:cubicBezTo>
                    <a:pt x="124710" y="-3137"/>
                    <a:pt x="136127" y="4622"/>
                    <a:pt x="137298" y="14869"/>
                  </a:cubicBezTo>
                  <a:cubicBezTo>
                    <a:pt x="138615" y="26288"/>
                    <a:pt x="139347" y="37853"/>
                    <a:pt x="140225" y="49418"/>
                  </a:cubicBezTo>
                  <a:cubicBezTo>
                    <a:pt x="141835" y="68888"/>
                    <a:pt x="143445" y="88504"/>
                    <a:pt x="145056" y="107974"/>
                  </a:cubicBezTo>
                  <a:cubicBezTo>
                    <a:pt x="145641" y="115147"/>
                    <a:pt x="146227" y="122320"/>
                    <a:pt x="146812" y="129493"/>
                  </a:cubicBezTo>
                  <a:cubicBezTo>
                    <a:pt x="147251" y="135642"/>
                    <a:pt x="147105" y="141937"/>
                    <a:pt x="151789" y="147060"/>
                  </a:cubicBezTo>
                  <a:cubicBezTo>
                    <a:pt x="150764" y="148085"/>
                    <a:pt x="150032" y="148964"/>
                    <a:pt x="149300" y="149696"/>
                  </a:cubicBezTo>
                  <a:cubicBezTo>
                    <a:pt x="124563" y="174436"/>
                    <a:pt x="99826" y="199176"/>
                    <a:pt x="75236" y="223916"/>
                  </a:cubicBezTo>
                  <a:cubicBezTo>
                    <a:pt x="73479" y="225673"/>
                    <a:pt x="72162" y="226404"/>
                    <a:pt x="69674" y="225087"/>
                  </a:cubicBezTo>
                  <a:cubicBezTo>
                    <a:pt x="63526" y="221720"/>
                    <a:pt x="56793" y="222306"/>
                    <a:pt x="50060" y="222306"/>
                  </a:cubicBezTo>
                  <a:cubicBezTo>
                    <a:pt x="38203" y="222452"/>
                    <a:pt x="27079" y="219670"/>
                    <a:pt x="17126" y="213229"/>
                  </a:cubicBezTo>
                  <a:cubicBezTo>
                    <a:pt x="11124" y="209423"/>
                    <a:pt x="5709" y="204446"/>
                    <a:pt x="0" y="200054"/>
                  </a:cubicBezTo>
                  <a:cubicBezTo>
                    <a:pt x="293" y="199761"/>
                    <a:pt x="586" y="199322"/>
                    <a:pt x="878" y="198883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38400" lIns="76800" spcFirstLastPara="1" rIns="76800" wrap="square" tIns="38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37"/>
            <p:cNvSpPr/>
            <p:nvPr/>
          </p:nvSpPr>
          <p:spPr>
            <a:xfrm>
              <a:off x="7372774" y="3110253"/>
              <a:ext cx="50017" cy="107940"/>
            </a:xfrm>
            <a:custGeom>
              <a:rect b="b" l="l" r="r" t="t"/>
              <a:pathLst>
                <a:path extrusionOk="0" h="128500" w="59544">
                  <a:moveTo>
                    <a:pt x="54106" y="52758"/>
                  </a:moveTo>
                  <a:cubicBezTo>
                    <a:pt x="61132" y="62859"/>
                    <a:pt x="61132" y="77937"/>
                    <a:pt x="54253" y="87892"/>
                  </a:cubicBezTo>
                  <a:cubicBezTo>
                    <a:pt x="60986" y="96382"/>
                    <a:pt x="60108" y="106337"/>
                    <a:pt x="58059" y="115852"/>
                  </a:cubicBezTo>
                  <a:cubicBezTo>
                    <a:pt x="55717" y="126685"/>
                    <a:pt x="43568" y="131516"/>
                    <a:pt x="33614" y="126539"/>
                  </a:cubicBezTo>
                  <a:cubicBezTo>
                    <a:pt x="25857" y="122586"/>
                    <a:pt x="18099" y="118487"/>
                    <a:pt x="10487" y="114242"/>
                  </a:cubicBezTo>
                  <a:cubicBezTo>
                    <a:pt x="3901" y="110582"/>
                    <a:pt x="534" y="104873"/>
                    <a:pt x="680" y="97261"/>
                  </a:cubicBezTo>
                  <a:cubicBezTo>
                    <a:pt x="680" y="95065"/>
                    <a:pt x="827" y="92869"/>
                    <a:pt x="680" y="90673"/>
                  </a:cubicBezTo>
                  <a:cubicBezTo>
                    <a:pt x="388" y="85110"/>
                    <a:pt x="1851" y="80133"/>
                    <a:pt x="5218" y="76034"/>
                  </a:cubicBezTo>
                  <a:cubicBezTo>
                    <a:pt x="-1369" y="64030"/>
                    <a:pt x="-1369" y="52319"/>
                    <a:pt x="5072" y="40168"/>
                  </a:cubicBezTo>
                  <a:cubicBezTo>
                    <a:pt x="-1515" y="31677"/>
                    <a:pt x="-637" y="21576"/>
                    <a:pt x="1851" y="11915"/>
                  </a:cubicBezTo>
                  <a:cubicBezTo>
                    <a:pt x="4486" y="1521"/>
                    <a:pt x="16342" y="-2871"/>
                    <a:pt x="26003" y="1960"/>
                  </a:cubicBezTo>
                  <a:cubicBezTo>
                    <a:pt x="33907" y="5913"/>
                    <a:pt x="41811" y="10158"/>
                    <a:pt x="49569" y="14403"/>
                  </a:cubicBezTo>
                  <a:cubicBezTo>
                    <a:pt x="56009" y="17917"/>
                    <a:pt x="59083" y="23626"/>
                    <a:pt x="59083" y="30799"/>
                  </a:cubicBezTo>
                  <a:cubicBezTo>
                    <a:pt x="59083" y="33141"/>
                    <a:pt x="58937" y="35484"/>
                    <a:pt x="59083" y="37679"/>
                  </a:cubicBezTo>
                  <a:cubicBezTo>
                    <a:pt x="59230" y="43242"/>
                    <a:pt x="57912" y="48220"/>
                    <a:pt x="54106" y="52758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38400" lIns="76800" spcFirstLastPara="1" rIns="76800" wrap="square" tIns="38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2" name="Google Shape;722;p37"/>
          <p:cNvSpPr/>
          <p:nvPr/>
        </p:nvSpPr>
        <p:spPr>
          <a:xfrm>
            <a:off x="7357039" y="2871605"/>
            <a:ext cx="19562" cy="41155"/>
          </a:xfrm>
          <a:custGeom>
            <a:rect b="b" l="l" r="r" t="t"/>
            <a:pathLst>
              <a:path extrusionOk="0" h="48994" w="23288">
                <a:moveTo>
                  <a:pt x="23289" y="0"/>
                </a:moveTo>
                <a:cubicBezTo>
                  <a:pt x="23289" y="15810"/>
                  <a:pt x="23289" y="31328"/>
                  <a:pt x="23289" y="46845"/>
                </a:cubicBezTo>
                <a:cubicBezTo>
                  <a:pt x="17141" y="49919"/>
                  <a:pt x="17141" y="49919"/>
                  <a:pt x="12311" y="45381"/>
                </a:cubicBezTo>
                <a:cubicBezTo>
                  <a:pt x="10115" y="43332"/>
                  <a:pt x="7773" y="41282"/>
                  <a:pt x="5578" y="39086"/>
                </a:cubicBezTo>
                <a:cubicBezTo>
                  <a:pt x="-716" y="33084"/>
                  <a:pt x="-1741" y="24594"/>
                  <a:pt x="2796" y="17128"/>
                </a:cubicBezTo>
                <a:cubicBezTo>
                  <a:pt x="4699" y="14054"/>
                  <a:pt x="6602" y="10979"/>
                  <a:pt x="8798" y="7905"/>
                </a:cubicBezTo>
                <a:cubicBezTo>
                  <a:pt x="12311" y="3221"/>
                  <a:pt x="17141" y="439"/>
                  <a:pt x="23289" y="0"/>
                </a:cubicBezTo>
                <a:close/>
              </a:path>
            </a:pathLst>
          </a:custGeom>
          <a:solidFill>
            <a:srgbClr val="163243"/>
          </a:solidFill>
          <a:ln>
            <a:noFill/>
          </a:ln>
        </p:spPr>
        <p:txBody>
          <a:bodyPr anchorCtr="0" anchor="ctr" bIns="38400" lIns="76800" spcFirstLastPara="1" rIns="76800" wrap="square" tIns="38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8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Digital</a:t>
            </a:r>
            <a:endParaRPr b="1" i="1" sz="18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8" name="Google Shape;728;p38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9" name="Google Shape;729;p38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730" name="Google Shape;730;p38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8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2" name="Google Shape;732;p38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733" name="Google Shape;733;p38"/>
          <p:cNvGraphicFramePr/>
          <p:nvPr/>
        </p:nvGraphicFramePr>
        <p:xfrm>
          <a:off x="256649" y="955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{E7B1C72E-6CB4-403D-B9BC-4C66F9ABA6A3}</a:tableStyleId>
              </a:tblPr>
              <a:tblGrid>
                <a:gridCol w="1673625"/>
                <a:gridCol w="832700"/>
                <a:gridCol w="852400"/>
                <a:gridCol w="1139575"/>
                <a:gridCol w="995150"/>
                <a:gridCol w="868725"/>
                <a:gridCol w="755825"/>
                <a:gridCol w="966850"/>
                <a:gridCol w="687100"/>
              </a:tblGrid>
              <a:tr h="383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Plataforma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Objetivo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Impresiones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Frecuencia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CTR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Vistas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VTR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</a:tr>
              <a:tr h="47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 Meta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1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 Google/YouTube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Clics/Vistas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7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Programmatic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4308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TOTALES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</a:tr>
            </a:tbl>
          </a:graphicData>
        </a:graphic>
      </p:graphicFrame>
      <p:sp>
        <p:nvSpPr>
          <p:cNvPr id="734" name="Google Shape;734;p38"/>
          <p:cNvSpPr/>
          <p:nvPr/>
        </p:nvSpPr>
        <p:spPr>
          <a:xfrm>
            <a:off x="256550" y="3829516"/>
            <a:ext cx="8772000" cy="1012800"/>
          </a:xfrm>
          <a:prstGeom prst="roundRect">
            <a:avLst>
              <a:gd fmla="val 2635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31" u="sng">
                <a:latin typeface="Archivo"/>
                <a:ea typeface="Archivo"/>
                <a:cs typeface="Archivo"/>
                <a:sym typeface="Archivo"/>
              </a:rPr>
              <a:t>Insight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. {{camp_dig_insight}}</a:t>
            </a:r>
            <a:endParaRPr sz="1231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735" name="Google Shape;735;p38" title="meta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798" y="1446766"/>
            <a:ext cx="278950" cy="278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38" title="ima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948" y="2450396"/>
            <a:ext cx="288650" cy="2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38"/>
          <p:cNvSpPr txBox="1"/>
          <p:nvPr/>
        </p:nvSpPr>
        <p:spPr>
          <a:xfrm>
            <a:off x="332800" y="3457542"/>
            <a:ext cx="6470100" cy="28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 CTR {{camp_eje}}: Meta {{camp_bench_meta_ctr}}%. Google Ads {{camp_bench_google_ctr}}%. Programmatic {{camp_bench_prog_ctr}}%. </a:t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 VTR {{camp_eje}}: Meta {{camp_bench_meta_vtr}}%. Google Ads {{camp_bench_google_vtr}}%. Programmatic {{camp_bench_prog_vtr}}%. </a:t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738" name="Google Shape;738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212" y="1977353"/>
            <a:ext cx="302121" cy="21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9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envío de mail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44" name="Google Shape;744;p39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5" name="Google Shape;745;p39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746" name="Google Shape;746;p39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9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8" name="Google Shape;748;p39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49" name="Google Shape;749;p39"/>
          <p:cNvSpPr/>
          <p:nvPr/>
        </p:nvSpPr>
        <p:spPr>
          <a:xfrm>
            <a:off x="237750" y="3819319"/>
            <a:ext cx="8791200" cy="904800"/>
          </a:xfrm>
          <a:prstGeom prst="roundRect">
            <a:avLst>
              <a:gd fmla="val 6282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t" bIns="0" lIns="139200" spcFirstLastPara="1" rIns="139200" wrap="square" tIns="3093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325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1325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7">
              <a:solidFill>
                <a:srgbClr val="123647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0" name="Google Shape;750;p39"/>
          <p:cNvSpPr txBox="1"/>
          <p:nvPr/>
        </p:nvSpPr>
        <p:spPr>
          <a:xfrm>
            <a:off x="305875" y="3857251"/>
            <a:ext cx="86550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Insight</a:t>
            </a:r>
            <a:r>
              <a:rPr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. {{camp_mail_insight}}</a:t>
            </a:r>
            <a:endParaRPr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1" name="Google Shape;751;p39"/>
          <p:cNvSpPr txBox="1"/>
          <p:nvPr/>
        </p:nvSpPr>
        <p:spPr>
          <a:xfrm>
            <a:off x="292461" y="4972080"/>
            <a:ext cx="2769000" cy="13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u="sng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Benchmark</a:t>
            </a:r>
            <a:r>
              <a:rPr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r>
              <a:rPr b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Remitente </a:t>
            </a:r>
            <a:r>
              <a:rPr b="1" i="1" lang="es" sz="900">
                <a:solidFill>
                  <a:srgbClr val="123546"/>
                </a:solidFill>
                <a:highlight>
                  <a:srgbClr val="FBAB04"/>
                </a:highlight>
                <a:latin typeface="Archivo"/>
                <a:ea typeface="Archivo"/>
                <a:cs typeface="Archivo"/>
                <a:sym typeface="Archivo"/>
              </a:rPr>
              <a:t>{{camp_remitente}}:</a:t>
            </a:r>
            <a:r>
              <a:rPr b="1"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{{camp_bench_remitente}}% </a:t>
            </a:r>
            <a:endParaRPr i="1"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752" name="Google Shape;752;p39"/>
          <p:cNvGraphicFramePr/>
          <p:nvPr/>
        </p:nvGraphicFramePr>
        <p:xfrm>
          <a:off x="237600" y="857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{E7B1C72E-6CB4-403D-B9BC-4C66F9ABA6A3}</a:tableStyleId>
              </a:tblPr>
              <a:tblGrid>
                <a:gridCol w="520475"/>
                <a:gridCol w="705325"/>
                <a:gridCol w="2159300"/>
                <a:gridCol w="949300"/>
                <a:gridCol w="987950"/>
                <a:gridCol w="1095925"/>
                <a:gridCol w="771875"/>
                <a:gridCol w="753850"/>
                <a:gridCol w="779300"/>
              </a:tblGrid>
              <a:tr h="34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Envío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Fecha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Audiencia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Enviados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Entregados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Aperturas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OR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CTOR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</a:tr>
              <a:tr h="451075">
                <a:tc rowSpan="5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{{camp_env1_rem}}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{{camp_env1_fecha}}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{{camp_env1_aud}}</a:t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10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{{camp_env2_fecha}}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{{camp_env2_aud}}</a:t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63900">
                <a:tc vMerge="1"/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{{camp_env3_fecha}}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{{camp_env3_aud}}</a:t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885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{{camp_env4_aud}}</a:t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323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{{camp_env5_fecha}}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{{camp_env5_aud}}</a:t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34450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GLOBAL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oogle Shape;757;p40"/>
          <p:cNvPicPr preferRelativeResize="0"/>
          <p:nvPr/>
        </p:nvPicPr>
        <p:blipFill rotWithShape="1">
          <a:blip r:embed="rId3">
            <a:alphaModFix/>
          </a:blip>
          <a:srcRect b="-9291" l="10699" r="13040" t="619"/>
          <a:stretch/>
        </p:blipFill>
        <p:spPr>
          <a:xfrm>
            <a:off x="197050" y="1319115"/>
            <a:ext cx="2131976" cy="38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0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respuestas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9" name="Google Shape;759;p40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0" name="Google Shape;760;p40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761" name="Google Shape;761;p40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40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3" name="Google Shape;763;p40"/>
          <p:cNvSpPr txBox="1"/>
          <p:nvPr/>
        </p:nvSpPr>
        <p:spPr>
          <a:xfrm>
            <a:off x="758075" y="533075"/>
            <a:ext cx="19746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4" name="Google Shape;764;p40"/>
          <p:cNvSpPr/>
          <p:nvPr/>
        </p:nvSpPr>
        <p:spPr>
          <a:xfrm>
            <a:off x="2481375" y="2878906"/>
            <a:ext cx="6597000" cy="2105400"/>
          </a:xfrm>
          <a:prstGeom prst="roundRect">
            <a:avLst>
              <a:gd fmla="val 2635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0" lIns="78550" spcFirstLastPara="1" rIns="78550" wrap="square" tIns="72000">
            <a:noAutofit/>
          </a:bodyPr>
          <a:lstStyle/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31" u="sng">
                <a:latin typeface="Archivo"/>
                <a:ea typeface="Archivo"/>
                <a:cs typeface="Archivo"/>
                <a:sym typeface="Archivo"/>
              </a:rPr>
              <a:t>Insight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. {{camp_resp_insight}}</a:t>
            </a:r>
            <a:endParaRPr sz="1231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765" name="Google Shape;765;p40"/>
          <p:cNvGraphicFramePr/>
          <p:nvPr/>
        </p:nvGraphicFramePr>
        <p:xfrm>
          <a:off x="2553318" y="986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{E7B1C72E-6CB4-403D-B9BC-4C66F9ABA6A3}</a:tableStyleId>
              </a:tblPr>
              <a:tblGrid>
                <a:gridCol w="1290625"/>
                <a:gridCol w="1290625"/>
                <a:gridCol w="1290625"/>
                <a:gridCol w="1290625"/>
                <a:gridCol w="1290625"/>
              </a:tblGrid>
              <a:tr h="36045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Respuestas moderadas: </a:t>
                      </a:r>
                      <a:r>
                        <a:rPr b="1" lang="es" sz="16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{{camp_resp_total}}</a:t>
                      </a:r>
                      <a:endParaRPr b="1" sz="12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 hMerge="1"/>
                <a:tc hMerge="1"/>
                <a:tc hMerge="1"/>
                <a:tc hMerge="1"/>
              </a:tr>
              <a:tr h="4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Positivas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Neutras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Negativas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Información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Solicitudes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{{camp_resp_pos}}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({{camp_resp_pos_pct}}%)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{{camp_resp_neu}}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({{camp_resp_neu_pct}}%)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{{camp_resp_neg}}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({{camp_resp_neg_pct}}%)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{{camp_resp_info}}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({{camp_resp_info_pct}}%)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{{camp_resp_sol}}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({{camp_resp_sol_pct}}%)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766" name="Google Shape;766;p40"/>
          <p:cNvSpPr/>
          <p:nvPr/>
        </p:nvSpPr>
        <p:spPr>
          <a:xfrm>
            <a:off x="8036243" y="683442"/>
            <a:ext cx="970200" cy="369600"/>
          </a:xfrm>
          <a:prstGeom prst="roundRect">
            <a:avLst>
              <a:gd fmla="val 16667" name="adj"/>
            </a:avLst>
          </a:prstGeom>
          <a:solidFill>
            <a:srgbClr val="FFC800"/>
          </a:solidFill>
          <a:ln>
            <a:noFill/>
          </a:ln>
        </p:spPr>
        <p:txBody>
          <a:bodyPr anchorCtr="0" anchor="ctr" bIns="132475" lIns="132475" spcFirstLastPara="1" rIns="132475" wrap="square" tIns="132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19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{{camp_remitente}}</a:t>
            </a:r>
            <a:endParaRPr b="1" sz="1719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7" name="Google Shape;767;p40"/>
          <p:cNvSpPr/>
          <p:nvPr/>
        </p:nvSpPr>
        <p:spPr>
          <a:xfrm>
            <a:off x="7665463" y="560909"/>
            <a:ext cx="540900" cy="5340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txBody>
          <a:bodyPr anchorCtr="0" anchor="ctr" bIns="65150" lIns="65150" spcFirstLastPara="1" rIns="65150" wrap="square" tIns="6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7"/>
          </a:p>
        </p:txBody>
      </p:sp>
      <p:pic>
        <p:nvPicPr>
          <p:cNvPr id="768" name="Google Shape;768;p40"/>
          <p:cNvPicPr preferRelativeResize="0"/>
          <p:nvPr/>
        </p:nvPicPr>
        <p:blipFill rotWithShape="1">
          <a:blip r:embed="rId4">
            <a:alphaModFix/>
          </a:blip>
          <a:srcRect b="21276" l="22225" r="20228" t="13957"/>
          <a:stretch/>
        </p:blipFill>
        <p:spPr>
          <a:xfrm>
            <a:off x="7702694" y="592492"/>
            <a:ext cx="466500" cy="471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69" name="Google Shape;769;p40"/>
          <p:cNvSpPr/>
          <p:nvPr/>
        </p:nvSpPr>
        <p:spPr>
          <a:xfrm>
            <a:off x="338149" y="946714"/>
            <a:ext cx="1897800" cy="317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zz</a:t>
            </a:r>
            <a:endParaRPr sz="800">
              <a:solidFill>
                <a:srgbClr val="FFFFFF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770" name="Google Shape;770;p40"/>
          <p:cNvSpPr/>
          <p:nvPr/>
        </p:nvSpPr>
        <p:spPr>
          <a:xfrm>
            <a:off x="2553325" y="799731"/>
            <a:ext cx="1118400" cy="343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77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50" lIns="74450" spcFirstLastPara="1" rIns="74450" wrap="square" tIns="74450">
            <a:noAutofit/>
          </a:bodyPr>
          <a:lstStyle/>
          <a:p>
            <a:pPr indent="0" lvl="0" marL="8794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3">
                <a:solidFill>
                  <a:schemeClr val="lt1"/>
                </a:solidFill>
              </a:rPr>
              <a:t>Tasa de respuesta</a:t>
            </a:r>
            <a:br>
              <a:rPr b="1" lang="es" sz="1140">
                <a:solidFill>
                  <a:schemeClr val="lt1"/>
                </a:solidFill>
              </a:rPr>
            </a:br>
            <a:r>
              <a:rPr b="1" lang="es" sz="977">
                <a:solidFill>
                  <a:schemeClr val="lt1"/>
                </a:solidFill>
              </a:rPr>
              <a:t>{{camp_tasa_resp}}%</a:t>
            </a:r>
            <a:endParaRPr b="1" sz="977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41" title="JM - Verano en la Ciudad - Plaza Exodo Jujeño - 15-2-2025 - 6.jpg"/>
          <p:cNvPicPr preferRelativeResize="0"/>
          <p:nvPr/>
        </p:nvPicPr>
        <p:blipFill rotWithShape="1">
          <a:blip r:embed="rId3">
            <a:alphaModFix/>
          </a:blip>
          <a:srcRect b="15726" l="0" r="0" t="0"/>
          <a:stretch/>
        </p:blipFill>
        <p:spPr>
          <a:xfrm>
            <a:off x="1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41"/>
          <p:cNvSpPr/>
          <p:nvPr/>
        </p:nvSpPr>
        <p:spPr>
          <a:xfrm>
            <a:off x="0" y="1997000"/>
            <a:ext cx="9144000" cy="3146400"/>
          </a:xfrm>
          <a:prstGeom prst="rect">
            <a:avLst/>
          </a:prstGeom>
          <a:gradFill>
            <a:gsLst>
              <a:gs pos="0">
                <a:srgbClr val="123546"/>
              </a:gs>
              <a:gs pos="100000">
                <a:srgbClr val="123546">
                  <a:alpha val="0"/>
                </a:srgbClr>
              </a:gs>
            </a:gsLst>
            <a:lin ang="1619866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7" name="Google Shape;777;p41"/>
          <p:cNvGrpSpPr/>
          <p:nvPr/>
        </p:nvGrpSpPr>
        <p:grpSpPr>
          <a:xfrm>
            <a:off x="-7" y="5049979"/>
            <a:ext cx="9144055" cy="93320"/>
            <a:chOff x="1" y="3602363"/>
            <a:chExt cx="9144055" cy="96326"/>
          </a:xfrm>
        </p:grpSpPr>
        <p:sp>
          <p:nvSpPr>
            <p:cNvPr id="778" name="Google Shape;778;p41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1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41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1" name="Google Shape;781;p41"/>
          <p:cNvGrpSpPr/>
          <p:nvPr/>
        </p:nvGrpSpPr>
        <p:grpSpPr>
          <a:xfrm>
            <a:off x="1401234" y="382061"/>
            <a:ext cx="606198" cy="152912"/>
            <a:chOff x="4866049" y="2172425"/>
            <a:chExt cx="3444309" cy="868816"/>
          </a:xfrm>
        </p:grpSpPr>
        <p:sp>
          <p:nvSpPr>
            <p:cNvPr id="782" name="Google Shape;782;p41"/>
            <p:cNvSpPr/>
            <p:nvPr/>
          </p:nvSpPr>
          <p:spPr>
            <a:xfrm>
              <a:off x="4866049" y="2172425"/>
              <a:ext cx="767027" cy="868660"/>
            </a:xfrm>
            <a:custGeom>
              <a:rect b="b" l="l" r="r" t="t"/>
              <a:pathLst>
                <a:path extrusionOk="0" h="1194034" w="1054333">
                  <a:moveTo>
                    <a:pt x="1001281" y="658439"/>
                  </a:moveTo>
                  <a:cubicBezTo>
                    <a:pt x="986024" y="615146"/>
                    <a:pt x="961412" y="579320"/>
                    <a:pt x="927012" y="550530"/>
                  </a:cubicBezTo>
                  <a:cubicBezTo>
                    <a:pt x="892900" y="521524"/>
                    <a:pt x="851591" y="497473"/>
                    <a:pt x="803589" y="478518"/>
                  </a:cubicBezTo>
                  <a:cubicBezTo>
                    <a:pt x="755587" y="459277"/>
                    <a:pt x="702116" y="444487"/>
                    <a:pt x="643391" y="433431"/>
                  </a:cubicBezTo>
                  <a:cubicBezTo>
                    <a:pt x="630437" y="431349"/>
                    <a:pt x="614604" y="428405"/>
                    <a:pt x="596037" y="424456"/>
                  </a:cubicBezTo>
                  <a:cubicBezTo>
                    <a:pt x="577398" y="420795"/>
                    <a:pt x="558758" y="415482"/>
                    <a:pt x="540479" y="408877"/>
                  </a:cubicBezTo>
                  <a:cubicBezTo>
                    <a:pt x="522775" y="402487"/>
                    <a:pt x="508238" y="394877"/>
                    <a:pt x="496795" y="386046"/>
                  </a:cubicBezTo>
                  <a:cubicBezTo>
                    <a:pt x="485856" y="377574"/>
                    <a:pt x="479379" y="363717"/>
                    <a:pt x="481034" y="350004"/>
                  </a:cubicBezTo>
                  <a:cubicBezTo>
                    <a:pt x="482690" y="336291"/>
                    <a:pt x="489094" y="324732"/>
                    <a:pt x="499818" y="316547"/>
                  </a:cubicBezTo>
                  <a:cubicBezTo>
                    <a:pt x="510541" y="308363"/>
                    <a:pt x="525006" y="302332"/>
                    <a:pt x="542926" y="298598"/>
                  </a:cubicBezTo>
                  <a:cubicBezTo>
                    <a:pt x="560845" y="294650"/>
                    <a:pt x="582219" y="292783"/>
                    <a:pt x="607624" y="292783"/>
                  </a:cubicBezTo>
                  <a:cubicBezTo>
                    <a:pt x="634827" y="292783"/>
                    <a:pt x="661959" y="296229"/>
                    <a:pt x="689162" y="303337"/>
                  </a:cubicBezTo>
                  <a:cubicBezTo>
                    <a:pt x="716077" y="310445"/>
                    <a:pt x="741770" y="321286"/>
                    <a:pt x="766454" y="336076"/>
                  </a:cubicBezTo>
                  <a:cubicBezTo>
                    <a:pt x="783150" y="346199"/>
                    <a:pt x="799127" y="358117"/>
                    <a:pt x="814384" y="371974"/>
                  </a:cubicBezTo>
                  <a:cubicBezTo>
                    <a:pt x="826834" y="383317"/>
                    <a:pt x="845833" y="383317"/>
                    <a:pt x="858643" y="372404"/>
                  </a:cubicBezTo>
                  <a:lnTo>
                    <a:pt x="1042734" y="214023"/>
                  </a:lnTo>
                  <a:cubicBezTo>
                    <a:pt x="1056192" y="202464"/>
                    <a:pt x="1058063" y="182648"/>
                    <a:pt x="1047700" y="168289"/>
                  </a:cubicBezTo>
                  <a:cubicBezTo>
                    <a:pt x="1027261" y="139858"/>
                    <a:pt x="1003152" y="114299"/>
                    <a:pt x="975733" y="91540"/>
                  </a:cubicBezTo>
                  <a:cubicBezTo>
                    <a:pt x="939750" y="62247"/>
                    <a:pt x="893835" y="39559"/>
                    <a:pt x="837773" y="23764"/>
                  </a:cubicBezTo>
                  <a:cubicBezTo>
                    <a:pt x="781711" y="7969"/>
                    <a:pt x="710464" y="0"/>
                    <a:pt x="623960" y="0"/>
                  </a:cubicBezTo>
                  <a:cubicBezTo>
                    <a:pt x="565019" y="0"/>
                    <a:pt x="506870" y="8687"/>
                    <a:pt x="449801" y="26134"/>
                  </a:cubicBezTo>
                  <a:cubicBezTo>
                    <a:pt x="392443" y="43795"/>
                    <a:pt x="340267" y="68852"/>
                    <a:pt x="293345" y="101591"/>
                  </a:cubicBezTo>
                  <a:cubicBezTo>
                    <a:pt x="246135" y="134330"/>
                    <a:pt x="207129" y="173387"/>
                    <a:pt x="176039" y="219264"/>
                  </a:cubicBezTo>
                  <a:cubicBezTo>
                    <a:pt x="144950" y="265142"/>
                    <a:pt x="126023" y="315829"/>
                    <a:pt x="119474" y="371471"/>
                  </a:cubicBezTo>
                  <a:cubicBezTo>
                    <a:pt x="113644" y="420508"/>
                    <a:pt x="116379" y="464590"/>
                    <a:pt x="127606" y="503934"/>
                  </a:cubicBezTo>
                  <a:cubicBezTo>
                    <a:pt x="138833" y="543278"/>
                    <a:pt x="159055" y="578099"/>
                    <a:pt x="188202" y="608684"/>
                  </a:cubicBezTo>
                  <a:cubicBezTo>
                    <a:pt x="217420" y="639054"/>
                    <a:pt x="255275" y="665403"/>
                    <a:pt x="301909" y="687013"/>
                  </a:cubicBezTo>
                  <a:cubicBezTo>
                    <a:pt x="348544" y="708911"/>
                    <a:pt x="403742" y="727362"/>
                    <a:pt x="467504" y="742655"/>
                  </a:cubicBezTo>
                  <a:cubicBezTo>
                    <a:pt x="480387" y="745814"/>
                    <a:pt x="494780" y="749260"/>
                    <a:pt x="511548" y="752419"/>
                  </a:cubicBezTo>
                  <a:cubicBezTo>
                    <a:pt x="528101" y="755865"/>
                    <a:pt x="545085" y="759814"/>
                    <a:pt x="562429" y="764840"/>
                  </a:cubicBezTo>
                  <a:cubicBezTo>
                    <a:pt x="579845" y="769578"/>
                    <a:pt x="595821" y="775681"/>
                    <a:pt x="610286" y="782789"/>
                  </a:cubicBezTo>
                  <a:cubicBezTo>
                    <a:pt x="624752" y="789897"/>
                    <a:pt x="635978" y="798368"/>
                    <a:pt x="644327" y="808133"/>
                  </a:cubicBezTo>
                  <a:cubicBezTo>
                    <a:pt x="652459" y="817897"/>
                    <a:pt x="655481" y="830030"/>
                    <a:pt x="653826" y="844031"/>
                  </a:cubicBezTo>
                  <a:cubicBezTo>
                    <a:pt x="652027" y="859323"/>
                    <a:pt x="646342" y="871457"/>
                    <a:pt x="636626" y="880144"/>
                  </a:cubicBezTo>
                  <a:cubicBezTo>
                    <a:pt x="626911" y="888831"/>
                    <a:pt x="613453" y="895149"/>
                    <a:pt x="596613" y="898882"/>
                  </a:cubicBezTo>
                  <a:cubicBezTo>
                    <a:pt x="579773" y="902831"/>
                    <a:pt x="560989" y="904698"/>
                    <a:pt x="540119" y="904698"/>
                  </a:cubicBezTo>
                  <a:cubicBezTo>
                    <a:pt x="487727" y="904698"/>
                    <a:pt x="433033" y="893354"/>
                    <a:pt x="376107" y="871169"/>
                  </a:cubicBezTo>
                  <a:cubicBezTo>
                    <a:pt x="327961" y="852287"/>
                    <a:pt x="283702" y="816533"/>
                    <a:pt x="243328" y="764050"/>
                  </a:cubicBezTo>
                  <a:cubicBezTo>
                    <a:pt x="231022" y="748040"/>
                    <a:pt x="207417" y="746388"/>
                    <a:pt x="193096" y="760532"/>
                  </a:cubicBezTo>
                  <a:lnTo>
                    <a:pt x="10156" y="941098"/>
                  </a:lnTo>
                  <a:cubicBezTo>
                    <a:pt x="-1862" y="953016"/>
                    <a:pt x="-3589" y="972258"/>
                    <a:pt x="6990" y="985468"/>
                  </a:cubicBezTo>
                  <a:cubicBezTo>
                    <a:pt x="36712" y="1022586"/>
                    <a:pt x="70392" y="1055469"/>
                    <a:pt x="108175" y="1084546"/>
                  </a:cubicBezTo>
                  <a:cubicBezTo>
                    <a:pt x="153802" y="1119367"/>
                    <a:pt x="208497" y="1146291"/>
                    <a:pt x="272331" y="1165532"/>
                  </a:cubicBezTo>
                  <a:cubicBezTo>
                    <a:pt x="336237" y="1184558"/>
                    <a:pt x="411514" y="1194035"/>
                    <a:pt x="497731" y="1194035"/>
                  </a:cubicBezTo>
                  <a:cubicBezTo>
                    <a:pt x="583947" y="1194035"/>
                    <a:pt x="666348" y="1179532"/>
                    <a:pt x="740618" y="1150742"/>
                  </a:cubicBezTo>
                  <a:cubicBezTo>
                    <a:pt x="815175" y="1121736"/>
                    <a:pt x="876851" y="1078946"/>
                    <a:pt x="925572" y="1022228"/>
                  </a:cubicBezTo>
                  <a:cubicBezTo>
                    <a:pt x="974294" y="965509"/>
                    <a:pt x="1003800" y="895293"/>
                    <a:pt x="1013731" y="811148"/>
                  </a:cubicBezTo>
                  <a:cubicBezTo>
                    <a:pt x="1020712" y="752347"/>
                    <a:pt x="1016394" y="701372"/>
                    <a:pt x="1001353" y="6583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41"/>
            <p:cNvSpPr/>
            <p:nvPr/>
          </p:nvSpPr>
          <p:spPr>
            <a:xfrm>
              <a:off x="5577875" y="2172425"/>
              <a:ext cx="767073" cy="868712"/>
            </a:xfrm>
            <a:custGeom>
              <a:rect b="b" l="l" r="r" t="t"/>
              <a:pathLst>
                <a:path extrusionOk="0" h="1194106" w="1054396">
                  <a:moveTo>
                    <a:pt x="1001353" y="658439"/>
                  </a:moveTo>
                  <a:cubicBezTo>
                    <a:pt x="986096" y="615146"/>
                    <a:pt x="961484" y="579320"/>
                    <a:pt x="927084" y="550530"/>
                  </a:cubicBezTo>
                  <a:cubicBezTo>
                    <a:pt x="892972" y="521524"/>
                    <a:pt x="851663" y="497473"/>
                    <a:pt x="803661" y="478518"/>
                  </a:cubicBezTo>
                  <a:cubicBezTo>
                    <a:pt x="755659" y="459277"/>
                    <a:pt x="702188" y="444487"/>
                    <a:pt x="643463" y="433431"/>
                  </a:cubicBezTo>
                  <a:cubicBezTo>
                    <a:pt x="630725" y="431349"/>
                    <a:pt x="614964" y="428405"/>
                    <a:pt x="596109" y="424456"/>
                  </a:cubicBezTo>
                  <a:cubicBezTo>
                    <a:pt x="577470" y="420795"/>
                    <a:pt x="559118" y="415482"/>
                    <a:pt x="540551" y="408877"/>
                  </a:cubicBezTo>
                  <a:cubicBezTo>
                    <a:pt x="522847" y="402487"/>
                    <a:pt x="508310" y="394877"/>
                    <a:pt x="496867" y="386046"/>
                  </a:cubicBezTo>
                  <a:cubicBezTo>
                    <a:pt x="485424" y="377215"/>
                    <a:pt x="479451" y="363717"/>
                    <a:pt x="481106" y="350004"/>
                  </a:cubicBezTo>
                  <a:cubicBezTo>
                    <a:pt x="482762" y="336291"/>
                    <a:pt x="489095" y="324732"/>
                    <a:pt x="499890" y="316547"/>
                  </a:cubicBezTo>
                  <a:cubicBezTo>
                    <a:pt x="510613" y="308363"/>
                    <a:pt x="525078" y="302332"/>
                    <a:pt x="542998" y="298598"/>
                  </a:cubicBezTo>
                  <a:cubicBezTo>
                    <a:pt x="560917" y="294650"/>
                    <a:pt x="582579" y="292783"/>
                    <a:pt x="607696" y="292783"/>
                  </a:cubicBezTo>
                  <a:cubicBezTo>
                    <a:pt x="634971" y="292783"/>
                    <a:pt x="662031" y="296229"/>
                    <a:pt x="689234" y="303337"/>
                  </a:cubicBezTo>
                  <a:cubicBezTo>
                    <a:pt x="716149" y="310445"/>
                    <a:pt x="742130" y="321286"/>
                    <a:pt x="766526" y="336076"/>
                  </a:cubicBezTo>
                  <a:cubicBezTo>
                    <a:pt x="783222" y="346199"/>
                    <a:pt x="799199" y="358117"/>
                    <a:pt x="814456" y="371974"/>
                  </a:cubicBezTo>
                  <a:cubicBezTo>
                    <a:pt x="826906" y="383317"/>
                    <a:pt x="845905" y="383317"/>
                    <a:pt x="858715" y="372404"/>
                  </a:cubicBezTo>
                  <a:lnTo>
                    <a:pt x="1042806" y="213951"/>
                  </a:lnTo>
                  <a:cubicBezTo>
                    <a:pt x="1056192" y="202392"/>
                    <a:pt x="1058135" y="182648"/>
                    <a:pt x="1047844" y="168289"/>
                  </a:cubicBezTo>
                  <a:cubicBezTo>
                    <a:pt x="1027477" y="139786"/>
                    <a:pt x="1003440" y="114299"/>
                    <a:pt x="975805" y="91540"/>
                  </a:cubicBezTo>
                  <a:cubicBezTo>
                    <a:pt x="939894" y="62247"/>
                    <a:pt x="893907" y="39559"/>
                    <a:pt x="837845" y="23764"/>
                  </a:cubicBezTo>
                  <a:cubicBezTo>
                    <a:pt x="781783" y="7969"/>
                    <a:pt x="710536" y="0"/>
                    <a:pt x="624320" y="0"/>
                  </a:cubicBezTo>
                  <a:cubicBezTo>
                    <a:pt x="565091" y="0"/>
                    <a:pt x="506942" y="8687"/>
                    <a:pt x="449873" y="26134"/>
                  </a:cubicBezTo>
                  <a:cubicBezTo>
                    <a:pt x="392515" y="43795"/>
                    <a:pt x="340339" y="68852"/>
                    <a:pt x="293417" y="101591"/>
                  </a:cubicBezTo>
                  <a:cubicBezTo>
                    <a:pt x="246207" y="134330"/>
                    <a:pt x="207201" y="173387"/>
                    <a:pt x="176111" y="219264"/>
                  </a:cubicBezTo>
                  <a:cubicBezTo>
                    <a:pt x="145022" y="265142"/>
                    <a:pt x="126095" y="315829"/>
                    <a:pt x="119546" y="371471"/>
                  </a:cubicBezTo>
                  <a:cubicBezTo>
                    <a:pt x="113716" y="420508"/>
                    <a:pt x="116451" y="464590"/>
                    <a:pt x="127678" y="503934"/>
                  </a:cubicBezTo>
                  <a:cubicBezTo>
                    <a:pt x="138905" y="543278"/>
                    <a:pt x="159127" y="578099"/>
                    <a:pt x="188274" y="608684"/>
                  </a:cubicBezTo>
                  <a:cubicBezTo>
                    <a:pt x="217492" y="639054"/>
                    <a:pt x="255347" y="665403"/>
                    <a:pt x="301981" y="687013"/>
                  </a:cubicBezTo>
                  <a:cubicBezTo>
                    <a:pt x="348616" y="708911"/>
                    <a:pt x="403814" y="727362"/>
                    <a:pt x="467576" y="742655"/>
                  </a:cubicBezTo>
                  <a:cubicBezTo>
                    <a:pt x="480459" y="745814"/>
                    <a:pt x="495068" y="749260"/>
                    <a:pt x="511620" y="752419"/>
                  </a:cubicBezTo>
                  <a:cubicBezTo>
                    <a:pt x="528173" y="755865"/>
                    <a:pt x="545157" y="759814"/>
                    <a:pt x="562501" y="764840"/>
                  </a:cubicBezTo>
                  <a:cubicBezTo>
                    <a:pt x="579917" y="769578"/>
                    <a:pt x="595893" y="775681"/>
                    <a:pt x="610359" y="782789"/>
                  </a:cubicBezTo>
                  <a:cubicBezTo>
                    <a:pt x="624824" y="789897"/>
                    <a:pt x="636266" y="798368"/>
                    <a:pt x="644399" y="808133"/>
                  </a:cubicBezTo>
                  <a:cubicBezTo>
                    <a:pt x="652531" y="817897"/>
                    <a:pt x="655554" y="830030"/>
                    <a:pt x="653898" y="844031"/>
                  </a:cubicBezTo>
                  <a:cubicBezTo>
                    <a:pt x="652099" y="859323"/>
                    <a:pt x="646414" y="871457"/>
                    <a:pt x="636698" y="880144"/>
                  </a:cubicBezTo>
                  <a:cubicBezTo>
                    <a:pt x="626911" y="888831"/>
                    <a:pt x="613525" y="895149"/>
                    <a:pt x="596685" y="898882"/>
                  </a:cubicBezTo>
                  <a:cubicBezTo>
                    <a:pt x="579845" y="902831"/>
                    <a:pt x="561061" y="904698"/>
                    <a:pt x="540191" y="904698"/>
                  </a:cubicBezTo>
                  <a:cubicBezTo>
                    <a:pt x="487799" y="904698"/>
                    <a:pt x="433105" y="893354"/>
                    <a:pt x="376179" y="871169"/>
                  </a:cubicBezTo>
                  <a:cubicBezTo>
                    <a:pt x="328249" y="852287"/>
                    <a:pt x="283990" y="816461"/>
                    <a:pt x="243400" y="763978"/>
                  </a:cubicBezTo>
                  <a:cubicBezTo>
                    <a:pt x="231094" y="748040"/>
                    <a:pt x="207561" y="746388"/>
                    <a:pt x="193168" y="760532"/>
                  </a:cubicBezTo>
                  <a:lnTo>
                    <a:pt x="10156" y="941170"/>
                  </a:lnTo>
                  <a:cubicBezTo>
                    <a:pt x="-1862" y="953088"/>
                    <a:pt x="-3589" y="972329"/>
                    <a:pt x="6990" y="985540"/>
                  </a:cubicBezTo>
                  <a:cubicBezTo>
                    <a:pt x="36712" y="1022658"/>
                    <a:pt x="70393" y="1055541"/>
                    <a:pt x="108175" y="1084618"/>
                  </a:cubicBezTo>
                  <a:cubicBezTo>
                    <a:pt x="153802" y="1119439"/>
                    <a:pt x="208496" y="1146362"/>
                    <a:pt x="272331" y="1165604"/>
                  </a:cubicBezTo>
                  <a:cubicBezTo>
                    <a:pt x="336237" y="1184630"/>
                    <a:pt x="411515" y="1194107"/>
                    <a:pt x="497731" y="1194107"/>
                  </a:cubicBezTo>
                  <a:cubicBezTo>
                    <a:pt x="583947" y="1194107"/>
                    <a:pt x="666349" y="1179604"/>
                    <a:pt x="740618" y="1150814"/>
                  </a:cubicBezTo>
                  <a:cubicBezTo>
                    <a:pt x="815176" y="1121808"/>
                    <a:pt x="876851" y="1079018"/>
                    <a:pt x="925572" y="1022299"/>
                  </a:cubicBezTo>
                  <a:cubicBezTo>
                    <a:pt x="974294" y="965581"/>
                    <a:pt x="1003800" y="895364"/>
                    <a:pt x="1013732" y="811220"/>
                  </a:cubicBezTo>
                  <a:cubicBezTo>
                    <a:pt x="1020712" y="752419"/>
                    <a:pt x="1016610" y="701444"/>
                    <a:pt x="1001353" y="6584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41"/>
            <p:cNvSpPr/>
            <p:nvPr/>
          </p:nvSpPr>
          <p:spPr>
            <a:xfrm>
              <a:off x="6346942" y="2172529"/>
              <a:ext cx="810806" cy="868712"/>
            </a:xfrm>
            <a:custGeom>
              <a:rect b="b" l="l" r="r" t="t"/>
              <a:pathLst>
                <a:path extrusionOk="0" h="1194106" w="1114510">
                  <a:moveTo>
                    <a:pt x="817712" y="823497"/>
                  </a:moveTo>
                  <a:cubicBezTo>
                    <a:pt x="791804" y="839292"/>
                    <a:pt x="763593" y="852000"/>
                    <a:pt x="732791" y="862051"/>
                  </a:cubicBezTo>
                  <a:cubicBezTo>
                    <a:pt x="702278" y="871816"/>
                    <a:pt x="670540" y="876554"/>
                    <a:pt x="637723" y="876554"/>
                  </a:cubicBezTo>
                  <a:cubicBezTo>
                    <a:pt x="591737" y="876554"/>
                    <a:pt x="550932" y="870236"/>
                    <a:pt x="515452" y="857026"/>
                  </a:cubicBezTo>
                  <a:cubicBezTo>
                    <a:pt x="479757" y="843815"/>
                    <a:pt x="450178" y="825364"/>
                    <a:pt x="426789" y="801384"/>
                  </a:cubicBezTo>
                  <a:cubicBezTo>
                    <a:pt x="403472" y="777404"/>
                    <a:pt x="386488" y="748614"/>
                    <a:pt x="376197" y="714870"/>
                  </a:cubicBezTo>
                  <a:cubicBezTo>
                    <a:pt x="366193" y="681126"/>
                    <a:pt x="363458" y="643362"/>
                    <a:pt x="368352" y="601935"/>
                  </a:cubicBezTo>
                  <a:cubicBezTo>
                    <a:pt x="373750" y="556058"/>
                    <a:pt x="385696" y="515637"/>
                    <a:pt x="403832" y="480816"/>
                  </a:cubicBezTo>
                  <a:cubicBezTo>
                    <a:pt x="422255" y="445995"/>
                    <a:pt x="445285" y="416415"/>
                    <a:pt x="472704" y="392435"/>
                  </a:cubicBezTo>
                  <a:cubicBezTo>
                    <a:pt x="500123" y="368456"/>
                    <a:pt x="531141" y="350220"/>
                    <a:pt x="565901" y="337583"/>
                  </a:cubicBezTo>
                  <a:cubicBezTo>
                    <a:pt x="600661" y="325163"/>
                    <a:pt x="636572" y="318845"/>
                    <a:pt x="673923" y="318845"/>
                  </a:cubicBezTo>
                  <a:cubicBezTo>
                    <a:pt x="711274" y="318845"/>
                    <a:pt x="741356" y="323583"/>
                    <a:pt x="768271" y="332845"/>
                  </a:cubicBezTo>
                  <a:cubicBezTo>
                    <a:pt x="794971" y="342107"/>
                    <a:pt x="818072" y="354456"/>
                    <a:pt x="837719" y="369533"/>
                  </a:cubicBezTo>
                  <a:cubicBezTo>
                    <a:pt x="847362" y="377215"/>
                    <a:pt x="856358" y="385256"/>
                    <a:pt x="864562" y="393728"/>
                  </a:cubicBezTo>
                  <a:cubicBezTo>
                    <a:pt x="877804" y="407441"/>
                    <a:pt x="900186" y="406651"/>
                    <a:pt x="913500" y="392938"/>
                  </a:cubicBezTo>
                  <a:lnTo>
                    <a:pt x="1105075" y="196074"/>
                  </a:lnTo>
                  <a:cubicBezTo>
                    <a:pt x="1118101" y="182720"/>
                    <a:pt x="1117453" y="161612"/>
                    <a:pt x="1104283" y="148402"/>
                  </a:cubicBezTo>
                  <a:cubicBezTo>
                    <a:pt x="1076432" y="120258"/>
                    <a:pt x="1045487" y="96063"/>
                    <a:pt x="1011806" y="75960"/>
                  </a:cubicBezTo>
                  <a:cubicBezTo>
                    <a:pt x="968266" y="50401"/>
                    <a:pt x="921344" y="31375"/>
                    <a:pt x="870968" y="18739"/>
                  </a:cubicBezTo>
                  <a:cubicBezTo>
                    <a:pt x="820303" y="6318"/>
                    <a:pt x="768487" y="0"/>
                    <a:pt x="715016" y="0"/>
                  </a:cubicBezTo>
                  <a:cubicBezTo>
                    <a:pt x="620883" y="0"/>
                    <a:pt x="532940" y="14790"/>
                    <a:pt x="451402" y="44298"/>
                  </a:cubicBezTo>
                  <a:cubicBezTo>
                    <a:pt x="369648" y="73591"/>
                    <a:pt x="297393" y="114730"/>
                    <a:pt x="234206" y="167787"/>
                  </a:cubicBezTo>
                  <a:cubicBezTo>
                    <a:pt x="171092" y="220557"/>
                    <a:pt x="119779" y="283593"/>
                    <a:pt x="79910" y="356681"/>
                  </a:cubicBezTo>
                  <a:cubicBezTo>
                    <a:pt x="40040" y="429769"/>
                    <a:pt x="15284" y="509965"/>
                    <a:pt x="4993" y="597053"/>
                  </a:cubicBezTo>
                  <a:cubicBezTo>
                    <a:pt x="-5299" y="684357"/>
                    <a:pt x="243" y="764553"/>
                    <a:pt x="22337" y="837641"/>
                  </a:cubicBezTo>
                  <a:cubicBezTo>
                    <a:pt x="44358" y="910729"/>
                    <a:pt x="80342" y="973550"/>
                    <a:pt x="130430" y="1026535"/>
                  </a:cubicBezTo>
                  <a:cubicBezTo>
                    <a:pt x="180519" y="1079305"/>
                    <a:pt x="242338" y="1120444"/>
                    <a:pt x="315745" y="1150024"/>
                  </a:cubicBezTo>
                  <a:cubicBezTo>
                    <a:pt x="389510" y="1179317"/>
                    <a:pt x="472128" y="1194107"/>
                    <a:pt x="563886" y="1194107"/>
                  </a:cubicBezTo>
                  <a:cubicBezTo>
                    <a:pt x="621819" y="1194107"/>
                    <a:pt x="679968" y="1187214"/>
                    <a:pt x="738477" y="1173788"/>
                  </a:cubicBezTo>
                  <a:cubicBezTo>
                    <a:pt x="796986" y="1160075"/>
                    <a:pt x="851249" y="1141337"/>
                    <a:pt x="900906" y="1117357"/>
                  </a:cubicBezTo>
                  <a:cubicBezTo>
                    <a:pt x="940559" y="1098331"/>
                    <a:pt x="974528" y="1077223"/>
                    <a:pt x="1002883" y="1054033"/>
                  </a:cubicBezTo>
                  <a:cubicBezTo>
                    <a:pt x="1015333" y="1043838"/>
                    <a:pt x="1019075" y="1026535"/>
                    <a:pt x="1011734" y="1012248"/>
                  </a:cubicBezTo>
                  <a:lnTo>
                    <a:pt x="906159" y="808563"/>
                  </a:lnTo>
                  <a:cubicBezTo>
                    <a:pt x="896300" y="789538"/>
                    <a:pt x="871759" y="784943"/>
                    <a:pt x="854775" y="798081"/>
                  </a:cubicBezTo>
                  <a:cubicBezTo>
                    <a:pt x="843189" y="807128"/>
                    <a:pt x="830810" y="815671"/>
                    <a:pt x="817640" y="8237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41"/>
            <p:cNvSpPr/>
            <p:nvPr/>
          </p:nvSpPr>
          <p:spPr>
            <a:xfrm>
              <a:off x="7116758" y="2196150"/>
              <a:ext cx="847001" cy="833038"/>
            </a:xfrm>
            <a:custGeom>
              <a:rect b="b" l="l" r="r" t="t"/>
              <a:pathLst>
                <a:path extrusionOk="0" h="1145070" w="1164263">
                  <a:moveTo>
                    <a:pt x="1143284" y="341963"/>
                  </a:moveTo>
                  <a:cubicBezTo>
                    <a:pt x="1122702" y="272034"/>
                    <a:pt x="1088590" y="211869"/>
                    <a:pt x="1040876" y="161253"/>
                  </a:cubicBezTo>
                  <a:cubicBezTo>
                    <a:pt x="993162" y="110565"/>
                    <a:pt x="935157" y="71006"/>
                    <a:pt x="866357" y="42503"/>
                  </a:cubicBezTo>
                  <a:cubicBezTo>
                    <a:pt x="797485" y="14287"/>
                    <a:pt x="719832" y="0"/>
                    <a:pt x="633616" y="0"/>
                  </a:cubicBezTo>
                  <a:lnTo>
                    <a:pt x="176844" y="0"/>
                  </a:lnTo>
                  <a:cubicBezTo>
                    <a:pt x="149281" y="0"/>
                    <a:pt x="126107" y="20605"/>
                    <a:pt x="122869" y="47888"/>
                  </a:cubicBezTo>
                  <a:lnTo>
                    <a:pt x="382" y="1084475"/>
                  </a:lnTo>
                  <a:cubicBezTo>
                    <a:pt x="-3433" y="1116711"/>
                    <a:pt x="21828" y="1145070"/>
                    <a:pt x="54357" y="1145070"/>
                  </a:cubicBezTo>
                  <a:lnTo>
                    <a:pt x="498319" y="1145070"/>
                  </a:lnTo>
                  <a:cubicBezTo>
                    <a:pt x="584535" y="1145070"/>
                    <a:pt x="665498" y="1131070"/>
                    <a:pt x="741063" y="1102567"/>
                  </a:cubicBezTo>
                  <a:cubicBezTo>
                    <a:pt x="816628" y="1074064"/>
                    <a:pt x="883917" y="1034792"/>
                    <a:pt x="943649" y="983817"/>
                  </a:cubicBezTo>
                  <a:cubicBezTo>
                    <a:pt x="1003309" y="933129"/>
                    <a:pt x="1051743" y="872749"/>
                    <a:pt x="1088878" y="802317"/>
                  </a:cubicBezTo>
                  <a:cubicBezTo>
                    <a:pt x="1126228" y="732173"/>
                    <a:pt x="1149617" y="655351"/>
                    <a:pt x="1159405" y="572499"/>
                  </a:cubicBezTo>
                  <a:cubicBezTo>
                    <a:pt x="1169336" y="488570"/>
                    <a:pt x="1164083" y="411820"/>
                    <a:pt x="1143284" y="341891"/>
                  </a:cubicBezTo>
                  <a:close/>
                  <a:moveTo>
                    <a:pt x="771289" y="681270"/>
                  </a:moveTo>
                  <a:cubicBezTo>
                    <a:pt x="755168" y="714798"/>
                    <a:pt x="734874" y="743301"/>
                    <a:pt x="710117" y="767281"/>
                  </a:cubicBezTo>
                  <a:cubicBezTo>
                    <a:pt x="685577" y="791261"/>
                    <a:pt x="657725" y="809999"/>
                    <a:pt x="626492" y="823712"/>
                  </a:cubicBezTo>
                  <a:cubicBezTo>
                    <a:pt x="595258" y="837425"/>
                    <a:pt x="561650" y="844031"/>
                    <a:pt x="525738" y="844031"/>
                  </a:cubicBezTo>
                  <a:lnTo>
                    <a:pt x="422394" y="844031"/>
                  </a:lnTo>
                  <a:cubicBezTo>
                    <a:pt x="401524" y="844031"/>
                    <a:pt x="385331" y="825866"/>
                    <a:pt x="387778" y="805189"/>
                  </a:cubicBezTo>
                  <a:lnTo>
                    <a:pt x="443696" y="331768"/>
                  </a:lnTo>
                  <a:cubicBezTo>
                    <a:pt x="445784" y="314250"/>
                    <a:pt x="460609" y="301040"/>
                    <a:pt x="478312" y="301040"/>
                  </a:cubicBezTo>
                  <a:lnTo>
                    <a:pt x="589861" y="301040"/>
                  </a:lnTo>
                  <a:cubicBezTo>
                    <a:pt x="625844" y="301040"/>
                    <a:pt x="657797" y="307932"/>
                    <a:pt x="685864" y="321358"/>
                  </a:cubicBezTo>
                  <a:cubicBezTo>
                    <a:pt x="713859" y="335071"/>
                    <a:pt x="737249" y="354097"/>
                    <a:pt x="756176" y="377789"/>
                  </a:cubicBezTo>
                  <a:cubicBezTo>
                    <a:pt x="775319" y="401769"/>
                    <a:pt x="788849" y="430559"/>
                    <a:pt x="797053" y="463800"/>
                  </a:cubicBezTo>
                  <a:cubicBezTo>
                    <a:pt x="805041" y="497042"/>
                    <a:pt x="806840" y="533155"/>
                    <a:pt x="802162" y="572499"/>
                  </a:cubicBezTo>
                  <a:cubicBezTo>
                    <a:pt x="797485" y="611843"/>
                    <a:pt x="787193" y="647956"/>
                    <a:pt x="771361" y="6811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41"/>
            <p:cNvSpPr/>
            <p:nvPr/>
          </p:nvSpPr>
          <p:spPr>
            <a:xfrm>
              <a:off x="7964203" y="2196202"/>
              <a:ext cx="346155" cy="833038"/>
            </a:xfrm>
            <a:custGeom>
              <a:rect b="b" l="l" r="r" t="t"/>
              <a:pathLst>
                <a:path extrusionOk="0" h="1145070" w="475815">
                  <a:moveTo>
                    <a:pt x="122869" y="47888"/>
                  </a:moveTo>
                  <a:lnTo>
                    <a:pt x="382" y="1084475"/>
                  </a:lnTo>
                  <a:cubicBezTo>
                    <a:pt x="-3432" y="1116711"/>
                    <a:pt x="21828" y="1145070"/>
                    <a:pt x="54357" y="1145070"/>
                  </a:cubicBezTo>
                  <a:lnTo>
                    <a:pt x="298972" y="1145070"/>
                  </a:lnTo>
                  <a:cubicBezTo>
                    <a:pt x="326535" y="1145070"/>
                    <a:pt x="349708" y="1124465"/>
                    <a:pt x="352947" y="1097182"/>
                  </a:cubicBezTo>
                  <a:lnTo>
                    <a:pt x="475434" y="60596"/>
                  </a:lnTo>
                  <a:cubicBezTo>
                    <a:pt x="479248" y="28359"/>
                    <a:pt x="453988" y="0"/>
                    <a:pt x="421459" y="0"/>
                  </a:cubicBezTo>
                  <a:lnTo>
                    <a:pt x="176844" y="0"/>
                  </a:lnTo>
                  <a:cubicBezTo>
                    <a:pt x="149281" y="0"/>
                    <a:pt x="126108" y="20605"/>
                    <a:pt x="122869" y="478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87" name="Google Shape;787;p41" title="logobuenosair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125" y="355525"/>
            <a:ext cx="631900" cy="2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41"/>
          <p:cNvSpPr txBox="1"/>
          <p:nvPr/>
        </p:nvSpPr>
        <p:spPr>
          <a:xfrm>
            <a:off x="5626250" y="355525"/>
            <a:ext cx="302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{{fecha_mes}} 2026</a:t>
            </a:r>
            <a:endParaRPr b="1" sz="16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9" name="Google Shape;789;p41"/>
          <p:cNvSpPr txBox="1"/>
          <p:nvPr/>
        </p:nvSpPr>
        <p:spPr>
          <a:xfrm>
            <a:off x="496125" y="4151475"/>
            <a:ext cx="8293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52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Análisis y Datos</a:t>
            </a:r>
            <a:endParaRPr b="1" sz="5200">
              <a:solidFill>
                <a:srgbClr val="8FE1D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0" name="Google Shape;790;p41"/>
          <p:cNvSpPr/>
          <p:nvPr/>
        </p:nvSpPr>
        <p:spPr>
          <a:xfrm>
            <a:off x="496125" y="2900275"/>
            <a:ext cx="606300" cy="606300"/>
          </a:xfrm>
          <a:prstGeom prst="roundRect">
            <a:avLst>
              <a:gd fmla="val 16667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91" name="Google Shape;791;p41"/>
          <p:cNvSpPr/>
          <p:nvPr/>
        </p:nvSpPr>
        <p:spPr>
          <a:xfrm>
            <a:off x="620556" y="3024700"/>
            <a:ext cx="357383" cy="357383"/>
          </a:xfrm>
          <a:custGeom>
            <a:rect b="b" l="l" r="r" t="t"/>
            <a:pathLst>
              <a:path extrusionOk="0" h="76201" w="76201">
                <a:moveTo>
                  <a:pt x="26593" y="7596"/>
                </a:moveTo>
                <a:cubicBezTo>
                  <a:pt x="26650" y="7596"/>
                  <a:pt x="26708" y="7596"/>
                  <a:pt x="26766" y="7597"/>
                </a:cubicBezTo>
                <a:cubicBezTo>
                  <a:pt x="37303" y="7680"/>
                  <a:pt x="45697" y="16276"/>
                  <a:pt x="45756" y="26754"/>
                </a:cubicBezTo>
                <a:cubicBezTo>
                  <a:pt x="45803" y="36658"/>
                  <a:pt x="36741" y="45712"/>
                  <a:pt x="26877" y="45712"/>
                </a:cubicBezTo>
                <a:cubicBezTo>
                  <a:pt x="26769" y="45712"/>
                  <a:pt x="26660" y="45711"/>
                  <a:pt x="26551" y="45708"/>
                </a:cubicBezTo>
                <a:cubicBezTo>
                  <a:pt x="16038" y="45494"/>
                  <a:pt x="7513" y="36993"/>
                  <a:pt x="7609" y="26587"/>
                </a:cubicBezTo>
                <a:cubicBezTo>
                  <a:pt x="7703" y="16096"/>
                  <a:pt x="16229" y="7596"/>
                  <a:pt x="26593" y="7596"/>
                </a:cubicBezTo>
                <a:close/>
                <a:moveTo>
                  <a:pt x="25147" y="0"/>
                </a:moveTo>
                <a:cubicBezTo>
                  <a:pt x="23253" y="334"/>
                  <a:pt x="21325" y="536"/>
                  <a:pt x="19467" y="1036"/>
                </a:cubicBezTo>
                <a:cubicBezTo>
                  <a:pt x="14860" y="2251"/>
                  <a:pt x="10919" y="4668"/>
                  <a:pt x="7597" y="8073"/>
                </a:cubicBezTo>
                <a:cubicBezTo>
                  <a:pt x="3942" y="11823"/>
                  <a:pt x="1584" y="16276"/>
                  <a:pt x="536" y="21408"/>
                </a:cubicBezTo>
                <a:cubicBezTo>
                  <a:pt x="286" y="22646"/>
                  <a:pt x="179" y="23896"/>
                  <a:pt x="1" y="25146"/>
                </a:cubicBezTo>
                <a:lnTo>
                  <a:pt x="1" y="28278"/>
                </a:lnTo>
                <a:cubicBezTo>
                  <a:pt x="298" y="30028"/>
                  <a:pt x="489" y="31802"/>
                  <a:pt x="929" y="33517"/>
                </a:cubicBezTo>
                <a:cubicBezTo>
                  <a:pt x="2096" y="38160"/>
                  <a:pt x="4465" y="42172"/>
                  <a:pt x="7847" y="45542"/>
                </a:cubicBezTo>
                <a:cubicBezTo>
                  <a:pt x="12002" y="49661"/>
                  <a:pt x="16991" y="52209"/>
                  <a:pt x="22801" y="53019"/>
                </a:cubicBezTo>
                <a:cubicBezTo>
                  <a:pt x="24161" y="53209"/>
                  <a:pt x="25500" y="53304"/>
                  <a:pt x="26818" y="53304"/>
                </a:cubicBezTo>
                <a:cubicBezTo>
                  <a:pt x="32099" y="53304"/>
                  <a:pt x="37039" y="51775"/>
                  <a:pt x="41613" y="48697"/>
                </a:cubicBezTo>
                <a:cubicBezTo>
                  <a:pt x="41911" y="48506"/>
                  <a:pt x="42196" y="48316"/>
                  <a:pt x="42482" y="48125"/>
                </a:cubicBezTo>
                <a:cubicBezTo>
                  <a:pt x="42512" y="48103"/>
                  <a:pt x="42542" y="48095"/>
                  <a:pt x="42548" y="48095"/>
                </a:cubicBezTo>
                <a:cubicBezTo>
                  <a:pt x="42552" y="48095"/>
                  <a:pt x="42547" y="48097"/>
                  <a:pt x="42530" y="48102"/>
                </a:cubicBezTo>
                <a:cubicBezTo>
                  <a:pt x="43935" y="49518"/>
                  <a:pt x="45316" y="50900"/>
                  <a:pt x="46697" y="52293"/>
                </a:cubicBezTo>
                <a:cubicBezTo>
                  <a:pt x="46494" y="52650"/>
                  <a:pt x="46185" y="53055"/>
                  <a:pt x="46018" y="53507"/>
                </a:cubicBezTo>
                <a:cubicBezTo>
                  <a:pt x="45399" y="55174"/>
                  <a:pt x="45840" y="56615"/>
                  <a:pt x="47078" y="57841"/>
                </a:cubicBezTo>
                <a:cubicBezTo>
                  <a:pt x="50340" y="61103"/>
                  <a:pt x="53602" y="64366"/>
                  <a:pt x="56853" y="67628"/>
                </a:cubicBezTo>
                <a:cubicBezTo>
                  <a:pt x="58960" y="69735"/>
                  <a:pt x="61080" y="71831"/>
                  <a:pt x="63163" y="73950"/>
                </a:cubicBezTo>
                <a:cubicBezTo>
                  <a:pt x="64068" y="74867"/>
                  <a:pt x="64973" y="75760"/>
                  <a:pt x="66223" y="76200"/>
                </a:cubicBezTo>
                <a:lnTo>
                  <a:pt x="67711" y="76200"/>
                </a:lnTo>
                <a:cubicBezTo>
                  <a:pt x="68914" y="75831"/>
                  <a:pt x="69795" y="75034"/>
                  <a:pt x="70640" y="74152"/>
                </a:cubicBezTo>
                <a:cubicBezTo>
                  <a:pt x="71795" y="72962"/>
                  <a:pt x="72962" y="71783"/>
                  <a:pt x="74153" y="70640"/>
                </a:cubicBezTo>
                <a:cubicBezTo>
                  <a:pt x="75034" y="69795"/>
                  <a:pt x="75843" y="68914"/>
                  <a:pt x="76201" y="67711"/>
                </a:cubicBezTo>
                <a:lnTo>
                  <a:pt x="76201" y="66223"/>
                </a:lnTo>
                <a:cubicBezTo>
                  <a:pt x="75772" y="64973"/>
                  <a:pt x="74867" y="64068"/>
                  <a:pt x="73950" y="63163"/>
                </a:cubicBezTo>
                <a:cubicBezTo>
                  <a:pt x="68712" y="57948"/>
                  <a:pt x="63497" y="52721"/>
                  <a:pt x="58270" y="47494"/>
                </a:cubicBezTo>
                <a:cubicBezTo>
                  <a:pt x="57062" y="46287"/>
                  <a:pt x="56095" y="45710"/>
                  <a:pt x="55037" y="45710"/>
                </a:cubicBezTo>
                <a:cubicBezTo>
                  <a:pt x="54229" y="45710"/>
                  <a:pt x="53367" y="46047"/>
                  <a:pt x="52305" y="46697"/>
                </a:cubicBezTo>
                <a:cubicBezTo>
                  <a:pt x="50912" y="45316"/>
                  <a:pt x="49531" y="43934"/>
                  <a:pt x="48209" y="42625"/>
                </a:cubicBezTo>
                <a:cubicBezTo>
                  <a:pt x="49161" y="40875"/>
                  <a:pt x="50245" y="39124"/>
                  <a:pt x="51078" y="37255"/>
                </a:cubicBezTo>
                <a:cubicBezTo>
                  <a:pt x="53364" y="32123"/>
                  <a:pt x="53936" y="26754"/>
                  <a:pt x="52745" y="21265"/>
                </a:cubicBezTo>
                <a:cubicBezTo>
                  <a:pt x="50757" y="12109"/>
                  <a:pt x="45304" y="5739"/>
                  <a:pt x="36767" y="1989"/>
                </a:cubicBezTo>
                <a:cubicBezTo>
                  <a:pt x="34267" y="893"/>
                  <a:pt x="31588" y="310"/>
                  <a:pt x="28849" y="108"/>
                </a:cubicBezTo>
                <a:cubicBezTo>
                  <a:pt x="28659" y="96"/>
                  <a:pt x="28468" y="36"/>
                  <a:pt x="28278" y="0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6" name="Google Shape;79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" y="456600"/>
            <a:ext cx="9144000" cy="462975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42"/>
          <p:cNvSpPr/>
          <p:nvPr/>
        </p:nvSpPr>
        <p:spPr>
          <a:xfrm>
            <a:off x="381000" y="1857375"/>
            <a:ext cx="8429700" cy="247650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42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42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42"/>
          <p:cNvSpPr/>
          <p:nvPr/>
        </p:nvSpPr>
        <p:spPr>
          <a:xfrm>
            <a:off x="5334000" y="0"/>
            <a:ext cx="3810000" cy="3810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42"/>
          <p:cNvSpPr/>
          <p:nvPr/>
        </p:nvSpPr>
        <p:spPr>
          <a:xfrm>
            <a:off x="8483900" y="4618925"/>
            <a:ext cx="302100" cy="302100"/>
          </a:xfrm>
          <a:prstGeom prst="roundRect">
            <a:avLst>
              <a:gd fmla="val 16667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2" name="Google Shape;802;p42"/>
          <p:cNvSpPr txBox="1"/>
          <p:nvPr/>
        </p:nvSpPr>
        <p:spPr>
          <a:xfrm>
            <a:off x="590550" y="152400"/>
            <a:ext cx="7717800" cy="30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5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Semana JM - </a:t>
            </a:r>
            <a:r>
              <a:rPr b="0" i="1" lang="es" sz="185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Conversación en X</a:t>
            </a:r>
            <a:endParaRPr b="1" sz="185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3" name="Google Shape;803;p42"/>
          <p:cNvSpPr/>
          <p:nvPr/>
        </p:nvSpPr>
        <p:spPr>
          <a:xfrm>
            <a:off x="238125" y="200025"/>
            <a:ext cx="145163" cy="145163"/>
          </a:xfrm>
          <a:custGeom>
            <a:rect b="b" l="l" r="r" t="t"/>
            <a:pathLst>
              <a:path extrusionOk="0" h="76201" w="76201">
                <a:moveTo>
                  <a:pt x="26593" y="7596"/>
                </a:moveTo>
                <a:cubicBezTo>
                  <a:pt x="26650" y="7596"/>
                  <a:pt x="26708" y="7596"/>
                  <a:pt x="26766" y="7597"/>
                </a:cubicBezTo>
                <a:cubicBezTo>
                  <a:pt x="37303" y="7680"/>
                  <a:pt x="45697" y="16276"/>
                  <a:pt x="45756" y="26754"/>
                </a:cubicBezTo>
                <a:cubicBezTo>
                  <a:pt x="45803" y="36658"/>
                  <a:pt x="36741" y="45712"/>
                  <a:pt x="26877" y="45712"/>
                </a:cubicBezTo>
                <a:cubicBezTo>
                  <a:pt x="26769" y="45712"/>
                  <a:pt x="26660" y="45711"/>
                  <a:pt x="26551" y="45708"/>
                </a:cubicBezTo>
                <a:cubicBezTo>
                  <a:pt x="16038" y="45494"/>
                  <a:pt x="7513" y="36993"/>
                  <a:pt x="7609" y="26587"/>
                </a:cubicBezTo>
                <a:cubicBezTo>
                  <a:pt x="7703" y="16096"/>
                  <a:pt x="16229" y="7596"/>
                  <a:pt x="26593" y="7596"/>
                </a:cubicBezTo>
                <a:close/>
                <a:moveTo>
                  <a:pt x="25147" y="0"/>
                </a:moveTo>
                <a:cubicBezTo>
                  <a:pt x="23253" y="334"/>
                  <a:pt x="21325" y="536"/>
                  <a:pt x="19467" y="1036"/>
                </a:cubicBezTo>
                <a:cubicBezTo>
                  <a:pt x="14860" y="2251"/>
                  <a:pt x="10919" y="4668"/>
                  <a:pt x="7597" y="8073"/>
                </a:cubicBezTo>
                <a:cubicBezTo>
                  <a:pt x="3942" y="11823"/>
                  <a:pt x="1584" y="16276"/>
                  <a:pt x="536" y="21408"/>
                </a:cubicBezTo>
                <a:cubicBezTo>
                  <a:pt x="286" y="22646"/>
                  <a:pt x="179" y="23896"/>
                  <a:pt x="1" y="25146"/>
                </a:cubicBezTo>
                <a:lnTo>
                  <a:pt x="1" y="28278"/>
                </a:lnTo>
                <a:cubicBezTo>
                  <a:pt x="298" y="30028"/>
                  <a:pt x="489" y="31802"/>
                  <a:pt x="929" y="33517"/>
                </a:cubicBezTo>
                <a:cubicBezTo>
                  <a:pt x="2096" y="38160"/>
                  <a:pt x="4465" y="42172"/>
                  <a:pt x="7847" y="45542"/>
                </a:cubicBezTo>
                <a:cubicBezTo>
                  <a:pt x="12002" y="49661"/>
                  <a:pt x="16991" y="52209"/>
                  <a:pt x="22801" y="53019"/>
                </a:cubicBezTo>
                <a:cubicBezTo>
                  <a:pt x="24161" y="53209"/>
                  <a:pt x="25500" y="53304"/>
                  <a:pt x="26818" y="53304"/>
                </a:cubicBezTo>
                <a:cubicBezTo>
                  <a:pt x="32099" y="53304"/>
                  <a:pt x="37039" y="51775"/>
                  <a:pt x="41613" y="48697"/>
                </a:cubicBezTo>
                <a:cubicBezTo>
                  <a:pt x="41911" y="48506"/>
                  <a:pt x="42196" y="48316"/>
                  <a:pt x="42482" y="48125"/>
                </a:cubicBezTo>
                <a:cubicBezTo>
                  <a:pt x="42512" y="48103"/>
                  <a:pt x="42542" y="48095"/>
                  <a:pt x="42548" y="48095"/>
                </a:cubicBezTo>
                <a:cubicBezTo>
                  <a:pt x="42552" y="48095"/>
                  <a:pt x="42547" y="48097"/>
                  <a:pt x="42530" y="48102"/>
                </a:cubicBezTo>
                <a:cubicBezTo>
                  <a:pt x="43935" y="49518"/>
                  <a:pt x="45316" y="50900"/>
                  <a:pt x="46697" y="52293"/>
                </a:cubicBezTo>
                <a:cubicBezTo>
                  <a:pt x="46494" y="52650"/>
                  <a:pt x="46185" y="53055"/>
                  <a:pt x="46018" y="53507"/>
                </a:cubicBezTo>
                <a:cubicBezTo>
                  <a:pt x="45399" y="55174"/>
                  <a:pt x="45840" y="56615"/>
                  <a:pt x="47078" y="57841"/>
                </a:cubicBezTo>
                <a:cubicBezTo>
                  <a:pt x="50340" y="61103"/>
                  <a:pt x="53602" y="64366"/>
                  <a:pt x="56853" y="67628"/>
                </a:cubicBezTo>
                <a:cubicBezTo>
                  <a:pt x="58960" y="69735"/>
                  <a:pt x="61080" y="71831"/>
                  <a:pt x="63163" y="73950"/>
                </a:cubicBezTo>
                <a:cubicBezTo>
                  <a:pt x="64068" y="74867"/>
                  <a:pt x="64973" y="75760"/>
                  <a:pt x="66223" y="76200"/>
                </a:cubicBezTo>
                <a:lnTo>
                  <a:pt x="67711" y="76200"/>
                </a:lnTo>
                <a:cubicBezTo>
                  <a:pt x="68914" y="75831"/>
                  <a:pt x="69795" y="75034"/>
                  <a:pt x="70640" y="74152"/>
                </a:cubicBezTo>
                <a:cubicBezTo>
                  <a:pt x="71795" y="72962"/>
                  <a:pt x="72962" y="71783"/>
                  <a:pt x="74153" y="70640"/>
                </a:cubicBezTo>
                <a:cubicBezTo>
                  <a:pt x="75034" y="69795"/>
                  <a:pt x="75843" y="68914"/>
                  <a:pt x="76201" y="67711"/>
                </a:cubicBezTo>
                <a:lnTo>
                  <a:pt x="76201" y="66223"/>
                </a:lnTo>
                <a:cubicBezTo>
                  <a:pt x="75772" y="64973"/>
                  <a:pt x="74867" y="64068"/>
                  <a:pt x="73950" y="63163"/>
                </a:cubicBezTo>
                <a:cubicBezTo>
                  <a:pt x="68712" y="57948"/>
                  <a:pt x="63497" y="52721"/>
                  <a:pt x="58270" y="47494"/>
                </a:cubicBezTo>
                <a:cubicBezTo>
                  <a:pt x="57062" y="46287"/>
                  <a:pt x="56095" y="45710"/>
                  <a:pt x="55037" y="45710"/>
                </a:cubicBezTo>
                <a:cubicBezTo>
                  <a:pt x="54229" y="45710"/>
                  <a:pt x="53367" y="46047"/>
                  <a:pt x="52305" y="46697"/>
                </a:cubicBezTo>
                <a:cubicBezTo>
                  <a:pt x="50912" y="45316"/>
                  <a:pt x="49531" y="43934"/>
                  <a:pt x="48209" y="42625"/>
                </a:cubicBezTo>
                <a:cubicBezTo>
                  <a:pt x="49161" y="40875"/>
                  <a:pt x="50245" y="39124"/>
                  <a:pt x="51078" y="37255"/>
                </a:cubicBezTo>
                <a:cubicBezTo>
                  <a:pt x="53364" y="32123"/>
                  <a:pt x="53936" y="26754"/>
                  <a:pt x="52745" y="21265"/>
                </a:cubicBezTo>
                <a:cubicBezTo>
                  <a:pt x="50757" y="12109"/>
                  <a:pt x="45304" y="5739"/>
                  <a:pt x="36767" y="1989"/>
                </a:cubicBezTo>
                <a:cubicBezTo>
                  <a:pt x="34267" y="893"/>
                  <a:pt x="31588" y="310"/>
                  <a:pt x="28849" y="108"/>
                </a:cubicBezTo>
                <a:cubicBezTo>
                  <a:pt x="28659" y="96"/>
                  <a:pt x="28468" y="36"/>
                  <a:pt x="28278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42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42"/>
          <p:cNvSpPr txBox="1"/>
          <p:nvPr/>
        </p:nvSpPr>
        <p:spPr>
          <a:xfrm>
            <a:off x="7084752" y="114300"/>
            <a:ext cx="18921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Seguimiento </a:t>
            </a:r>
            <a:r>
              <a:rPr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Mayo </a:t>
            </a:r>
            <a:r>
              <a:rPr b="0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2026</a:t>
            </a:r>
            <a:endParaRPr b="1"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06" name="Google Shape;806;p42"/>
          <p:cNvGrpSpPr/>
          <p:nvPr/>
        </p:nvGrpSpPr>
        <p:grpSpPr>
          <a:xfrm>
            <a:off x="381000" y="809625"/>
            <a:ext cx="8429475" cy="857400"/>
            <a:chOff x="381000" y="809625"/>
            <a:chExt cx="8429475" cy="857400"/>
          </a:xfrm>
        </p:grpSpPr>
        <p:sp>
          <p:nvSpPr>
            <p:cNvPr id="807" name="Google Shape;807;p42"/>
            <p:cNvSpPr/>
            <p:nvPr/>
          </p:nvSpPr>
          <p:spPr>
            <a:xfrm>
              <a:off x="381000" y="809625"/>
              <a:ext cx="2000100" cy="8574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42"/>
            <p:cNvSpPr/>
            <p:nvPr/>
          </p:nvSpPr>
          <p:spPr>
            <a:xfrm>
              <a:off x="2524125" y="809625"/>
              <a:ext cx="2000100" cy="8574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2"/>
            <p:cNvSpPr/>
            <p:nvPr/>
          </p:nvSpPr>
          <p:spPr>
            <a:xfrm>
              <a:off x="4667250" y="809625"/>
              <a:ext cx="2000100" cy="8574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42"/>
            <p:cNvSpPr/>
            <p:nvPr/>
          </p:nvSpPr>
          <p:spPr>
            <a:xfrm>
              <a:off x="6810375" y="809625"/>
              <a:ext cx="2000100" cy="8574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1" name="Google Shape;811;p42"/>
          <p:cNvSpPr txBox="1"/>
          <p:nvPr/>
        </p:nvSpPr>
        <p:spPr>
          <a:xfrm>
            <a:off x="3987550" y="1124658"/>
            <a:ext cx="1285200" cy="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95959"/>
              </a:solidFill>
            </a:endParaRPr>
          </a:p>
        </p:txBody>
      </p:sp>
      <p:sp>
        <p:nvSpPr>
          <p:cNvPr id="812" name="Google Shape;812;p42"/>
          <p:cNvSpPr txBox="1"/>
          <p:nvPr/>
        </p:nvSpPr>
        <p:spPr>
          <a:xfrm>
            <a:off x="381000" y="4429125"/>
            <a:ext cx="43059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Pico de conversación:</a:t>
            </a:r>
            <a:r>
              <a:rPr b="0" lang="es" sz="95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tema que generó mayor cantidad de menciones a JM.</a:t>
            </a:r>
            <a:endParaRPr b="0" sz="95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3" name="Google Shape;813;p42"/>
          <p:cNvSpPr txBox="1"/>
          <p:nvPr/>
        </p:nvSpPr>
        <p:spPr>
          <a:xfrm>
            <a:off x="5357679" y="4429125"/>
            <a:ext cx="3412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Día con mayor actividad: </a:t>
            </a:r>
            <a:r>
              <a:rPr b="1" lang="es" sz="1000">
                <a:solidFill>
                  <a:srgbClr val="123546"/>
                </a:solidFill>
                <a:highlight>
                  <a:srgbClr val="8DE2D6"/>
                </a:highlight>
                <a:latin typeface="Archivo"/>
                <a:ea typeface="Archivo"/>
                <a:cs typeface="Archivo"/>
                <a:sym typeface="Archivo"/>
              </a:rPr>
              <a:t>{{conv_dia_activo}}</a:t>
            </a:r>
            <a:endParaRPr b="0" sz="10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14" name="Google Shape;814;p42"/>
          <p:cNvGrpSpPr/>
          <p:nvPr/>
        </p:nvGrpSpPr>
        <p:grpSpPr>
          <a:xfrm>
            <a:off x="433816" y="809637"/>
            <a:ext cx="1934229" cy="815013"/>
            <a:chOff x="1513650" y="748775"/>
            <a:chExt cx="1285800" cy="815013"/>
          </a:xfrm>
        </p:grpSpPr>
        <p:sp>
          <p:nvSpPr>
            <p:cNvPr id="815" name="Google Shape;815;p42"/>
            <p:cNvSpPr txBox="1"/>
            <p:nvPr/>
          </p:nvSpPr>
          <p:spPr>
            <a:xfrm>
              <a:off x="1513650" y="748775"/>
              <a:ext cx="1285800" cy="5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350" lIns="76350" spcFirstLastPara="1" rIns="76350" wrap="square" tIns="76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5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{{conv_menciones}}</a:t>
              </a:r>
              <a:r>
                <a:rPr lang="es" sz="225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K</a:t>
              </a:r>
              <a:endParaRPr sz="2250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45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menciones</a:t>
              </a:r>
              <a:endParaRPr sz="2250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  <p:sp>
          <p:nvSpPr>
            <p:cNvPr id="816" name="Google Shape;816;p42"/>
            <p:cNvSpPr/>
            <p:nvPr/>
          </p:nvSpPr>
          <p:spPr>
            <a:xfrm>
              <a:off x="1594240" y="1306988"/>
              <a:ext cx="1127100" cy="256800"/>
            </a:xfrm>
            <a:prstGeom prst="roundRect">
              <a:avLst>
                <a:gd fmla="val 21289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rgbClr val="153244"/>
                  </a:solidFill>
                  <a:latin typeface="Archivo Light"/>
                  <a:ea typeface="Archivo Light"/>
                  <a:cs typeface="Archivo Light"/>
                  <a:sym typeface="Archivo Light"/>
                </a:rPr>
                <a:t>{{conv_menciones_var}}</a:t>
              </a:r>
              <a:endParaRPr sz="2200">
                <a:solidFill>
                  <a:srgbClr val="153244"/>
                </a:solidFill>
                <a:latin typeface="Archivo Light"/>
                <a:ea typeface="Archivo Light"/>
                <a:cs typeface="Archivo Light"/>
                <a:sym typeface="Archivo Light"/>
              </a:endParaRPr>
            </a:p>
          </p:txBody>
        </p:sp>
      </p:grpSp>
      <p:grpSp>
        <p:nvGrpSpPr>
          <p:cNvPr id="817" name="Google Shape;817;p42"/>
          <p:cNvGrpSpPr/>
          <p:nvPr/>
        </p:nvGrpSpPr>
        <p:grpSpPr>
          <a:xfrm>
            <a:off x="2559066" y="820393"/>
            <a:ext cx="1934229" cy="815013"/>
            <a:chOff x="1513650" y="748775"/>
            <a:chExt cx="1285800" cy="815013"/>
          </a:xfrm>
        </p:grpSpPr>
        <p:sp>
          <p:nvSpPr>
            <p:cNvPr id="818" name="Google Shape;818;p42"/>
            <p:cNvSpPr txBox="1"/>
            <p:nvPr/>
          </p:nvSpPr>
          <p:spPr>
            <a:xfrm>
              <a:off x="1513650" y="748775"/>
              <a:ext cx="1285800" cy="5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350" lIns="76350" spcFirstLastPara="1" rIns="76350" wrap="square" tIns="76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5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{{conv_vistas}}</a:t>
              </a:r>
              <a:r>
                <a:rPr lang="es" sz="225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</a:t>
              </a:r>
              <a:endParaRPr sz="2250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45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vistas</a:t>
              </a:r>
              <a:endParaRPr sz="2250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  <p:sp>
          <p:nvSpPr>
            <p:cNvPr id="819" name="Google Shape;819;p42"/>
            <p:cNvSpPr/>
            <p:nvPr/>
          </p:nvSpPr>
          <p:spPr>
            <a:xfrm>
              <a:off x="1594240" y="1306988"/>
              <a:ext cx="1127100" cy="256800"/>
            </a:xfrm>
            <a:prstGeom prst="roundRect">
              <a:avLst>
                <a:gd fmla="val 21289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rgbClr val="153244"/>
                  </a:solidFill>
                  <a:latin typeface="Archivo Light"/>
                  <a:ea typeface="Archivo Light"/>
                  <a:cs typeface="Archivo Light"/>
                  <a:sym typeface="Archivo Light"/>
                </a:rPr>
                <a:t>{{conv_vistas_var}}</a:t>
              </a:r>
              <a:r>
                <a:rPr lang="es" sz="2200">
                  <a:solidFill>
                    <a:srgbClr val="153244"/>
                  </a:solidFill>
                  <a:latin typeface="Archivo Light"/>
                  <a:ea typeface="Archivo Light"/>
                  <a:cs typeface="Archivo Light"/>
                  <a:sym typeface="Archivo Light"/>
                </a:rPr>
                <a:t>M</a:t>
              </a:r>
              <a:endParaRPr sz="2200">
                <a:solidFill>
                  <a:srgbClr val="153244"/>
                </a:solidFill>
                <a:latin typeface="Archivo Light"/>
                <a:ea typeface="Archivo Light"/>
                <a:cs typeface="Archivo Light"/>
                <a:sym typeface="Archivo Light"/>
              </a:endParaRPr>
            </a:p>
          </p:txBody>
        </p:sp>
      </p:grpSp>
      <p:grpSp>
        <p:nvGrpSpPr>
          <p:cNvPr id="820" name="Google Shape;820;p42"/>
          <p:cNvGrpSpPr/>
          <p:nvPr/>
        </p:nvGrpSpPr>
        <p:grpSpPr>
          <a:xfrm>
            <a:off x="4684316" y="830781"/>
            <a:ext cx="1934229" cy="815013"/>
            <a:chOff x="1513650" y="748775"/>
            <a:chExt cx="1285800" cy="815013"/>
          </a:xfrm>
        </p:grpSpPr>
        <p:sp>
          <p:nvSpPr>
            <p:cNvPr id="821" name="Google Shape;821;p42"/>
            <p:cNvSpPr txBox="1"/>
            <p:nvPr/>
          </p:nvSpPr>
          <p:spPr>
            <a:xfrm>
              <a:off x="1513650" y="748775"/>
              <a:ext cx="1285800" cy="5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350" lIns="76350" spcFirstLastPara="1" rIns="76350" wrap="square" tIns="76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5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{{conv_usuarios}}</a:t>
              </a:r>
              <a:r>
                <a:rPr lang="es" sz="225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K</a:t>
              </a:r>
              <a:endParaRPr sz="2250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45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usuarios</a:t>
              </a:r>
              <a:endParaRPr sz="2250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  <p:sp>
          <p:nvSpPr>
            <p:cNvPr id="822" name="Google Shape;822;p42"/>
            <p:cNvSpPr/>
            <p:nvPr/>
          </p:nvSpPr>
          <p:spPr>
            <a:xfrm>
              <a:off x="1594240" y="1306988"/>
              <a:ext cx="1127100" cy="256800"/>
            </a:xfrm>
            <a:prstGeom prst="roundRect">
              <a:avLst>
                <a:gd fmla="val 21289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rgbClr val="153244"/>
                  </a:solidFill>
                  <a:latin typeface="Archivo Light"/>
                  <a:ea typeface="Archivo Light"/>
                  <a:cs typeface="Archivo Light"/>
                  <a:sym typeface="Archivo Light"/>
                </a:rPr>
                <a:t>{{conv_usuarios_var}}</a:t>
              </a:r>
              <a:endParaRPr sz="2200">
                <a:solidFill>
                  <a:srgbClr val="153244"/>
                </a:solidFill>
                <a:latin typeface="Archivo Light"/>
                <a:ea typeface="Archivo Light"/>
                <a:cs typeface="Archivo Light"/>
                <a:sym typeface="Archivo Light"/>
              </a:endParaRPr>
            </a:p>
          </p:txBody>
        </p:sp>
      </p:grpSp>
      <p:grpSp>
        <p:nvGrpSpPr>
          <p:cNvPr id="823" name="Google Shape;823;p42"/>
          <p:cNvGrpSpPr/>
          <p:nvPr/>
        </p:nvGrpSpPr>
        <p:grpSpPr>
          <a:xfrm>
            <a:off x="6809566" y="830781"/>
            <a:ext cx="1934229" cy="815013"/>
            <a:chOff x="1513650" y="748775"/>
            <a:chExt cx="1285800" cy="815013"/>
          </a:xfrm>
        </p:grpSpPr>
        <p:sp>
          <p:nvSpPr>
            <p:cNvPr id="824" name="Google Shape;824;p42"/>
            <p:cNvSpPr txBox="1"/>
            <p:nvPr/>
          </p:nvSpPr>
          <p:spPr>
            <a:xfrm>
              <a:off x="1513650" y="748775"/>
              <a:ext cx="1285800" cy="5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350" lIns="76350" spcFirstLastPara="1" rIns="76350" wrap="square" tIns="76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5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{{conv_sm_pos}}</a:t>
              </a:r>
              <a:r>
                <a:rPr lang="es" sz="225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%</a:t>
              </a:r>
              <a:endParaRPr sz="2250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45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SM positivo</a:t>
              </a:r>
              <a:endParaRPr sz="2250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  <p:sp>
          <p:nvSpPr>
            <p:cNvPr id="825" name="Google Shape;825;p42"/>
            <p:cNvSpPr/>
            <p:nvPr/>
          </p:nvSpPr>
          <p:spPr>
            <a:xfrm>
              <a:off x="1594240" y="1306988"/>
              <a:ext cx="1127100" cy="256800"/>
            </a:xfrm>
            <a:prstGeom prst="roundRect">
              <a:avLst>
                <a:gd fmla="val 21289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rgbClr val="153244"/>
                  </a:solidFill>
                  <a:latin typeface="Archivo Light"/>
                  <a:ea typeface="Archivo Light"/>
                  <a:cs typeface="Archivo Light"/>
                  <a:sym typeface="Archivo Light"/>
                </a:rPr>
                <a:t>{{conv_sm_pos_var}}</a:t>
              </a:r>
              <a:endParaRPr sz="2200">
                <a:solidFill>
                  <a:srgbClr val="153244"/>
                </a:solidFill>
                <a:latin typeface="Archivo Light"/>
                <a:ea typeface="Archivo Light"/>
                <a:cs typeface="Archivo Light"/>
                <a:sym typeface="Archivo Light"/>
              </a:endParaRPr>
            </a:p>
          </p:txBody>
        </p:sp>
      </p:grpSp>
      <p:sp>
        <p:nvSpPr>
          <p:cNvPr id="826" name="Google Shape;826;p42"/>
          <p:cNvSpPr txBox="1"/>
          <p:nvPr/>
        </p:nvSpPr>
        <p:spPr>
          <a:xfrm>
            <a:off x="594200" y="147150"/>
            <a:ext cx="7717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Semana JM - </a:t>
            </a:r>
            <a:r>
              <a:rPr i="1" lang="es" sz="21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Conversación en X </a:t>
            </a:r>
            <a:endParaRPr i="1" sz="21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7" name="Google Shape;827;p42"/>
          <p:cNvSpPr/>
          <p:nvPr/>
        </p:nvSpPr>
        <p:spPr>
          <a:xfrm>
            <a:off x="261050" y="190500"/>
            <a:ext cx="217744" cy="217744"/>
          </a:xfrm>
          <a:custGeom>
            <a:rect b="b" l="l" r="r" t="t"/>
            <a:pathLst>
              <a:path extrusionOk="0" h="76201" w="76201">
                <a:moveTo>
                  <a:pt x="26593" y="7596"/>
                </a:moveTo>
                <a:cubicBezTo>
                  <a:pt x="26650" y="7596"/>
                  <a:pt x="26708" y="7596"/>
                  <a:pt x="26766" y="7597"/>
                </a:cubicBezTo>
                <a:cubicBezTo>
                  <a:pt x="37303" y="7680"/>
                  <a:pt x="45697" y="16276"/>
                  <a:pt x="45756" y="26754"/>
                </a:cubicBezTo>
                <a:cubicBezTo>
                  <a:pt x="45803" y="36658"/>
                  <a:pt x="36741" y="45712"/>
                  <a:pt x="26877" y="45712"/>
                </a:cubicBezTo>
                <a:cubicBezTo>
                  <a:pt x="26769" y="45712"/>
                  <a:pt x="26660" y="45711"/>
                  <a:pt x="26551" y="45708"/>
                </a:cubicBezTo>
                <a:cubicBezTo>
                  <a:pt x="16038" y="45494"/>
                  <a:pt x="7513" y="36993"/>
                  <a:pt x="7609" y="26587"/>
                </a:cubicBezTo>
                <a:cubicBezTo>
                  <a:pt x="7703" y="16096"/>
                  <a:pt x="16229" y="7596"/>
                  <a:pt x="26593" y="7596"/>
                </a:cubicBezTo>
                <a:close/>
                <a:moveTo>
                  <a:pt x="25147" y="0"/>
                </a:moveTo>
                <a:cubicBezTo>
                  <a:pt x="23253" y="334"/>
                  <a:pt x="21325" y="536"/>
                  <a:pt x="19467" y="1036"/>
                </a:cubicBezTo>
                <a:cubicBezTo>
                  <a:pt x="14860" y="2251"/>
                  <a:pt x="10919" y="4668"/>
                  <a:pt x="7597" y="8073"/>
                </a:cubicBezTo>
                <a:cubicBezTo>
                  <a:pt x="3942" y="11823"/>
                  <a:pt x="1584" y="16276"/>
                  <a:pt x="536" y="21408"/>
                </a:cubicBezTo>
                <a:cubicBezTo>
                  <a:pt x="286" y="22646"/>
                  <a:pt x="179" y="23896"/>
                  <a:pt x="1" y="25146"/>
                </a:cubicBezTo>
                <a:lnTo>
                  <a:pt x="1" y="28278"/>
                </a:lnTo>
                <a:cubicBezTo>
                  <a:pt x="298" y="30028"/>
                  <a:pt x="489" y="31802"/>
                  <a:pt x="929" y="33517"/>
                </a:cubicBezTo>
                <a:cubicBezTo>
                  <a:pt x="2096" y="38160"/>
                  <a:pt x="4465" y="42172"/>
                  <a:pt x="7847" y="45542"/>
                </a:cubicBezTo>
                <a:cubicBezTo>
                  <a:pt x="12002" y="49661"/>
                  <a:pt x="16991" y="52209"/>
                  <a:pt x="22801" y="53019"/>
                </a:cubicBezTo>
                <a:cubicBezTo>
                  <a:pt x="24161" y="53209"/>
                  <a:pt x="25500" y="53304"/>
                  <a:pt x="26818" y="53304"/>
                </a:cubicBezTo>
                <a:cubicBezTo>
                  <a:pt x="32099" y="53304"/>
                  <a:pt x="37039" y="51775"/>
                  <a:pt x="41613" y="48697"/>
                </a:cubicBezTo>
                <a:cubicBezTo>
                  <a:pt x="41911" y="48506"/>
                  <a:pt x="42196" y="48316"/>
                  <a:pt x="42482" y="48125"/>
                </a:cubicBezTo>
                <a:cubicBezTo>
                  <a:pt x="42512" y="48103"/>
                  <a:pt x="42542" y="48095"/>
                  <a:pt x="42548" y="48095"/>
                </a:cubicBezTo>
                <a:cubicBezTo>
                  <a:pt x="42552" y="48095"/>
                  <a:pt x="42547" y="48097"/>
                  <a:pt x="42530" y="48102"/>
                </a:cubicBezTo>
                <a:cubicBezTo>
                  <a:pt x="43935" y="49518"/>
                  <a:pt x="45316" y="50900"/>
                  <a:pt x="46697" y="52293"/>
                </a:cubicBezTo>
                <a:cubicBezTo>
                  <a:pt x="46494" y="52650"/>
                  <a:pt x="46185" y="53055"/>
                  <a:pt x="46018" y="53507"/>
                </a:cubicBezTo>
                <a:cubicBezTo>
                  <a:pt x="45399" y="55174"/>
                  <a:pt x="45840" y="56615"/>
                  <a:pt x="47078" y="57841"/>
                </a:cubicBezTo>
                <a:cubicBezTo>
                  <a:pt x="50340" y="61103"/>
                  <a:pt x="53602" y="64366"/>
                  <a:pt x="56853" y="67628"/>
                </a:cubicBezTo>
                <a:cubicBezTo>
                  <a:pt x="58960" y="69735"/>
                  <a:pt x="61080" y="71831"/>
                  <a:pt x="63163" y="73950"/>
                </a:cubicBezTo>
                <a:cubicBezTo>
                  <a:pt x="64068" y="74867"/>
                  <a:pt x="64973" y="75760"/>
                  <a:pt x="66223" y="76200"/>
                </a:cubicBezTo>
                <a:lnTo>
                  <a:pt x="67711" y="76200"/>
                </a:lnTo>
                <a:cubicBezTo>
                  <a:pt x="68914" y="75831"/>
                  <a:pt x="69795" y="75034"/>
                  <a:pt x="70640" y="74152"/>
                </a:cubicBezTo>
                <a:cubicBezTo>
                  <a:pt x="71795" y="72962"/>
                  <a:pt x="72962" y="71783"/>
                  <a:pt x="74153" y="70640"/>
                </a:cubicBezTo>
                <a:cubicBezTo>
                  <a:pt x="75034" y="69795"/>
                  <a:pt x="75843" y="68914"/>
                  <a:pt x="76201" y="67711"/>
                </a:cubicBezTo>
                <a:lnTo>
                  <a:pt x="76201" y="66223"/>
                </a:lnTo>
                <a:cubicBezTo>
                  <a:pt x="75772" y="64973"/>
                  <a:pt x="74867" y="64068"/>
                  <a:pt x="73950" y="63163"/>
                </a:cubicBezTo>
                <a:cubicBezTo>
                  <a:pt x="68712" y="57948"/>
                  <a:pt x="63497" y="52721"/>
                  <a:pt x="58270" y="47494"/>
                </a:cubicBezTo>
                <a:cubicBezTo>
                  <a:pt x="57062" y="46287"/>
                  <a:pt x="56095" y="45710"/>
                  <a:pt x="55037" y="45710"/>
                </a:cubicBezTo>
                <a:cubicBezTo>
                  <a:pt x="54229" y="45710"/>
                  <a:pt x="53367" y="46047"/>
                  <a:pt x="52305" y="46697"/>
                </a:cubicBezTo>
                <a:cubicBezTo>
                  <a:pt x="50912" y="45316"/>
                  <a:pt x="49531" y="43934"/>
                  <a:pt x="48209" y="42625"/>
                </a:cubicBezTo>
                <a:cubicBezTo>
                  <a:pt x="49161" y="40875"/>
                  <a:pt x="50245" y="39124"/>
                  <a:pt x="51078" y="37255"/>
                </a:cubicBezTo>
                <a:cubicBezTo>
                  <a:pt x="53364" y="32123"/>
                  <a:pt x="53936" y="26754"/>
                  <a:pt x="52745" y="21265"/>
                </a:cubicBezTo>
                <a:cubicBezTo>
                  <a:pt x="50757" y="12109"/>
                  <a:pt x="45304" y="5739"/>
                  <a:pt x="36767" y="1989"/>
                </a:cubicBezTo>
                <a:cubicBezTo>
                  <a:pt x="34267" y="893"/>
                  <a:pt x="31588" y="310"/>
                  <a:pt x="28849" y="108"/>
                </a:cubicBezTo>
                <a:cubicBezTo>
                  <a:pt x="28659" y="96"/>
                  <a:pt x="28468" y="36"/>
                  <a:pt x="28278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8" name="Google Shape;828;p42"/>
          <p:cNvCxnSpPr/>
          <p:nvPr/>
        </p:nvCxnSpPr>
        <p:spPr>
          <a:xfrm>
            <a:off x="702925" y="2185525"/>
            <a:ext cx="0" cy="8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829" name="Google Shape;829;p42"/>
          <p:cNvGrpSpPr/>
          <p:nvPr/>
        </p:nvGrpSpPr>
        <p:grpSpPr>
          <a:xfrm>
            <a:off x="433750" y="1930275"/>
            <a:ext cx="7048650" cy="285900"/>
            <a:chOff x="571500" y="2000250"/>
            <a:chExt cx="7048650" cy="285900"/>
          </a:xfrm>
        </p:grpSpPr>
        <p:sp>
          <p:nvSpPr>
            <p:cNvPr id="830" name="Google Shape;830;p42"/>
            <p:cNvSpPr/>
            <p:nvPr/>
          </p:nvSpPr>
          <p:spPr>
            <a:xfrm>
              <a:off x="571500" y="2000250"/>
              <a:ext cx="1524000" cy="285900"/>
            </a:xfrm>
            <a:prstGeom prst="roundRect">
              <a:avLst>
                <a:gd fmla="val 50000" name="adj"/>
              </a:avLst>
            </a:prstGeom>
            <a:solidFill>
              <a:srgbClr val="1B3F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42"/>
            <p:cNvSpPr txBox="1"/>
            <p:nvPr/>
          </p:nvSpPr>
          <p:spPr>
            <a:xfrm>
              <a:off x="571500" y="200025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476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50">
                  <a:solidFill>
                    <a:srgbClr val="FFFFFF"/>
                  </a:solidFill>
                  <a:latin typeface="Archivo"/>
                  <a:ea typeface="Archivo"/>
                  <a:cs typeface="Archivo"/>
                  <a:sym typeface="Archivo"/>
                </a:rPr>
                <a:t>Tormenta Negra</a:t>
              </a:r>
              <a:endParaRPr sz="115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32" name="Google Shape;832;p42"/>
            <p:cNvSpPr/>
            <p:nvPr/>
          </p:nvSpPr>
          <p:spPr>
            <a:xfrm>
              <a:off x="3619500" y="2000250"/>
              <a:ext cx="2095500" cy="285900"/>
            </a:xfrm>
            <a:prstGeom prst="roundRect">
              <a:avLst>
                <a:gd fmla="val 50000" name="adj"/>
              </a:avLst>
            </a:prstGeom>
            <a:solidFill>
              <a:srgbClr val="1B3F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42"/>
            <p:cNvSpPr txBox="1"/>
            <p:nvPr/>
          </p:nvSpPr>
          <p:spPr>
            <a:xfrm>
              <a:off x="3619500" y="200025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476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50">
                  <a:solidFill>
                    <a:srgbClr val="FFFFFF"/>
                  </a:solidFill>
                  <a:latin typeface="Archivo"/>
                  <a:ea typeface="Archivo"/>
                  <a:cs typeface="Archivo"/>
                  <a:sym typeface="Archivo"/>
                </a:rPr>
                <a:t>Coparticipación</a:t>
              </a:r>
              <a:endParaRPr sz="115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34" name="Google Shape;834;p42"/>
            <p:cNvSpPr/>
            <p:nvPr/>
          </p:nvSpPr>
          <p:spPr>
            <a:xfrm>
              <a:off x="6191250" y="2000250"/>
              <a:ext cx="1428900" cy="285900"/>
            </a:xfrm>
            <a:prstGeom prst="roundRect">
              <a:avLst>
                <a:gd fmla="val 50000" name="adj"/>
              </a:avLst>
            </a:prstGeom>
            <a:solidFill>
              <a:srgbClr val="1B3F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2"/>
            <p:cNvSpPr txBox="1"/>
            <p:nvPr/>
          </p:nvSpPr>
          <p:spPr>
            <a:xfrm>
              <a:off x="6191250" y="200025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476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50">
                  <a:solidFill>
                    <a:srgbClr val="FFFFFF"/>
                  </a:solidFill>
                  <a:latin typeface="Archivo"/>
                  <a:ea typeface="Archivo"/>
                  <a:cs typeface="Archivo"/>
                  <a:sym typeface="Archivo"/>
                </a:rPr>
                <a:t>Htal Clínicas</a:t>
              </a:r>
              <a:endParaRPr sz="105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836" name="Google Shape;836;p42"/>
          <p:cNvGrpSpPr/>
          <p:nvPr/>
        </p:nvGrpSpPr>
        <p:grpSpPr>
          <a:xfrm>
            <a:off x="433750" y="1939338"/>
            <a:ext cx="7048650" cy="285900"/>
            <a:chOff x="571500" y="2000250"/>
            <a:chExt cx="7048650" cy="285900"/>
          </a:xfrm>
        </p:grpSpPr>
        <p:sp>
          <p:nvSpPr>
            <p:cNvPr id="837" name="Google Shape;837;p42"/>
            <p:cNvSpPr/>
            <p:nvPr/>
          </p:nvSpPr>
          <p:spPr>
            <a:xfrm>
              <a:off x="571500" y="2000250"/>
              <a:ext cx="1524000" cy="285900"/>
            </a:xfrm>
            <a:prstGeom prst="roundRect">
              <a:avLst>
                <a:gd fmla="val 50000" name="adj"/>
              </a:avLst>
            </a:prstGeom>
            <a:solidFill>
              <a:srgbClr val="1B3F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42"/>
            <p:cNvSpPr txBox="1"/>
            <p:nvPr/>
          </p:nvSpPr>
          <p:spPr>
            <a:xfrm>
              <a:off x="571500" y="200025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476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50">
                  <a:solidFill>
                    <a:srgbClr val="FFFFFF"/>
                  </a:solidFill>
                  <a:latin typeface="Archivo"/>
                  <a:ea typeface="Archivo"/>
                  <a:cs typeface="Archivo"/>
                  <a:sym typeface="Archivo"/>
                </a:rPr>
                <a:t>{{conv_tema1}}</a:t>
              </a:r>
              <a:endParaRPr sz="115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39" name="Google Shape;839;p42"/>
            <p:cNvSpPr/>
            <p:nvPr/>
          </p:nvSpPr>
          <p:spPr>
            <a:xfrm>
              <a:off x="3619500" y="2000250"/>
              <a:ext cx="2095500" cy="285900"/>
            </a:xfrm>
            <a:prstGeom prst="roundRect">
              <a:avLst>
                <a:gd fmla="val 50000" name="adj"/>
              </a:avLst>
            </a:prstGeom>
            <a:solidFill>
              <a:srgbClr val="1B3F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42"/>
            <p:cNvSpPr txBox="1"/>
            <p:nvPr/>
          </p:nvSpPr>
          <p:spPr>
            <a:xfrm>
              <a:off x="3619500" y="200025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476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50">
                  <a:solidFill>
                    <a:srgbClr val="FFFFFF"/>
                  </a:solidFill>
                  <a:latin typeface="Archivo"/>
                  <a:ea typeface="Archivo"/>
                  <a:cs typeface="Archivo"/>
                  <a:sym typeface="Archivo"/>
                </a:rPr>
                <a:t>{{conv_tema2}}</a:t>
              </a:r>
              <a:endParaRPr sz="115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41" name="Google Shape;841;p42"/>
            <p:cNvSpPr/>
            <p:nvPr/>
          </p:nvSpPr>
          <p:spPr>
            <a:xfrm>
              <a:off x="6191250" y="2000250"/>
              <a:ext cx="1428900" cy="285900"/>
            </a:xfrm>
            <a:prstGeom prst="roundRect">
              <a:avLst>
                <a:gd fmla="val 50000" name="adj"/>
              </a:avLst>
            </a:prstGeom>
            <a:solidFill>
              <a:srgbClr val="1B3F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42"/>
            <p:cNvSpPr txBox="1"/>
            <p:nvPr/>
          </p:nvSpPr>
          <p:spPr>
            <a:xfrm>
              <a:off x="6191250" y="200025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476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050">
                  <a:solidFill>
                    <a:srgbClr val="FFFFFF"/>
                  </a:solidFill>
                  <a:latin typeface="Archivo"/>
                  <a:ea typeface="Archivo"/>
                  <a:cs typeface="Archivo"/>
                  <a:sym typeface="Archivo"/>
                </a:rPr>
                <a:t>{{conv_tema3}}</a:t>
              </a:r>
              <a:endParaRPr sz="105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cxnSp>
        <p:nvCxnSpPr>
          <p:cNvPr id="843" name="Google Shape;843;p42"/>
          <p:cNvCxnSpPr/>
          <p:nvPr/>
        </p:nvCxnSpPr>
        <p:spPr>
          <a:xfrm>
            <a:off x="4630150" y="2122600"/>
            <a:ext cx="0" cy="11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42"/>
          <p:cNvCxnSpPr/>
          <p:nvPr/>
        </p:nvCxnSpPr>
        <p:spPr>
          <a:xfrm>
            <a:off x="6256175" y="2240350"/>
            <a:ext cx="5400" cy="131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42"/>
          <p:cNvCxnSpPr/>
          <p:nvPr/>
        </p:nvCxnSpPr>
        <p:spPr>
          <a:xfrm>
            <a:off x="702925" y="2194588"/>
            <a:ext cx="0" cy="8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46" name="Google Shape;846;p42"/>
          <p:cNvSpPr/>
          <p:nvPr/>
        </p:nvSpPr>
        <p:spPr>
          <a:xfrm>
            <a:off x="7636400" y="1940150"/>
            <a:ext cx="1133700" cy="285900"/>
          </a:xfrm>
          <a:prstGeom prst="roundRect">
            <a:avLst>
              <a:gd fmla="val 50000" name="adj"/>
            </a:avLst>
          </a:prstGeom>
          <a:solidFill>
            <a:srgbClr val="1B3F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42"/>
          <p:cNvSpPr txBox="1"/>
          <p:nvPr/>
        </p:nvSpPr>
        <p:spPr>
          <a:xfrm>
            <a:off x="7636400" y="1940150"/>
            <a:ext cx="1133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7625" spcFirstLastPara="1" rIns="476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{{conv_tema4}}</a:t>
            </a:r>
            <a:endParaRPr sz="115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848" name="Google Shape;848;p42"/>
          <p:cNvCxnSpPr/>
          <p:nvPr/>
        </p:nvCxnSpPr>
        <p:spPr>
          <a:xfrm>
            <a:off x="8355900" y="2223750"/>
            <a:ext cx="2400" cy="15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3" name="Google Shape;85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875" y="1538427"/>
            <a:ext cx="4260101" cy="26978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4" name="Google Shape;85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764" y="1546316"/>
            <a:ext cx="4244322" cy="528568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43"/>
          <p:cNvSpPr txBox="1"/>
          <p:nvPr/>
        </p:nvSpPr>
        <p:spPr>
          <a:xfrm>
            <a:off x="716885" y="2272113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0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sz="116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6" name="Google Shape;856;p43"/>
          <p:cNvSpPr txBox="1"/>
          <p:nvPr/>
        </p:nvSpPr>
        <p:spPr>
          <a:xfrm>
            <a:off x="716885" y="2623917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80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sz="116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7" name="Google Shape;857;p43"/>
          <p:cNvSpPr txBox="1"/>
          <p:nvPr/>
        </p:nvSpPr>
        <p:spPr>
          <a:xfrm>
            <a:off x="716885" y="2975722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80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116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image.png" id="858" name="Google Shape;858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991" y="2303669"/>
            <a:ext cx="126225" cy="12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9" name="Google Shape;85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991" y="2655473"/>
            <a:ext cx="126225" cy="12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0" name="Google Shape;86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991" y="3007278"/>
            <a:ext cx="126225" cy="12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1" name="Google Shape;861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54075" y="1536181"/>
            <a:ext cx="4260113" cy="269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2" name="Google Shape;862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1964" y="1544070"/>
            <a:ext cx="4244335" cy="52857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43"/>
          <p:cNvSpPr txBox="1"/>
          <p:nvPr/>
        </p:nvSpPr>
        <p:spPr>
          <a:xfrm>
            <a:off x="5080087" y="2269867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80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116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64" name="Google Shape;864;p43"/>
          <p:cNvSpPr txBox="1"/>
          <p:nvPr/>
        </p:nvSpPr>
        <p:spPr>
          <a:xfrm>
            <a:off x="5080087" y="2621671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80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116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65" name="Google Shape;865;p43"/>
          <p:cNvSpPr txBox="1"/>
          <p:nvPr/>
        </p:nvSpPr>
        <p:spPr>
          <a:xfrm>
            <a:off x="5080087" y="2934948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80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sz="116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66" name="Google Shape;866;p43"/>
          <p:cNvSpPr txBox="1"/>
          <p:nvPr/>
        </p:nvSpPr>
        <p:spPr>
          <a:xfrm>
            <a:off x="5080087" y="3460128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80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116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67" name="Google Shape;867;p43"/>
          <p:cNvSpPr txBox="1"/>
          <p:nvPr/>
        </p:nvSpPr>
        <p:spPr>
          <a:xfrm>
            <a:off x="5080087" y="3783037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80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116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image.png" id="868" name="Google Shape;868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59192" y="2279443"/>
            <a:ext cx="126226" cy="126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9" name="Google Shape;869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59192" y="2631247"/>
            <a:ext cx="126226" cy="126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0" name="Google Shape;870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59192" y="2944524"/>
            <a:ext cx="126226" cy="126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1" name="Google Shape;871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59192" y="3469704"/>
            <a:ext cx="126226" cy="126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2" name="Google Shape;872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59192" y="3792613"/>
            <a:ext cx="126226" cy="126226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43"/>
          <p:cNvSpPr/>
          <p:nvPr/>
        </p:nvSpPr>
        <p:spPr>
          <a:xfrm>
            <a:off x="1490000" y="877450"/>
            <a:ext cx="6265500" cy="447600"/>
          </a:xfrm>
          <a:prstGeom prst="roundRect">
            <a:avLst>
              <a:gd fmla="val 24966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3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Principales temas que aportaron positividad y negatividad</a:t>
            </a:r>
            <a:r>
              <a:rPr b="1" i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i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74" name="Google Shape;874;p43"/>
          <p:cNvSpPr txBox="1"/>
          <p:nvPr/>
        </p:nvSpPr>
        <p:spPr>
          <a:xfrm>
            <a:off x="594200" y="147150"/>
            <a:ext cx="7717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Semana JM - </a:t>
            </a:r>
            <a:r>
              <a:rPr i="1" lang="es" sz="21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Conversación en X </a:t>
            </a:r>
            <a:endParaRPr i="1" sz="21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75" name="Google Shape;875;p43"/>
          <p:cNvSpPr/>
          <p:nvPr/>
        </p:nvSpPr>
        <p:spPr>
          <a:xfrm>
            <a:off x="261050" y="190500"/>
            <a:ext cx="217744" cy="217744"/>
          </a:xfrm>
          <a:custGeom>
            <a:rect b="b" l="l" r="r" t="t"/>
            <a:pathLst>
              <a:path extrusionOk="0" h="76201" w="76201">
                <a:moveTo>
                  <a:pt x="26593" y="7596"/>
                </a:moveTo>
                <a:cubicBezTo>
                  <a:pt x="26650" y="7596"/>
                  <a:pt x="26708" y="7596"/>
                  <a:pt x="26766" y="7597"/>
                </a:cubicBezTo>
                <a:cubicBezTo>
                  <a:pt x="37303" y="7680"/>
                  <a:pt x="45697" y="16276"/>
                  <a:pt x="45756" y="26754"/>
                </a:cubicBezTo>
                <a:cubicBezTo>
                  <a:pt x="45803" y="36658"/>
                  <a:pt x="36741" y="45712"/>
                  <a:pt x="26877" y="45712"/>
                </a:cubicBezTo>
                <a:cubicBezTo>
                  <a:pt x="26769" y="45712"/>
                  <a:pt x="26660" y="45711"/>
                  <a:pt x="26551" y="45708"/>
                </a:cubicBezTo>
                <a:cubicBezTo>
                  <a:pt x="16038" y="45494"/>
                  <a:pt x="7513" y="36993"/>
                  <a:pt x="7609" y="26587"/>
                </a:cubicBezTo>
                <a:cubicBezTo>
                  <a:pt x="7703" y="16096"/>
                  <a:pt x="16229" y="7596"/>
                  <a:pt x="26593" y="7596"/>
                </a:cubicBezTo>
                <a:close/>
                <a:moveTo>
                  <a:pt x="25147" y="0"/>
                </a:moveTo>
                <a:cubicBezTo>
                  <a:pt x="23253" y="334"/>
                  <a:pt x="21325" y="536"/>
                  <a:pt x="19467" y="1036"/>
                </a:cubicBezTo>
                <a:cubicBezTo>
                  <a:pt x="14860" y="2251"/>
                  <a:pt x="10919" y="4668"/>
                  <a:pt x="7597" y="8073"/>
                </a:cubicBezTo>
                <a:cubicBezTo>
                  <a:pt x="3942" y="11823"/>
                  <a:pt x="1584" y="16276"/>
                  <a:pt x="536" y="21408"/>
                </a:cubicBezTo>
                <a:cubicBezTo>
                  <a:pt x="286" y="22646"/>
                  <a:pt x="179" y="23896"/>
                  <a:pt x="1" y="25146"/>
                </a:cubicBezTo>
                <a:lnTo>
                  <a:pt x="1" y="28278"/>
                </a:lnTo>
                <a:cubicBezTo>
                  <a:pt x="298" y="30028"/>
                  <a:pt x="489" y="31802"/>
                  <a:pt x="929" y="33517"/>
                </a:cubicBezTo>
                <a:cubicBezTo>
                  <a:pt x="2096" y="38160"/>
                  <a:pt x="4465" y="42172"/>
                  <a:pt x="7847" y="45542"/>
                </a:cubicBezTo>
                <a:cubicBezTo>
                  <a:pt x="12002" y="49661"/>
                  <a:pt x="16991" y="52209"/>
                  <a:pt x="22801" y="53019"/>
                </a:cubicBezTo>
                <a:cubicBezTo>
                  <a:pt x="24161" y="53209"/>
                  <a:pt x="25500" y="53304"/>
                  <a:pt x="26818" y="53304"/>
                </a:cubicBezTo>
                <a:cubicBezTo>
                  <a:pt x="32099" y="53304"/>
                  <a:pt x="37039" y="51775"/>
                  <a:pt x="41613" y="48697"/>
                </a:cubicBezTo>
                <a:cubicBezTo>
                  <a:pt x="41911" y="48506"/>
                  <a:pt x="42196" y="48316"/>
                  <a:pt x="42482" y="48125"/>
                </a:cubicBezTo>
                <a:cubicBezTo>
                  <a:pt x="42512" y="48103"/>
                  <a:pt x="42542" y="48095"/>
                  <a:pt x="42548" y="48095"/>
                </a:cubicBezTo>
                <a:cubicBezTo>
                  <a:pt x="42552" y="48095"/>
                  <a:pt x="42547" y="48097"/>
                  <a:pt x="42530" y="48102"/>
                </a:cubicBezTo>
                <a:cubicBezTo>
                  <a:pt x="43935" y="49518"/>
                  <a:pt x="45316" y="50900"/>
                  <a:pt x="46697" y="52293"/>
                </a:cubicBezTo>
                <a:cubicBezTo>
                  <a:pt x="46494" y="52650"/>
                  <a:pt x="46185" y="53055"/>
                  <a:pt x="46018" y="53507"/>
                </a:cubicBezTo>
                <a:cubicBezTo>
                  <a:pt x="45399" y="55174"/>
                  <a:pt x="45840" y="56615"/>
                  <a:pt x="47078" y="57841"/>
                </a:cubicBezTo>
                <a:cubicBezTo>
                  <a:pt x="50340" y="61103"/>
                  <a:pt x="53602" y="64366"/>
                  <a:pt x="56853" y="67628"/>
                </a:cubicBezTo>
                <a:cubicBezTo>
                  <a:pt x="58960" y="69735"/>
                  <a:pt x="61080" y="71831"/>
                  <a:pt x="63163" y="73950"/>
                </a:cubicBezTo>
                <a:cubicBezTo>
                  <a:pt x="64068" y="74867"/>
                  <a:pt x="64973" y="75760"/>
                  <a:pt x="66223" y="76200"/>
                </a:cubicBezTo>
                <a:lnTo>
                  <a:pt x="67711" y="76200"/>
                </a:lnTo>
                <a:cubicBezTo>
                  <a:pt x="68914" y="75831"/>
                  <a:pt x="69795" y="75034"/>
                  <a:pt x="70640" y="74152"/>
                </a:cubicBezTo>
                <a:cubicBezTo>
                  <a:pt x="71795" y="72962"/>
                  <a:pt x="72962" y="71783"/>
                  <a:pt x="74153" y="70640"/>
                </a:cubicBezTo>
                <a:cubicBezTo>
                  <a:pt x="75034" y="69795"/>
                  <a:pt x="75843" y="68914"/>
                  <a:pt x="76201" y="67711"/>
                </a:cubicBezTo>
                <a:lnTo>
                  <a:pt x="76201" y="66223"/>
                </a:lnTo>
                <a:cubicBezTo>
                  <a:pt x="75772" y="64973"/>
                  <a:pt x="74867" y="64068"/>
                  <a:pt x="73950" y="63163"/>
                </a:cubicBezTo>
                <a:cubicBezTo>
                  <a:pt x="68712" y="57948"/>
                  <a:pt x="63497" y="52721"/>
                  <a:pt x="58270" y="47494"/>
                </a:cubicBezTo>
                <a:cubicBezTo>
                  <a:pt x="57062" y="46287"/>
                  <a:pt x="56095" y="45710"/>
                  <a:pt x="55037" y="45710"/>
                </a:cubicBezTo>
                <a:cubicBezTo>
                  <a:pt x="54229" y="45710"/>
                  <a:pt x="53367" y="46047"/>
                  <a:pt x="52305" y="46697"/>
                </a:cubicBezTo>
                <a:cubicBezTo>
                  <a:pt x="50912" y="45316"/>
                  <a:pt x="49531" y="43934"/>
                  <a:pt x="48209" y="42625"/>
                </a:cubicBezTo>
                <a:cubicBezTo>
                  <a:pt x="49161" y="40875"/>
                  <a:pt x="50245" y="39124"/>
                  <a:pt x="51078" y="37255"/>
                </a:cubicBezTo>
                <a:cubicBezTo>
                  <a:pt x="53364" y="32123"/>
                  <a:pt x="53936" y="26754"/>
                  <a:pt x="52745" y="21265"/>
                </a:cubicBezTo>
                <a:cubicBezTo>
                  <a:pt x="50757" y="12109"/>
                  <a:pt x="45304" y="5739"/>
                  <a:pt x="36767" y="1989"/>
                </a:cubicBezTo>
                <a:cubicBezTo>
                  <a:pt x="34267" y="893"/>
                  <a:pt x="31588" y="310"/>
                  <a:pt x="28849" y="108"/>
                </a:cubicBezTo>
                <a:cubicBezTo>
                  <a:pt x="28659" y="96"/>
                  <a:pt x="28468" y="36"/>
                  <a:pt x="28278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43"/>
          <p:cNvSpPr txBox="1"/>
          <p:nvPr/>
        </p:nvSpPr>
        <p:spPr>
          <a:xfrm>
            <a:off x="699685" y="3526697"/>
            <a:ext cx="3629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80">
                <a:solidFill>
                  <a:srgbClr val="475569"/>
                </a:solidFill>
                <a:latin typeface="Archivo"/>
                <a:ea typeface="Archivo"/>
                <a:cs typeface="Archivo"/>
                <a:sym typeface="Archivo"/>
              </a:rPr>
              <a:t>xx</a:t>
            </a:r>
            <a:endParaRPr b="1" sz="116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image.png" id="877" name="Google Shape;877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791" y="3558253"/>
            <a:ext cx="126225" cy="12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4"/>
          <p:cNvSpPr txBox="1"/>
          <p:nvPr/>
        </p:nvSpPr>
        <p:spPr>
          <a:xfrm>
            <a:off x="594200" y="147150"/>
            <a:ext cx="7717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Repercusiones en X - </a:t>
            </a:r>
            <a:r>
              <a:rPr i="1" lang="es" sz="21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JM + GCBA </a:t>
            </a:r>
            <a:endParaRPr i="1" sz="21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83" name="Google Shape;883;p44"/>
          <p:cNvSpPr/>
          <p:nvPr/>
        </p:nvSpPr>
        <p:spPr>
          <a:xfrm>
            <a:off x="261050" y="190500"/>
            <a:ext cx="217744" cy="217744"/>
          </a:xfrm>
          <a:custGeom>
            <a:rect b="b" l="l" r="r" t="t"/>
            <a:pathLst>
              <a:path extrusionOk="0" h="76201" w="76201">
                <a:moveTo>
                  <a:pt x="26593" y="7596"/>
                </a:moveTo>
                <a:cubicBezTo>
                  <a:pt x="26650" y="7596"/>
                  <a:pt x="26708" y="7596"/>
                  <a:pt x="26766" y="7597"/>
                </a:cubicBezTo>
                <a:cubicBezTo>
                  <a:pt x="37303" y="7680"/>
                  <a:pt x="45697" y="16276"/>
                  <a:pt x="45756" y="26754"/>
                </a:cubicBezTo>
                <a:cubicBezTo>
                  <a:pt x="45803" y="36658"/>
                  <a:pt x="36741" y="45712"/>
                  <a:pt x="26877" y="45712"/>
                </a:cubicBezTo>
                <a:cubicBezTo>
                  <a:pt x="26769" y="45712"/>
                  <a:pt x="26660" y="45711"/>
                  <a:pt x="26551" y="45708"/>
                </a:cubicBezTo>
                <a:cubicBezTo>
                  <a:pt x="16038" y="45494"/>
                  <a:pt x="7513" y="36993"/>
                  <a:pt x="7609" y="26587"/>
                </a:cubicBezTo>
                <a:cubicBezTo>
                  <a:pt x="7703" y="16096"/>
                  <a:pt x="16229" y="7596"/>
                  <a:pt x="26593" y="7596"/>
                </a:cubicBezTo>
                <a:close/>
                <a:moveTo>
                  <a:pt x="25147" y="0"/>
                </a:moveTo>
                <a:cubicBezTo>
                  <a:pt x="23253" y="334"/>
                  <a:pt x="21325" y="536"/>
                  <a:pt x="19467" y="1036"/>
                </a:cubicBezTo>
                <a:cubicBezTo>
                  <a:pt x="14860" y="2251"/>
                  <a:pt x="10919" y="4668"/>
                  <a:pt x="7597" y="8073"/>
                </a:cubicBezTo>
                <a:cubicBezTo>
                  <a:pt x="3942" y="11823"/>
                  <a:pt x="1584" y="16276"/>
                  <a:pt x="536" y="21408"/>
                </a:cubicBezTo>
                <a:cubicBezTo>
                  <a:pt x="286" y="22646"/>
                  <a:pt x="179" y="23896"/>
                  <a:pt x="1" y="25146"/>
                </a:cubicBezTo>
                <a:lnTo>
                  <a:pt x="1" y="28278"/>
                </a:lnTo>
                <a:cubicBezTo>
                  <a:pt x="298" y="30028"/>
                  <a:pt x="489" y="31802"/>
                  <a:pt x="929" y="33517"/>
                </a:cubicBezTo>
                <a:cubicBezTo>
                  <a:pt x="2096" y="38160"/>
                  <a:pt x="4465" y="42172"/>
                  <a:pt x="7847" y="45542"/>
                </a:cubicBezTo>
                <a:cubicBezTo>
                  <a:pt x="12002" y="49661"/>
                  <a:pt x="16991" y="52209"/>
                  <a:pt x="22801" y="53019"/>
                </a:cubicBezTo>
                <a:cubicBezTo>
                  <a:pt x="24161" y="53209"/>
                  <a:pt x="25500" y="53304"/>
                  <a:pt x="26818" y="53304"/>
                </a:cubicBezTo>
                <a:cubicBezTo>
                  <a:pt x="32099" y="53304"/>
                  <a:pt x="37039" y="51775"/>
                  <a:pt x="41613" y="48697"/>
                </a:cubicBezTo>
                <a:cubicBezTo>
                  <a:pt x="41911" y="48506"/>
                  <a:pt x="42196" y="48316"/>
                  <a:pt x="42482" y="48125"/>
                </a:cubicBezTo>
                <a:cubicBezTo>
                  <a:pt x="42512" y="48103"/>
                  <a:pt x="42542" y="48095"/>
                  <a:pt x="42548" y="48095"/>
                </a:cubicBezTo>
                <a:cubicBezTo>
                  <a:pt x="42552" y="48095"/>
                  <a:pt x="42547" y="48097"/>
                  <a:pt x="42530" y="48102"/>
                </a:cubicBezTo>
                <a:cubicBezTo>
                  <a:pt x="43935" y="49518"/>
                  <a:pt x="45316" y="50900"/>
                  <a:pt x="46697" y="52293"/>
                </a:cubicBezTo>
                <a:cubicBezTo>
                  <a:pt x="46494" y="52650"/>
                  <a:pt x="46185" y="53055"/>
                  <a:pt x="46018" y="53507"/>
                </a:cubicBezTo>
                <a:cubicBezTo>
                  <a:pt x="45399" y="55174"/>
                  <a:pt x="45840" y="56615"/>
                  <a:pt x="47078" y="57841"/>
                </a:cubicBezTo>
                <a:cubicBezTo>
                  <a:pt x="50340" y="61103"/>
                  <a:pt x="53602" y="64366"/>
                  <a:pt x="56853" y="67628"/>
                </a:cubicBezTo>
                <a:cubicBezTo>
                  <a:pt x="58960" y="69735"/>
                  <a:pt x="61080" y="71831"/>
                  <a:pt x="63163" y="73950"/>
                </a:cubicBezTo>
                <a:cubicBezTo>
                  <a:pt x="64068" y="74867"/>
                  <a:pt x="64973" y="75760"/>
                  <a:pt x="66223" y="76200"/>
                </a:cubicBezTo>
                <a:lnTo>
                  <a:pt x="67711" y="76200"/>
                </a:lnTo>
                <a:cubicBezTo>
                  <a:pt x="68914" y="75831"/>
                  <a:pt x="69795" y="75034"/>
                  <a:pt x="70640" y="74152"/>
                </a:cubicBezTo>
                <a:cubicBezTo>
                  <a:pt x="71795" y="72962"/>
                  <a:pt x="72962" y="71783"/>
                  <a:pt x="74153" y="70640"/>
                </a:cubicBezTo>
                <a:cubicBezTo>
                  <a:pt x="75034" y="69795"/>
                  <a:pt x="75843" y="68914"/>
                  <a:pt x="76201" y="67711"/>
                </a:cubicBezTo>
                <a:lnTo>
                  <a:pt x="76201" y="66223"/>
                </a:lnTo>
                <a:cubicBezTo>
                  <a:pt x="75772" y="64973"/>
                  <a:pt x="74867" y="64068"/>
                  <a:pt x="73950" y="63163"/>
                </a:cubicBezTo>
                <a:cubicBezTo>
                  <a:pt x="68712" y="57948"/>
                  <a:pt x="63497" y="52721"/>
                  <a:pt x="58270" y="47494"/>
                </a:cubicBezTo>
                <a:cubicBezTo>
                  <a:pt x="57062" y="46287"/>
                  <a:pt x="56095" y="45710"/>
                  <a:pt x="55037" y="45710"/>
                </a:cubicBezTo>
                <a:cubicBezTo>
                  <a:pt x="54229" y="45710"/>
                  <a:pt x="53367" y="46047"/>
                  <a:pt x="52305" y="46697"/>
                </a:cubicBezTo>
                <a:cubicBezTo>
                  <a:pt x="50912" y="45316"/>
                  <a:pt x="49531" y="43934"/>
                  <a:pt x="48209" y="42625"/>
                </a:cubicBezTo>
                <a:cubicBezTo>
                  <a:pt x="49161" y="40875"/>
                  <a:pt x="50245" y="39124"/>
                  <a:pt x="51078" y="37255"/>
                </a:cubicBezTo>
                <a:cubicBezTo>
                  <a:pt x="53364" y="32123"/>
                  <a:pt x="53936" y="26754"/>
                  <a:pt x="52745" y="21265"/>
                </a:cubicBezTo>
                <a:cubicBezTo>
                  <a:pt x="50757" y="12109"/>
                  <a:pt x="45304" y="5739"/>
                  <a:pt x="36767" y="1989"/>
                </a:cubicBezTo>
                <a:cubicBezTo>
                  <a:pt x="34267" y="893"/>
                  <a:pt x="31588" y="310"/>
                  <a:pt x="28849" y="108"/>
                </a:cubicBezTo>
                <a:cubicBezTo>
                  <a:pt x="28659" y="96"/>
                  <a:pt x="28468" y="36"/>
                  <a:pt x="28278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44"/>
          <p:cNvSpPr/>
          <p:nvPr/>
        </p:nvSpPr>
        <p:spPr>
          <a:xfrm>
            <a:off x="413595" y="753804"/>
            <a:ext cx="2485500" cy="338700"/>
          </a:xfrm>
          <a:prstGeom prst="round1Rect">
            <a:avLst>
              <a:gd fmla="val 31633" name="adj"/>
            </a:avLst>
          </a:prstGeom>
          <a:solidFill>
            <a:srgbClr val="8FE1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Temas de mayor repercusión </a:t>
            </a:r>
            <a:endParaRPr b="1" sz="10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85" name="Google Shape;885;p44"/>
          <p:cNvSpPr txBox="1"/>
          <p:nvPr/>
        </p:nvSpPr>
        <p:spPr>
          <a:xfrm>
            <a:off x="2889650" y="656414"/>
            <a:ext cx="583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Temas con más menciones </a:t>
            </a:r>
            <a:r>
              <a:rPr lang="es" sz="12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ordenados de más a menos dentro de la</a:t>
            </a:r>
            <a:r>
              <a:rPr i="1" lang="es" sz="12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i="1" lang="es" sz="12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conversación general</a:t>
            </a:r>
            <a:r>
              <a:rPr i="1" lang="es" sz="1200">
                <a:solidFill>
                  <a:srgbClr val="163244"/>
                </a:solidFill>
                <a:highlight>
                  <a:srgbClr val="88DED4"/>
                </a:highlight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i="1" lang="es" sz="1200">
                <a:solidFill>
                  <a:srgbClr val="163244"/>
                </a:solidFill>
                <a:highlight>
                  <a:srgbClr val="88DED4"/>
                </a:highlight>
                <a:latin typeface="Archivo"/>
                <a:ea typeface="Archivo"/>
                <a:cs typeface="Archivo"/>
                <a:sym typeface="Archivo"/>
              </a:rPr>
              <a:t>ligada a GCBA y JM en la ciudad</a:t>
            </a:r>
            <a:endParaRPr b="1" i="1" sz="700">
              <a:solidFill>
                <a:srgbClr val="163244"/>
              </a:solidFill>
              <a:highlight>
                <a:srgbClr val="88DED4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86" name="Google Shape;886;p44"/>
          <p:cNvSpPr/>
          <p:nvPr/>
        </p:nvSpPr>
        <p:spPr>
          <a:xfrm>
            <a:off x="413595" y="753804"/>
            <a:ext cx="2485500" cy="338700"/>
          </a:xfrm>
          <a:prstGeom prst="round1Rect">
            <a:avLst>
              <a:gd fmla="val 31633" name="adj"/>
            </a:avLst>
          </a:prstGeom>
          <a:solidFill>
            <a:srgbClr val="8FE1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Temas de mayor repercusión </a:t>
            </a:r>
            <a:endParaRPr b="1" sz="10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87" name="Google Shape;887;p44"/>
          <p:cNvSpPr txBox="1"/>
          <p:nvPr/>
        </p:nvSpPr>
        <p:spPr>
          <a:xfrm>
            <a:off x="2889650" y="656414"/>
            <a:ext cx="583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Temas con más menciones </a:t>
            </a:r>
            <a:r>
              <a:rPr lang="es" sz="12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ordenados de más a menos dentro de la</a:t>
            </a:r>
            <a:r>
              <a:rPr i="1" lang="es" sz="12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i="1" lang="es" sz="12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conversación general</a:t>
            </a:r>
            <a:r>
              <a:rPr i="1" lang="es" sz="1200">
                <a:solidFill>
                  <a:srgbClr val="163244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i="1" lang="es" sz="1200">
                <a:solidFill>
                  <a:srgbClr val="163244"/>
                </a:solidFill>
                <a:highlight>
                  <a:srgbClr val="88DED4"/>
                </a:highlight>
                <a:latin typeface="Archivo"/>
                <a:ea typeface="Archivo"/>
                <a:cs typeface="Archivo"/>
                <a:sym typeface="Archivo"/>
              </a:rPr>
              <a:t>ligada a GCBA y JM en la ciudad</a:t>
            </a:r>
            <a:endParaRPr b="1" i="1" sz="700">
              <a:solidFill>
                <a:srgbClr val="163244"/>
              </a:solidFill>
              <a:highlight>
                <a:srgbClr val="88DED4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88" name="Google Shape;888;p44"/>
          <p:cNvSpPr/>
          <p:nvPr/>
        </p:nvSpPr>
        <p:spPr>
          <a:xfrm>
            <a:off x="98525" y="1287850"/>
            <a:ext cx="8962200" cy="3303900"/>
          </a:xfrm>
          <a:prstGeom prst="round1Rect">
            <a:avLst>
              <a:gd fmla="val 8580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44"/>
          <p:cNvSpPr txBox="1"/>
          <p:nvPr/>
        </p:nvSpPr>
        <p:spPr>
          <a:xfrm>
            <a:off x="3494953" y="1460897"/>
            <a:ext cx="188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highlight>
                  <a:srgbClr val="8FE1D5"/>
                </a:highlight>
                <a:latin typeface="Archivo"/>
                <a:ea typeface="Archivo"/>
                <a:cs typeface="Archivo"/>
                <a:sym typeface="Archivo"/>
              </a:rPr>
              <a:t>{{rep_p1_tema1}}</a:t>
            </a:r>
            <a:endParaRPr b="1" sz="900">
              <a:solidFill>
                <a:srgbClr val="000000"/>
              </a:solidFill>
              <a:highlight>
                <a:srgbClr val="8FE1D5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0" name="Google Shape;890;p44"/>
          <p:cNvSpPr txBox="1"/>
          <p:nvPr/>
        </p:nvSpPr>
        <p:spPr>
          <a:xfrm>
            <a:off x="818547" y="1472543"/>
            <a:ext cx="216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highlight>
                  <a:srgbClr val="8FE1D5"/>
                </a:highlight>
                <a:latin typeface="Archivo"/>
                <a:ea typeface="Archivo"/>
                <a:cs typeface="Archivo"/>
                <a:sym typeface="Archivo"/>
              </a:rPr>
              <a:t>{{rep_p1_tema2}}</a:t>
            </a:r>
            <a:endParaRPr b="1" sz="900">
              <a:highlight>
                <a:srgbClr val="8FE1D5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1" name="Google Shape;891;p44"/>
          <p:cNvSpPr txBox="1"/>
          <p:nvPr/>
        </p:nvSpPr>
        <p:spPr>
          <a:xfrm>
            <a:off x="5995500" y="1449347"/>
            <a:ext cx="226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highlight>
                  <a:srgbClr val="8FE1D5"/>
                </a:highlight>
                <a:latin typeface="Archivo"/>
                <a:ea typeface="Archivo"/>
                <a:cs typeface="Archivo"/>
                <a:sym typeface="Archivo"/>
              </a:rPr>
              <a:t>{{rep_p1_tema3}}</a:t>
            </a:r>
            <a:endParaRPr b="1" sz="900">
              <a:solidFill>
                <a:schemeClr val="dk1"/>
              </a:solidFill>
              <a:highlight>
                <a:srgbClr val="8FE1D5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2" name="Google Shape;892;p44"/>
          <p:cNvSpPr txBox="1"/>
          <p:nvPr/>
        </p:nvSpPr>
        <p:spPr>
          <a:xfrm>
            <a:off x="3948765" y="1345725"/>
            <a:ext cx="11331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0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{{rep_p1_periodo}}</a:t>
            </a:r>
            <a:endParaRPr b="1" sz="10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3" name="Google Shape;893;p44"/>
          <p:cNvSpPr/>
          <p:nvPr/>
        </p:nvSpPr>
        <p:spPr>
          <a:xfrm>
            <a:off x="1088627" y="4103178"/>
            <a:ext cx="16542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Sentiment positivo: {{rep_p1_sent}}%</a:t>
            </a:r>
            <a:endParaRPr b="1" sz="9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4" name="Google Shape;894;p44"/>
          <p:cNvSpPr txBox="1"/>
          <p:nvPr/>
        </p:nvSpPr>
        <p:spPr>
          <a:xfrm>
            <a:off x="10042283" y="1210513"/>
            <a:ext cx="11331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{{rep_p2_periodo}}</a:t>
            </a:r>
            <a:endParaRPr b="1" sz="10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5" name="Google Shape;895;p44"/>
          <p:cNvSpPr txBox="1"/>
          <p:nvPr/>
        </p:nvSpPr>
        <p:spPr>
          <a:xfrm>
            <a:off x="6627251" y="1328100"/>
            <a:ext cx="10884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0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{{rep_p3_periodo}}</a:t>
            </a:r>
            <a:endParaRPr b="1" sz="10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6" name="Google Shape;896;p44"/>
          <p:cNvSpPr txBox="1"/>
          <p:nvPr/>
        </p:nvSpPr>
        <p:spPr>
          <a:xfrm>
            <a:off x="1327815" y="1345425"/>
            <a:ext cx="10884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0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{{rep_p2_temas}}</a:t>
            </a:r>
            <a:r>
              <a:rPr b="1" lang="es" sz="10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/>
            </a:r>
            <a:endParaRPr b="1" sz="10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7" name="Google Shape;897;p44"/>
          <p:cNvSpPr txBox="1"/>
          <p:nvPr/>
        </p:nvSpPr>
        <p:spPr>
          <a:xfrm>
            <a:off x="9639056" y="1406813"/>
            <a:ext cx="205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highlight>
                  <a:srgbClr val="8FE1D5"/>
                </a:highlight>
                <a:latin typeface="Archivo"/>
                <a:ea typeface="Archivo"/>
                <a:cs typeface="Archivo"/>
                <a:sym typeface="Archivo"/>
              </a:rPr>
              <a:t>{{rep_p3_temas}}</a:t>
            </a:r>
            <a:endParaRPr b="1" sz="900">
              <a:highlight>
                <a:srgbClr val="8FE1D5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8" name="Google Shape;898;p44"/>
          <p:cNvSpPr/>
          <p:nvPr/>
        </p:nvSpPr>
        <p:spPr>
          <a:xfrm>
            <a:off x="3633705" y="4088666"/>
            <a:ext cx="16542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Sentiment positivo: {{rep_p2_sent}}%</a:t>
            </a:r>
            <a:endParaRPr b="1" sz="9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9" name="Google Shape;899;p44"/>
          <p:cNvSpPr/>
          <p:nvPr/>
        </p:nvSpPr>
        <p:spPr>
          <a:xfrm>
            <a:off x="6354345" y="4103178"/>
            <a:ext cx="16542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Sentiment positivo: {{rep_p3_sent}}%</a:t>
            </a:r>
            <a:endParaRPr b="1" sz="9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45"/>
          <p:cNvSpPr txBox="1"/>
          <p:nvPr/>
        </p:nvSpPr>
        <p:spPr>
          <a:xfrm>
            <a:off x="594200" y="147150"/>
            <a:ext cx="7717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Semana JM -</a:t>
            </a:r>
            <a:r>
              <a:rPr i="1" lang="es" sz="21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 Interacción positiva en RRSS</a:t>
            </a:r>
            <a:endParaRPr i="1" sz="21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905" name="Google Shape;905;p45"/>
          <p:cNvGrpSpPr/>
          <p:nvPr/>
        </p:nvGrpSpPr>
        <p:grpSpPr>
          <a:xfrm>
            <a:off x="192215" y="142639"/>
            <a:ext cx="313068" cy="313218"/>
            <a:chOff x="2343300" y="1390100"/>
            <a:chExt cx="2934100" cy="2935500"/>
          </a:xfrm>
        </p:grpSpPr>
        <p:sp>
          <p:nvSpPr>
            <p:cNvPr id="906" name="Google Shape;906;p45"/>
            <p:cNvSpPr/>
            <p:nvPr/>
          </p:nvSpPr>
          <p:spPr>
            <a:xfrm>
              <a:off x="3973100" y="2530900"/>
              <a:ext cx="1304300" cy="1794700"/>
            </a:xfrm>
            <a:custGeom>
              <a:rect b="b" l="l" r="r" t="t"/>
              <a:pathLst>
                <a:path extrusionOk="0" h="71788" w="52172">
                  <a:moveTo>
                    <a:pt x="20400" y="0"/>
                  </a:moveTo>
                  <a:lnTo>
                    <a:pt x="19254" y="140"/>
                  </a:lnTo>
                  <a:lnTo>
                    <a:pt x="18192" y="419"/>
                  </a:lnTo>
                  <a:lnTo>
                    <a:pt x="17158" y="867"/>
                  </a:lnTo>
                  <a:lnTo>
                    <a:pt x="16236" y="1453"/>
                  </a:lnTo>
                  <a:lnTo>
                    <a:pt x="15342" y="2208"/>
                  </a:lnTo>
                  <a:lnTo>
                    <a:pt x="14560" y="3102"/>
                  </a:lnTo>
                  <a:lnTo>
                    <a:pt x="14168" y="3605"/>
                  </a:lnTo>
                  <a:lnTo>
                    <a:pt x="7350" y="13246"/>
                  </a:lnTo>
                  <a:lnTo>
                    <a:pt x="504" y="22914"/>
                  </a:lnTo>
                  <a:lnTo>
                    <a:pt x="252" y="23277"/>
                  </a:lnTo>
                  <a:lnTo>
                    <a:pt x="29" y="24060"/>
                  </a:lnTo>
                  <a:lnTo>
                    <a:pt x="29" y="24479"/>
                  </a:lnTo>
                  <a:lnTo>
                    <a:pt x="29" y="47588"/>
                  </a:lnTo>
                  <a:lnTo>
                    <a:pt x="1" y="70698"/>
                  </a:lnTo>
                  <a:lnTo>
                    <a:pt x="29" y="70977"/>
                  </a:lnTo>
                  <a:lnTo>
                    <a:pt x="113" y="71397"/>
                  </a:lnTo>
                  <a:lnTo>
                    <a:pt x="336" y="71648"/>
                  </a:lnTo>
                  <a:lnTo>
                    <a:pt x="755" y="71760"/>
                  </a:lnTo>
                  <a:lnTo>
                    <a:pt x="1063" y="71788"/>
                  </a:lnTo>
                  <a:lnTo>
                    <a:pt x="17494" y="71760"/>
                  </a:lnTo>
                  <a:lnTo>
                    <a:pt x="33925" y="71760"/>
                  </a:lnTo>
                  <a:lnTo>
                    <a:pt x="34847" y="71732"/>
                  </a:lnTo>
                  <a:lnTo>
                    <a:pt x="36635" y="71424"/>
                  </a:lnTo>
                  <a:lnTo>
                    <a:pt x="38340" y="70866"/>
                  </a:lnTo>
                  <a:lnTo>
                    <a:pt x="39877" y="70027"/>
                  </a:lnTo>
                  <a:lnTo>
                    <a:pt x="41274" y="68965"/>
                  </a:lnTo>
                  <a:lnTo>
                    <a:pt x="42475" y="67680"/>
                  </a:lnTo>
                  <a:lnTo>
                    <a:pt x="43481" y="66199"/>
                  </a:lnTo>
                  <a:lnTo>
                    <a:pt x="44264" y="64522"/>
                  </a:lnTo>
                  <a:lnTo>
                    <a:pt x="44543" y="63628"/>
                  </a:lnTo>
                  <a:lnTo>
                    <a:pt x="48176" y="50634"/>
                  </a:lnTo>
                  <a:lnTo>
                    <a:pt x="51753" y="37585"/>
                  </a:lnTo>
                  <a:lnTo>
                    <a:pt x="52032" y="36383"/>
                  </a:lnTo>
                  <a:lnTo>
                    <a:pt x="52172" y="34595"/>
                  </a:lnTo>
                  <a:lnTo>
                    <a:pt x="52088" y="33421"/>
                  </a:lnTo>
                  <a:lnTo>
                    <a:pt x="51892" y="32303"/>
                  </a:lnTo>
                  <a:lnTo>
                    <a:pt x="51557" y="31186"/>
                  </a:lnTo>
                  <a:lnTo>
                    <a:pt x="50858" y="29537"/>
                  </a:lnTo>
                  <a:lnTo>
                    <a:pt x="50188" y="28503"/>
                  </a:lnTo>
                  <a:lnTo>
                    <a:pt x="49741" y="27888"/>
                  </a:lnTo>
                  <a:lnTo>
                    <a:pt x="48819" y="26826"/>
                  </a:lnTo>
                  <a:lnTo>
                    <a:pt x="47813" y="25904"/>
                  </a:lnTo>
                  <a:lnTo>
                    <a:pt x="46723" y="25150"/>
                  </a:lnTo>
                  <a:lnTo>
                    <a:pt x="45549" y="24535"/>
                  </a:lnTo>
                  <a:lnTo>
                    <a:pt x="44292" y="24088"/>
                  </a:lnTo>
                  <a:lnTo>
                    <a:pt x="42978" y="23780"/>
                  </a:lnTo>
                  <a:lnTo>
                    <a:pt x="41581" y="23613"/>
                  </a:lnTo>
                  <a:lnTo>
                    <a:pt x="40855" y="23585"/>
                  </a:lnTo>
                  <a:lnTo>
                    <a:pt x="32947" y="23557"/>
                  </a:lnTo>
                  <a:lnTo>
                    <a:pt x="24927" y="23585"/>
                  </a:lnTo>
                  <a:lnTo>
                    <a:pt x="26799" y="16962"/>
                  </a:lnTo>
                  <a:lnTo>
                    <a:pt x="28643" y="10423"/>
                  </a:lnTo>
                  <a:lnTo>
                    <a:pt x="28783" y="9892"/>
                  </a:lnTo>
                  <a:lnTo>
                    <a:pt x="28951" y="8775"/>
                  </a:lnTo>
                  <a:lnTo>
                    <a:pt x="28979" y="7685"/>
                  </a:lnTo>
                  <a:lnTo>
                    <a:pt x="28839" y="6595"/>
                  </a:lnTo>
                  <a:lnTo>
                    <a:pt x="28699" y="6036"/>
                  </a:lnTo>
                  <a:lnTo>
                    <a:pt x="28503" y="5421"/>
                  </a:lnTo>
                  <a:lnTo>
                    <a:pt x="28028" y="4332"/>
                  </a:lnTo>
                  <a:lnTo>
                    <a:pt x="27442" y="3326"/>
                  </a:lnTo>
                  <a:lnTo>
                    <a:pt x="26771" y="2459"/>
                  </a:lnTo>
                  <a:lnTo>
                    <a:pt x="25961" y="1705"/>
                  </a:lnTo>
                  <a:lnTo>
                    <a:pt x="25038" y="1090"/>
                  </a:lnTo>
                  <a:lnTo>
                    <a:pt x="24005" y="615"/>
                  </a:lnTo>
                  <a:lnTo>
                    <a:pt x="22859" y="252"/>
                  </a:lnTo>
                  <a:lnTo>
                    <a:pt x="22216" y="140"/>
                  </a:lnTo>
                  <a:lnTo>
                    <a:pt x="21601" y="56"/>
                  </a:lnTo>
                  <a:lnTo>
                    <a:pt x="20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00250" lIns="100250" spcFirstLastPara="1" rIns="100250" wrap="square" tIns="100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5"/>
                <a:buFont typeface="Arial"/>
                <a:buNone/>
              </a:pPr>
              <a:r>
                <a:t/>
              </a:r>
              <a:endParaRPr b="0" i="0" sz="15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45"/>
            <p:cNvSpPr/>
            <p:nvPr/>
          </p:nvSpPr>
          <p:spPr>
            <a:xfrm>
              <a:off x="2343300" y="1390100"/>
              <a:ext cx="1559275" cy="1411175"/>
            </a:xfrm>
            <a:custGeom>
              <a:rect b="b" l="l" r="r" t="t"/>
              <a:pathLst>
                <a:path extrusionOk="0" h="56447" w="62371">
                  <a:moveTo>
                    <a:pt x="25708" y="14307"/>
                  </a:moveTo>
                  <a:lnTo>
                    <a:pt x="26658" y="14335"/>
                  </a:lnTo>
                  <a:lnTo>
                    <a:pt x="27581" y="14531"/>
                  </a:lnTo>
                  <a:lnTo>
                    <a:pt x="28475" y="14838"/>
                  </a:lnTo>
                  <a:lnTo>
                    <a:pt x="29788" y="15565"/>
                  </a:lnTo>
                  <a:lnTo>
                    <a:pt x="30626" y="16236"/>
                  </a:lnTo>
                  <a:lnTo>
                    <a:pt x="30934" y="16487"/>
                  </a:lnTo>
                  <a:lnTo>
                    <a:pt x="31465" y="16487"/>
                  </a:lnTo>
                  <a:lnTo>
                    <a:pt x="31800" y="16236"/>
                  </a:lnTo>
                  <a:lnTo>
                    <a:pt x="32303" y="15844"/>
                  </a:lnTo>
                  <a:lnTo>
                    <a:pt x="33365" y="15202"/>
                  </a:lnTo>
                  <a:lnTo>
                    <a:pt x="34427" y="14727"/>
                  </a:lnTo>
                  <a:lnTo>
                    <a:pt x="35461" y="14447"/>
                  </a:lnTo>
                  <a:lnTo>
                    <a:pt x="36523" y="14335"/>
                  </a:lnTo>
                  <a:lnTo>
                    <a:pt x="37557" y="14391"/>
                  </a:lnTo>
                  <a:lnTo>
                    <a:pt x="38562" y="14643"/>
                  </a:lnTo>
                  <a:lnTo>
                    <a:pt x="39541" y="15090"/>
                  </a:lnTo>
                  <a:lnTo>
                    <a:pt x="39988" y="15369"/>
                  </a:lnTo>
                  <a:lnTo>
                    <a:pt x="40435" y="15705"/>
                  </a:lnTo>
                  <a:lnTo>
                    <a:pt x="41245" y="16487"/>
                  </a:lnTo>
                  <a:lnTo>
                    <a:pt x="41916" y="17409"/>
                  </a:lnTo>
                  <a:lnTo>
                    <a:pt x="42447" y="18471"/>
                  </a:lnTo>
                  <a:lnTo>
                    <a:pt x="42810" y="19589"/>
                  </a:lnTo>
                  <a:lnTo>
                    <a:pt x="43033" y="20762"/>
                  </a:lnTo>
                  <a:lnTo>
                    <a:pt x="43089" y="21964"/>
                  </a:lnTo>
                  <a:lnTo>
                    <a:pt x="42950" y="23166"/>
                  </a:lnTo>
                  <a:lnTo>
                    <a:pt x="42810" y="23780"/>
                  </a:lnTo>
                  <a:lnTo>
                    <a:pt x="42531" y="24702"/>
                  </a:lnTo>
                  <a:lnTo>
                    <a:pt x="41720" y="26407"/>
                  </a:lnTo>
                  <a:lnTo>
                    <a:pt x="40658" y="27944"/>
                  </a:lnTo>
                  <a:lnTo>
                    <a:pt x="39373" y="29313"/>
                  </a:lnTo>
                  <a:lnTo>
                    <a:pt x="38646" y="29956"/>
                  </a:lnTo>
                  <a:lnTo>
                    <a:pt x="37920" y="30599"/>
                  </a:lnTo>
                  <a:lnTo>
                    <a:pt x="36355" y="31716"/>
                  </a:lnTo>
                  <a:lnTo>
                    <a:pt x="34706" y="32694"/>
                  </a:lnTo>
                  <a:lnTo>
                    <a:pt x="32974" y="33533"/>
                  </a:lnTo>
                  <a:lnTo>
                    <a:pt x="32080" y="33868"/>
                  </a:lnTo>
                  <a:lnTo>
                    <a:pt x="31716" y="34008"/>
                  </a:lnTo>
                  <a:lnTo>
                    <a:pt x="31046" y="34119"/>
                  </a:lnTo>
                  <a:lnTo>
                    <a:pt x="30682" y="34008"/>
                  </a:lnTo>
                  <a:lnTo>
                    <a:pt x="29201" y="33421"/>
                  </a:lnTo>
                  <a:lnTo>
                    <a:pt x="26435" y="31968"/>
                  </a:lnTo>
                  <a:lnTo>
                    <a:pt x="24535" y="30627"/>
                  </a:lnTo>
                  <a:lnTo>
                    <a:pt x="23361" y="29621"/>
                  </a:lnTo>
                  <a:lnTo>
                    <a:pt x="22271" y="28503"/>
                  </a:lnTo>
                  <a:lnTo>
                    <a:pt x="21293" y="27273"/>
                  </a:lnTo>
                  <a:lnTo>
                    <a:pt x="20818" y="26603"/>
                  </a:lnTo>
                  <a:lnTo>
                    <a:pt x="20483" y="26044"/>
                  </a:lnTo>
                  <a:lnTo>
                    <a:pt x="19896" y="24870"/>
                  </a:lnTo>
                  <a:lnTo>
                    <a:pt x="19505" y="23641"/>
                  </a:lnTo>
                  <a:lnTo>
                    <a:pt x="19337" y="22355"/>
                  </a:lnTo>
                  <a:lnTo>
                    <a:pt x="19337" y="21657"/>
                  </a:lnTo>
                  <a:lnTo>
                    <a:pt x="19393" y="20595"/>
                  </a:lnTo>
                  <a:lnTo>
                    <a:pt x="19868" y="18611"/>
                  </a:lnTo>
                  <a:lnTo>
                    <a:pt x="20511" y="17269"/>
                  </a:lnTo>
                  <a:lnTo>
                    <a:pt x="21098" y="16487"/>
                  </a:lnTo>
                  <a:lnTo>
                    <a:pt x="21852" y="15788"/>
                  </a:lnTo>
                  <a:lnTo>
                    <a:pt x="22718" y="15202"/>
                  </a:lnTo>
                  <a:lnTo>
                    <a:pt x="23249" y="14950"/>
                  </a:lnTo>
                  <a:lnTo>
                    <a:pt x="23752" y="14727"/>
                  </a:lnTo>
                  <a:lnTo>
                    <a:pt x="24730" y="14419"/>
                  </a:lnTo>
                  <a:lnTo>
                    <a:pt x="25708" y="14307"/>
                  </a:lnTo>
                  <a:close/>
                  <a:moveTo>
                    <a:pt x="20120" y="0"/>
                  </a:moveTo>
                  <a:lnTo>
                    <a:pt x="9054" y="28"/>
                  </a:lnTo>
                  <a:lnTo>
                    <a:pt x="8076" y="56"/>
                  </a:lnTo>
                  <a:lnTo>
                    <a:pt x="6232" y="391"/>
                  </a:lnTo>
                  <a:lnTo>
                    <a:pt x="4611" y="1062"/>
                  </a:lnTo>
                  <a:lnTo>
                    <a:pt x="3158" y="2012"/>
                  </a:lnTo>
                  <a:lnTo>
                    <a:pt x="1984" y="3214"/>
                  </a:lnTo>
                  <a:lnTo>
                    <a:pt x="1034" y="4639"/>
                  </a:lnTo>
                  <a:lnTo>
                    <a:pt x="391" y="6288"/>
                  </a:lnTo>
                  <a:lnTo>
                    <a:pt x="56" y="8132"/>
                  </a:lnTo>
                  <a:lnTo>
                    <a:pt x="28" y="9110"/>
                  </a:lnTo>
                  <a:lnTo>
                    <a:pt x="0" y="24227"/>
                  </a:lnTo>
                  <a:lnTo>
                    <a:pt x="28" y="39345"/>
                  </a:lnTo>
                  <a:lnTo>
                    <a:pt x="56" y="40351"/>
                  </a:lnTo>
                  <a:lnTo>
                    <a:pt x="391" y="42195"/>
                  </a:lnTo>
                  <a:lnTo>
                    <a:pt x="1034" y="43872"/>
                  </a:lnTo>
                  <a:lnTo>
                    <a:pt x="1984" y="45325"/>
                  </a:lnTo>
                  <a:lnTo>
                    <a:pt x="3186" y="46527"/>
                  </a:lnTo>
                  <a:lnTo>
                    <a:pt x="4639" y="47477"/>
                  </a:lnTo>
                  <a:lnTo>
                    <a:pt x="6287" y="48119"/>
                  </a:lnTo>
                  <a:lnTo>
                    <a:pt x="8160" y="48455"/>
                  </a:lnTo>
                  <a:lnTo>
                    <a:pt x="9138" y="48511"/>
                  </a:lnTo>
                  <a:lnTo>
                    <a:pt x="14922" y="48538"/>
                  </a:lnTo>
                  <a:lnTo>
                    <a:pt x="20679" y="48483"/>
                  </a:lnTo>
                  <a:lnTo>
                    <a:pt x="21014" y="48483"/>
                  </a:lnTo>
                  <a:lnTo>
                    <a:pt x="21629" y="48594"/>
                  </a:lnTo>
                  <a:lnTo>
                    <a:pt x="22439" y="48986"/>
                  </a:lnTo>
                  <a:lnTo>
                    <a:pt x="22942" y="49461"/>
                  </a:lnTo>
                  <a:lnTo>
                    <a:pt x="25708" y="52311"/>
                  </a:lnTo>
                  <a:lnTo>
                    <a:pt x="28531" y="55133"/>
                  </a:lnTo>
                  <a:lnTo>
                    <a:pt x="29201" y="55748"/>
                  </a:lnTo>
                  <a:lnTo>
                    <a:pt x="30179" y="56279"/>
                  </a:lnTo>
                  <a:lnTo>
                    <a:pt x="30822" y="56447"/>
                  </a:lnTo>
                  <a:lnTo>
                    <a:pt x="31465" y="56447"/>
                  </a:lnTo>
                  <a:lnTo>
                    <a:pt x="32107" y="56279"/>
                  </a:lnTo>
                  <a:lnTo>
                    <a:pt x="33086" y="55720"/>
                  </a:lnTo>
                  <a:lnTo>
                    <a:pt x="33756" y="55105"/>
                  </a:lnTo>
                  <a:lnTo>
                    <a:pt x="36578" y="52283"/>
                  </a:lnTo>
                  <a:lnTo>
                    <a:pt x="39345" y="49405"/>
                  </a:lnTo>
                  <a:lnTo>
                    <a:pt x="39596" y="49153"/>
                  </a:lnTo>
                  <a:lnTo>
                    <a:pt x="40099" y="48790"/>
                  </a:lnTo>
                  <a:lnTo>
                    <a:pt x="40938" y="48511"/>
                  </a:lnTo>
                  <a:lnTo>
                    <a:pt x="41608" y="48483"/>
                  </a:lnTo>
                  <a:lnTo>
                    <a:pt x="47309" y="48511"/>
                  </a:lnTo>
                  <a:lnTo>
                    <a:pt x="53009" y="48511"/>
                  </a:lnTo>
                  <a:lnTo>
                    <a:pt x="54071" y="48483"/>
                  </a:lnTo>
                  <a:lnTo>
                    <a:pt x="55999" y="48147"/>
                  </a:lnTo>
                  <a:lnTo>
                    <a:pt x="57704" y="47477"/>
                  </a:lnTo>
                  <a:lnTo>
                    <a:pt x="59185" y="46554"/>
                  </a:lnTo>
                  <a:lnTo>
                    <a:pt x="60387" y="45325"/>
                  </a:lnTo>
                  <a:lnTo>
                    <a:pt x="61337" y="43872"/>
                  </a:lnTo>
                  <a:lnTo>
                    <a:pt x="62007" y="42167"/>
                  </a:lnTo>
                  <a:lnTo>
                    <a:pt x="62343" y="40239"/>
                  </a:lnTo>
                  <a:lnTo>
                    <a:pt x="62371" y="39205"/>
                  </a:lnTo>
                  <a:lnTo>
                    <a:pt x="62371" y="24283"/>
                  </a:lnTo>
                  <a:lnTo>
                    <a:pt x="62371" y="9361"/>
                  </a:lnTo>
                  <a:lnTo>
                    <a:pt x="62343" y="8299"/>
                  </a:lnTo>
                  <a:lnTo>
                    <a:pt x="62007" y="6371"/>
                  </a:lnTo>
                  <a:lnTo>
                    <a:pt x="61365" y="4667"/>
                  </a:lnTo>
                  <a:lnTo>
                    <a:pt x="60414" y="3186"/>
                  </a:lnTo>
                  <a:lnTo>
                    <a:pt x="59213" y="1984"/>
                  </a:lnTo>
                  <a:lnTo>
                    <a:pt x="57732" y="1034"/>
                  </a:lnTo>
                  <a:lnTo>
                    <a:pt x="56027" y="391"/>
                  </a:lnTo>
                  <a:lnTo>
                    <a:pt x="54099" y="56"/>
                  </a:lnTo>
                  <a:lnTo>
                    <a:pt x="53037" y="28"/>
                  </a:lnTo>
                  <a:lnTo>
                    <a:pt x="42111" y="0"/>
                  </a:lnTo>
                  <a:lnTo>
                    <a:pt x="31185" y="28"/>
                  </a:lnTo>
                  <a:lnTo>
                    <a:pt x="201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00250" lIns="100250" spcFirstLastPara="1" rIns="100250" wrap="square" tIns="100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5"/>
                <a:buFont typeface="Arial"/>
                <a:buNone/>
              </a:pPr>
              <a:r>
                <a:t/>
              </a:r>
              <a:endParaRPr b="0" i="0" sz="15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45"/>
            <p:cNvSpPr/>
            <p:nvPr/>
          </p:nvSpPr>
          <p:spPr>
            <a:xfrm>
              <a:off x="3420525" y="3119100"/>
              <a:ext cx="396825" cy="1206500"/>
            </a:xfrm>
            <a:custGeom>
              <a:rect b="b" l="l" r="r" t="t"/>
              <a:pathLst>
                <a:path extrusionOk="0" h="48260" w="15873">
                  <a:moveTo>
                    <a:pt x="14978" y="1"/>
                  </a:moveTo>
                  <a:lnTo>
                    <a:pt x="14643" y="29"/>
                  </a:lnTo>
                  <a:lnTo>
                    <a:pt x="11765" y="85"/>
                  </a:lnTo>
                  <a:lnTo>
                    <a:pt x="8886" y="57"/>
                  </a:lnTo>
                  <a:lnTo>
                    <a:pt x="7825" y="57"/>
                  </a:lnTo>
                  <a:lnTo>
                    <a:pt x="5897" y="364"/>
                  </a:lnTo>
                  <a:lnTo>
                    <a:pt x="4248" y="923"/>
                  </a:lnTo>
                  <a:lnTo>
                    <a:pt x="2851" y="1761"/>
                  </a:lnTo>
                  <a:lnTo>
                    <a:pt x="1733" y="2879"/>
                  </a:lnTo>
                  <a:lnTo>
                    <a:pt x="895" y="4276"/>
                  </a:lnTo>
                  <a:lnTo>
                    <a:pt x="308" y="5925"/>
                  </a:lnTo>
                  <a:lnTo>
                    <a:pt x="28" y="7825"/>
                  </a:lnTo>
                  <a:lnTo>
                    <a:pt x="0" y="8887"/>
                  </a:lnTo>
                  <a:lnTo>
                    <a:pt x="0" y="24200"/>
                  </a:lnTo>
                  <a:lnTo>
                    <a:pt x="0" y="39485"/>
                  </a:lnTo>
                  <a:lnTo>
                    <a:pt x="0" y="40352"/>
                  </a:lnTo>
                  <a:lnTo>
                    <a:pt x="84" y="41190"/>
                  </a:lnTo>
                  <a:lnTo>
                    <a:pt x="168" y="41944"/>
                  </a:lnTo>
                  <a:lnTo>
                    <a:pt x="559" y="43342"/>
                  </a:lnTo>
                  <a:lnTo>
                    <a:pt x="1174" y="44599"/>
                  </a:lnTo>
                  <a:lnTo>
                    <a:pt x="2012" y="45717"/>
                  </a:lnTo>
                  <a:lnTo>
                    <a:pt x="3018" y="46639"/>
                  </a:lnTo>
                  <a:lnTo>
                    <a:pt x="4192" y="47393"/>
                  </a:lnTo>
                  <a:lnTo>
                    <a:pt x="5477" y="47896"/>
                  </a:lnTo>
                  <a:lnTo>
                    <a:pt x="6902" y="48176"/>
                  </a:lnTo>
                  <a:lnTo>
                    <a:pt x="7657" y="48232"/>
                  </a:lnTo>
                  <a:lnTo>
                    <a:pt x="11122" y="48204"/>
                  </a:lnTo>
                  <a:lnTo>
                    <a:pt x="14587" y="48260"/>
                  </a:lnTo>
                  <a:lnTo>
                    <a:pt x="14950" y="48260"/>
                  </a:lnTo>
                  <a:lnTo>
                    <a:pt x="15453" y="48148"/>
                  </a:lnTo>
                  <a:lnTo>
                    <a:pt x="15733" y="47869"/>
                  </a:lnTo>
                  <a:lnTo>
                    <a:pt x="15872" y="47366"/>
                  </a:lnTo>
                  <a:lnTo>
                    <a:pt x="15872" y="47002"/>
                  </a:lnTo>
                  <a:lnTo>
                    <a:pt x="15844" y="35545"/>
                  </a:lnTo>
                  <a:lnTo>
                    <a:pt x="15844" y="24116"/>
                  </a:lnTo>
                  <a:lnTo>
                    <a:pt x="15844" y="12659"/>
                  </a:lnTo>
                  <a:lnTo>
                    <a:pt x="15872" y="1230"/>
                  </a:lnTo>
                  <a:lnTo>
                    <a:pt x="15872" y="867"/>
                  </a:lnTo>
                  <a:lnTo>
                    <a:pt x="15761" y="364"/>
                  </a:lnTo>
                  <a:lnTo>
                    <a:pt x="15453" y="113"/>
                  </a:lnTo>
                  <a:lnTo>
                    <a:pt x="149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00250" lIns="100250" spcFirstLastPara="1" rIns="100250" wrap="square" tIns="100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5"/>
                <a:buFont typeface="Arial"/>
                <a:buNone/>
              </a:pPr>
              <a:r>
                <a:t/>
              </a:r>
              <a:endParaRPr b="0" i="0" sz="153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9" name="Google Shape;909;p45"/>
          <p:cNvGrpSpPr/>
          <p:nvPr/>
        </p:nvGrpSpPr>
        <p:grpSpPr>
          <a:xfrm>
            <a:off x="381000" y="1075850"/>
            <a:ext cx="1714500" cy="3238500"/>
            <a:chOff x="381000" y="952500"/>
            <a:chExt cx="1714500" cy="3238500"/>
          </a:xfrm>
        </p:grpSpPr>
        <p:sp>
          <p:nvSpPr>
            <p:cNvPr id="910" name="Google Shape;910;p45"/>
            <p:cNvSpPr/>
            <p:nvPr/>
          </p:nvSpPr>
          <p:spPr>
            <a:xfrm>
              <a:off x="381000" y="952500"/>
              <a:ext cx="1714500" cy="3238500"/>
            </a:xfrm>
            <a:prstGeom prst="roundRect">
              <a:avLst>
                <a:gd fmla="val 8333" name="adj"/>
              </a:avLst>
            </a:prstGeom>
            <a:solidFill>
              <a:srgbClr val="1235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45"/>
            <p:cNvSpPr txBox="1"/>
            <p:nvPr/>
          </p:nvSpPr>
          <p:spPr>
            <a:xfrm>
              <a:off x="381000" y="952500"/>
              <a:ext cx="1714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10">
                  <a:solidFill>
                    <a:srgbClr val="8DE2D6"/>
                  </a:solidFill>
                  <a:latin typeface="Archivo"/>
                  <a:ea typeface="Archivo"/>
                  <a:cs typeface="Archivo"/>
                  <a:sym typeface="Archivo"/>
                </a:rPr>
                <a:t>PROMEDIO GENERAL</a:t>
              </a:r>
              <a:endParaRPr b="1" sz="111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s" sz="444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{{rrss_prom_general}}</a:t>
              </a:r>
              <a:r>
                <a:rPr b="0" i="1" lang="es" sz="444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%</a:t>
              </a:r>
              <a:endParaRPr b="0" i="1" sz="444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s" sz="925">
                  <a:solidFill>
                    <a:srgbClr val="FFFFFF"/>
                  </a:solidFill>
                  <a:latin typeface="Archivo"/>
                  <a:ea typeface="Archivo"/>
                  <a:cs typeface="Archivo"/>
                  <a:sym typeface="Archivo"/>
                </a:rPr>
                <a:t>Desempeño destacado en canales digitales durante el periodo analizado.</a:t>
              </a:r>
              <a:endParaRPr b="0" sz="925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912" name="Google Shape;912;p45"/>
          <p:cNvGrpSpPr/>
          <p:nvPr/>
        </p:nvGrpSpPr>
        <p:grpSpPr>
          <a:xfrm>
            <a:off x="2286000" y="1075750"/>
            <a:ext cx="6477000" cy="714400"/>
            <a:chOff x="2286000" y="952400"/>
            <a:chExt cx="6477000" cy="714400"/>
          </a:xfrm>
        </p:grpSpPr>
        <p:sp>
          <p:nvSpPr>
            <p:cNvPr id="913" name="Google Shape;913;p45"/>
            <p:cNvSpPr/>
            <p:nvPr/>
          </p:nvSpPr>
          <p:spPr>
            <a:xfrm>
              <a:off x="2286000" y="952500"/>
              <a:ext cx="6477000" cy="714300"/>
            </a:xfrm>
            <a:prstGeom prst="roundRect">
              <a:avLst>
                <a:gd fmla="val 13333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45"/>
            <p:cNvSpPr/>
            <p:nvPr/>
          </p:nvSpPr>
          <p:spPr>
            <a:xfrm>
              <a:off x="2286000" y="952500"/>
              <a:ext cx="952500" cy="714300"/>
            </a:xfrm>
            <a:prstGeom prst="roundRect">
              <a:avLst>
                <a:gd fmla="val 13333" name="adj"/>
              </a:avLst>
            </a:prstGeom>
            <a:solidFill>
              <a:srgbClr val="1235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45"/>
            <p:cNvSpPr txBox="1"/>
            <p:nvPr/>
          </p:nvSpPr>
          <p:spPr>
            <a:xfrm>
              <a:off x="2286000" y="952400"/>
              <a:ext cx="9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a_l</a:t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16" name="Google Shape;916;p45"/>
            <p:cNvSpPr txBox="1"/>
            <p:nvPr/>
          </p:nvSpPr>
          <p:spPr>
            <a:xfrm>
              <a:off x="3333750" y="952500"/>
              <a:ext cx="857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40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{{rrss_c1_pct}}</a:t>
              </a:r>
              <a:r>
                <a:rPr b="0" lang="es" sz="240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%</a:t>
              </a:r>
              <a:endParaRPr b="0" sz="2400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  <p:sp>
          <p:nvSpPr>
            <p:cNvPr id="917" name="Google Shape;917;p45"/>
            <p:cNvSpPr txBox="1"/>
            <p:nvPr/>
          </p:nvSpPr>
          <p:spPr>
            <a:xfrm>
              <a:off x="4286250" y="952500"/>
              <a:ext cx="4286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123546"/>
                  </a:solidFill>
                  <a:latin typeface="Archivo"/>
                  <a:ea typeface="Archivo"/>
                  <a:cs typeface="Archivo"/>
                  <a:sym typeface="Archivo"/>
                </a:rPr>
                <a:t>{{rrss_c1_txt}}</a:t>
              </a:r>
              <a:endParaRPr b="1" sz="11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918" name="Google Shape;918;p45"/>
          <p:cNvGrpSpPr/>
          <p:nvPr/>
        </p:nvGrpSpPr>
        <p:grpSpPr>
          <a:xfrm>
            <a:off x="2286000" y="1914050"/>
            <a:ext cx="6477000" cy="749352"/>
            <a:chOff x="2286000" y="1790700"/>
            <a:chExt cx="6477000" cy="749352"/>
          </a:xfrm>
        </p:grpSpPr>
        <p:sp>
          <p:nvSpPr>
            <p:cNvPr id="919" name="Google Shape;919;p45"/>
            <p:cNvSpPr/>
            <p:nvPr/>
          </p:nvSpPr>
          <p:spPr>
            <a:xfrm>
              <a:off x="2286000" y="1790700"/>
              <a:ext cx="6477000" cy="714300"/>
            </a:xfrm>
            <a:prstGeom prst="roundRect">
              <a:avLst>
                <a:gd fmla="val 13333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45"/>
            <p:cNvSpPr/>
            <p:nvPr/>
          </p:nvSpPr>
          <p:spPr>
            <a:xfrm>
              <a:off x="2286000" y="1790700"/>
              <a:ext cx="952500" cy="714300"/>
            </a:xfrm>
            <a:prstGeom prst="roundRect">
              <a:avLst>
                <a:gd fmla="val 13333" name="adj"/>
              </a:avLst>
            </a:prstGeom>
            <a:solidFill>
              <a:srgbClr val="1235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45"/>
            <p:cNvSpPr txBox="1"/>
            <p:nvPr/>
          </p:nvSpPr>
          <p:spPr>
            <a:xfrm>
              <a:off x="2286000" y="1825752"/>
              <a:ext cx="9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music_noe</a:t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22" name="Google Shape;922;p45"/>
            <p:cNvSpPr txBox="1"/>
            <p:nvPr/>
          </p:nvSpPr>
          <p:spPr>
            <a:xfrm>
              <a:off x="3333750" y="1790700"/>
              <a:ext cx="857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40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{{rrss_c2_pct}}</a:t>
              </a:r>
              <a:r>
                <a:rPr b="0" lang="es" sz="240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%</a:t>
              </a:r>
              <a:endParaRPr b="0" sz="2400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  <p:sp>
          <p:nvSpPr>
            <p:cNvPr id="923" name="Google Shape;923;p45"/>
            <p:cNvSpPr txBox="1"/>
            <p:nvPr/>
          </p:nvSpPr>
          <p:spPr>
            <a:xfrm>
              <a:off x="4286250" y="1790700"/>
              <a:ext cx="4286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123546"/>
                  </a:solidFill>
                  <a:latin typeface="Archivo"/>
                  <a:ea typeface="Archivo"/>
                  <a:cs typeface="Archivo"/>
                  <a:sym typeface="Archivo"/>
                </a:rPr>
                <a:t>{{rrss_c2_txt}}</a:t>
              </a:r>
              <a:endParaRPr b="1" sz="11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924" name="Google Shape;924;p45"/>
          <p:cNvGrpSpPr/>
          <p:nvPr/>
        </p:nvGrpSpPr>
        <p:grpSpPr>
          <a:xfrm>
            <a:off x="2286000" y="2752250"/>
            <a:ext cx="6477000" cy="749352"/>
            <a:chOff x="2286000" y="2628900"/>
            <a:chExt cx="6477000" cy="749352"/>
          </a:xfrm>
        </p:grpSpPr>
        <p:sp>
          <p:nvSpPr>
            <p:cNvPr id="925" name="Google Shape;925;p45"/>
            <p:cNvSpPr/>
            <p:nvPr/>
          </p:nvSpPr>
          <p:spPr>
            <a:xfrm>
              <a:off x="2286000" y="2628900"/>
              <a:ext cx="6477000" cy="714300"/>
            </a:xfrm>
            <a:prstGeom prst="roundRect">
              <a:avLst>
                <a:gd fmla="val 13333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45"/>
            <p:cNvSpPr/>
            <p:nvPr/>
          </p:nvSpPr>
          <p:spPr>
            <a:xfrm>
              <a:off x="2286000" y="2628900"/>
              <a:ext cx="952500" cy="714300"/>
            </a:xfrm>
            <a:prstGeom prst="roundRect">
              <a:avLst>
                <a:gd fmla="val 13333" name="adj"/>
              </a:avLst>
            </a:prstGeom>
            <a:solidFill>
              <a:srgbClr val="1235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45"/>
            <p:cNvSpPr txBox="1"/>
            <p:nvPr/>
          </p:nvSpPr>
          <p:spPr>
            <a:xfrm>
              <a:off x="2286000" y="2663952"/>
              <a:ext cx="9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</a:t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28" name="Google Shape;928;p45"/>
            <p:cNvSpPr txBox="1"/>
            <p:nvPr/>
          </p:nvSpPr>
          <p:spPr>
            <a:xfrm>
              <a:off x="3333750" y="2628900"/>
              <a:ext cx="857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40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{{rrss_c3_pct}}</a:t>
              </a:r>
              <a:r>
                <a:rPr b="0" lang="es" sz="240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%</a:t>
              </a:r>
              <a:endParaRPr b="0" sz="2400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  <p:sp>
          <p:nvSpPr>
            <p:cNvPr id="929" name="Google Shape;929;p45"/>
            <p:cNvSpPr txBox="1"/>
            <p:nvPr/>
          </p:nvSpPr>
          <p:spPr>
            <a:xfrm>
              <a:off x="4286250" y="2628900"/>
              <a:ext cx="4286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123546"/>
                  </a:solidFill>
                  <a:latin typeface="Archivo"/>
                  <a:ea typeface="Archivo"/>
                  <a:cs typeface="Archivo"/>
                  <a:sym typeface="Archivo"/>
                </a:rPr>
                <a:t>{{rrss_c3_txt}}</a:t>
              </a:r>
              <a:endParaRPr b="1" sz="11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930" name="Google Shape;930;p45"/>
          <p:cNvGrpSpPr/>
          <p:nvPr/>
        </p:nvGrpSpPr>
        <p:grpSpPr>
          <a:xfrm>
            <a:off x="2286000" y="3590450"/>
            <a:ext cx="6477000" cy="749352"/>
            <a:chOff x="2286000" y="3467100"/>
            <a:chExt cx="6477000" cy="749352"/>
          </a:xfrm>
        </p:grpSpPr>
        <p:sp>
          <p:nvSpPr>
            <p:cNvPr id="931" name="Google Shape;931;p45"/>
            <p:cNvSpPr/>
            <p:nvPr/>
          </p:nvSpPr>
          <p:spPr>
            <a:xfrm>
              <a:off x="2286000" y="3467100"/>
              <a:ext cx="6477000" cy="714300"/>
            </a:xfrm>
            <a:prstGeom prst="roundRect">
              <a:avLst>
                <a:gd fmla="val 13333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45"/>
            <p:cNvSpPr/>
            <p:nvPr/>
          </p:nvSpPr>
          <p:spPr>
            <a:xfrm>
              <a:off x="2286000" y="3467100"/>
              <a:ext cx="952500" cy="714300"/>
            </a:xfrm>
            <a:prstGeom prst="roundRect">
              <a:avLst>
                <a:gd fmla="val 13333" name="adj"/>
              </a:avLst>
            </a:prstGeom>
            <a:solidFill>
              <a:srgbClr val="1235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45"/>
            <p:cNvSpPr txBox="1"/>
            <p:nvPr/>
          </p:nvSpPr>
          <p:spPr>
            <a:xfrm>
              <a:off x="2286000" y="3502152"/>
              <a:ext cx="952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34" name="Google Shape;934;p45"/>
            <p:cNvSpPr txBox="1"/>
            <p:nvPr/>
          </p:nvSpPr>
          <p:spPr>
            <a:xfrm>
              <a:off x="3333750" y="3467100"/>
              <a:ext cx="857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40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{{rrss_c4_pct}}</a:t>
              </a:r>
              <a:r>
                <a:rPr b="0" lang="es" sz="2400">
                  <a:solidFill>
                    <a:srgbClr val="123546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%</a:t>
              </a:r>
              <a:endParaRPr b="0" sz="2400">
                <a:solidFill>
                  <a:srgbClr val="123546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  <p:sp>
          <p:nvSpPr>
            <p:cNvPr id="935" name="Google Shape;935;p45"/>
            <p:cNvSpPr txBox="1"/>
            <p:nvPr/>
          </p:nvSpPr>
          <p:spPr>
            <a:xfrm>
              <a:off x="4286250" y="3467100"/>
              <a:ext cx="4286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123546"/>
                  </a:solidFill>
                  <a:latin typeface="Archivo"/>
                  <a:ea typeface="Archivo"/>
                  <a:cs typeface="Archivo"/>
                  <a:sym typeface="Archivo"/>
                </a:rPr>
                <a:t>{{rrss_c4_txt}}</a:t>
              </a:r>
              <a:endParaRPr b="1" sz="11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936" name="Google Shape;936;p45"/>
          <p:cNvSpPr/>
          <p:nvPr/>
        </p:nvSpPr>
        <p:spPr>
          <a:xfrm>
            <a:off x="2503247" y="2001454"/>
            <a:ext cx="490279" cy="539488"/>
          </a:xfrm>
          <a:custGeom>
            <a:rect b="b" l="l" r="r" t="t"/>
            <a:pathLst>
              <a:path extrusionOk="0" h="903" w="773">
                <a:moveTo>
                  <a:pt x="773" y="365"/>
                </a:moveTo>
                <a:cubicBezTo>
                  <a:pt x="765" y="366"/>
                  <a:pt x="758" y="366"/>
                  <a:pt x="750" y="366"/>
                </a:cubicBezTo>
                <a:cubicBezTo>
                  <a:pt x="669" y="366"/>
                  <a:pt x="593" y="325"/>
                  <a:pt x="549" y="257"/>
                </a:cubicBezTo>
                <a:lnTo>
                  <a:pt x="549" y="628"/>
                </a:lnTo>
                <a:cubicBezTo>
                  <a:pt x="549" y="780"/>
                  <a:pt x="426" y="903"/>
                  <a:pt x="275" y="903"/>
                </a:cubicBezTo>
                <a:cubicBezTo>
                  <a:pt x="123" y="903"/>
                  <a:pt x="0" y="780"/>
                  <a:pt x="0" y="628"/>
                </a:cubicBezTo>
                <a:cubicBezTo>
                  <a:pt x="0" y="477"/>
                  <a:pt x="123" y="354"/>
                  <a:pt x="275" y="354"/>
                </a:cubicBezTo>
                <a:lnTo>
                  <a:pt x="275" y="354"/>
                </a:lnTo>
                <a:cubicBezTo>
                  <a:pt x="280" y="354"/>
                  <a:pt x="286" y="355"/>
                  <a:pt x="291" y="355"/>
                </a:cubicBezTo>
                <a:lnTo>
                  <a:pt x="291" y="490"/>
                </a:lnTo>
                <a:cubicBezTo>
                  <a:pt x="286" y="490"/>
                  <a:pt x="280" y="488"/>
                  <a:pt x="275" y="488"/>
                </a:cubicBezTo>
                <a:cubicBezTo>
                  <a:pt x="197" y="488"/>
                  <a:pt x="135" y="551"/>
                  <a:pt x="135" y="628"/>
                </a:cubicBezTo>
                <a:cubicBezTo>
                  <a:pt x="135" y="706"/>
                  <a:pt x="197" y="768"/>
                  <a:pt x="275" y="768"/>
                </a:cubicBezTo>
                <a:cubicBezTo>
                  <a:pt x="352" y="768"/>
                  <a:pt x="420" y="707"/>
                  <a:pt x="420" y="630"/>
                </a:cubicBezTo>
                <a:lnTo>
                  <a:pt x="421" y="0"/>
                </a:lnTo>
                <a:lnTo>
                  <a:pt x="551" y="0"/>
                </a:lnTo>
                <a:cubicBezTo>
                  <a:pt x="563" y="116"/>
                  <a:pt x="656" y="207"/>
                  <a:pt x="773" y="215"/>
                </a:cubicBezTo>
                <a:lnTo>
                  <a:pt x="773" y="365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64400" lIns="128900" spcFirstLastPara="1" rIns="128900" wrap="square" tIns="64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37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45"/>
          <p:cNvSpPr/>
          <p:nvPr/>
        </p:nvSpPr>
        <p:spPr>
          <a:xfrm>
            <a:off x="2474065" y="1158573"/>
            <a:ext cx="548640" cy="548751"/>
          </a:xfrm>
          <a:custGeom>
            <a:rect b="b" l="l" r="r" t="t"/>
            <a:pathLst>
              <a:path extrusionOk="0" h="76189" w="76200">
                <a:moveTo>
                  <a:pt x="8334" y="0"/>
                </a:moveTo>
                <a:cubicBezTo>
                  <a:pt x="7727" y="155"/>
                  <a:pt x="7096" y="274"/>
                  <a:pt x="6501" y="500"/>
                </a:cubicBezTo>
                <a:cubicBezTo>
                  <a:pt x="2977" y="1798"/>
                  <a:pt x="833" y="4286"/>
                  <a:pt x="131" y="8001"/>
                </a:cubicBezTo>
                <a:cubicBezTo>
                  <a:pt x="119" y="8120"/>
                  <a:pt x="48" y="8216"/>
                  <a:pt x="0" y="8323"/>
                </a:cubicBezTo>
                <a:lnTo>
                  <a:pt x="0" y="67854"/>
                </a:lnTo>
                <a:cubicBezTo>
                  <a:pt x="167" y="68473"/>
                  <a:pt x="286" y="69104"/>
                  <a:pt x="500" y="69687"/>
                </a:cubicBezTo>
                <a:cubicBezTo>
                  <a:pt x="1810" y="73212"/>
                  <a:pt x="4298" y="75355"/>
                  <a:pt x="8013" y="76057"/>
                </a:cubicBezTo>
                <a:cubicBezTo>
                  <a:pt x="8120" y="76081"/>
                  <a:pt x="8227" y="76152"/>
                  <a:pt x="8334" y="76188"/>
                </a:cubicBezTo>
                <a:lnTo>
                  <a:pt x="38100" y="76188"/>
                </a:lnTo>
                <a:cubicBezTo>
                  <a:pt x="38100" y="67497"/>
                  <a:pt x="38100" y="58793"/>
                  <a:pt x="38100" y="50006"/>
                </a:cubicBezTo>
                <a:lnTo>
                  <a:pt x="28611" y="50006"/>
                </a:lnTo>
                <a:lnTo>
                  <a:pt x="28611" y="38124"/>
                </a:lnTo>
                <a:lnTo>
                  <a:pt x="38100" y="38124"/>
                </a:lnTo>
                <a:lnTo>
                  <a:pt x="38100" y="37255"/>
                </a:lnTo>
                <a:cubicBezTo>
                  <a:pt x="38100" y="34445"/>
                  <a:pt x="38088" y="31647"/>
                  <a:pt x="38100" y="28849"/>
                </a:cubicBezTo>
                <a:cubicBezTo>
                  <a:pt x="38124" y="21884"/>
                  <a:pt x="42434" y="16347"/>
                  <a:pt x="49185" y="14669"/>
                </a:cubicBezTo>
                <a:cubicBezTo>
                  <a:pt x="49923" y="14478"/>
                  <a:pt x="50697" y="14335"/>
                  <a:pt x="51459" y="14335"/>
                </a:cubicBezTo>
                <a:cubicBezTo>
                  <a:pt x="53523" y="14314"/>
                  <a:pt x="55588" y="14310"/>
                  <a:pt x="57668" y="14310"/>
                </a:cubicBezTo>
                <a:cubicBezTo>
                  <a:pt x="59055" y="14310"/>
                  <a:pt x="60448" y="14312"/>
                  <a:pt x="61853" y="14312"/>
                </a:cubicBezTo>
                <a:lnTo>
                  <a:pt x="61853" y="26182"/>
                </a:lnTo>
                <a:lnTo>
                  <a:pt x="60710" y="26182"/>
                </a:lnTo>
                <a:cubicBezTo>
                  <a:pt x="59853" y="26188"/>
                  <a:pt x="58998" y="26188"/>
                  <a:pt x="58144" y="26188"/>
                </a:cubicBezTo>
                <a:cubicBezTo>
                  <a:pt x="57290" y="26188"/>
                  <a:pt x="56436" y="26188"/>
                  <a:pt x="55578" y="26194"/>
                </a:cubicBezTo>
                <a:cubicBezTo>
                  <a:pt x="55138" y="26194"/>
                  <a:pt x="54685" y="26242"/>
                  <a:pt x="54245" y="26313"/>
                </a:cubicBezTo>
                <a:cubicBezTo>
                  <a:pt x="53007" y="26539"/>
                  <a:pt x="52483" y="27099"/>
                  <a:pt x="52411" y="28361"/>
                </a:cubicBezTo>
                <a:cubicBezTo>
                  <a:pt x="52364" y="29421"/>
                  <a:pt x="52388" y="30492"/>
                  <a:pt x="52388" y="31564"/>
                </a:cubicBezTo>
                <a:cubicBezTo>
                  <a:pt x="52388" y="33707"/>
                  <a:pt x="52388" y="35862"/>
                  <a:pt x="52388" y="38076"/>
                </a:cubicBezTo>
                <a:lnTo>
                  <a:pt x="64294" y="38076"/>
                </a:lnTo>
                <a:cubicBezTo>
                  <a:pt x="64127" y="38481"/>
                  <a:pt x="64008" y="38791"/>
                  <a:pt x="63889" y="39100"/>
                </a:cubicBezTo>
                <a:cubicBezTo>
                  <a:pt x="62532" y="42505"/>
                  <a:pt x="61162" y="45911"/>
                  <a:pt x="59817" y="49316"/>
                </a:cubicBezTo>
                <a:cubicBezTo>
                  <a:pt x="59632" y="49814"/>
                  <a:pt x="59390" y="50019"/>
                  <a:pt x="58852" y="50019"/>
                </a:cubicBezTo>
                <a:cubicBezTo>
                  <a:pt x="58836" y="50019"/>
                  <a:pt x="58821" y="50019"/>
                  <a:pt x="58805" y="50018"/>
                </a:cubicBezTo>
                <a:cubicBezTo>
                  <a:pt x="57751" y="49994"/>
                  <a:pt x="56701" y="49989"/>
                  <a:pt x="55636" y="49989"/>
                </a:cubicBezTo>
                <a:cubicBezTo>
                  <a:pt x="54572" y="49989"/>
                  <a:pt x="53495" y="49994"/>
                  <a:pt x="52388" y="49994"/>
                </a:cubicBezTo>
                <a:lnTo>
                  <a:pt x="52388" y="76188"/>
                </a:lnTo>
                <a:lnTo>
                  <a:pt x="67866" y="76188"/>
                </a:lnTo>
                <a:cubicBezTo>
                  <a:pt x="68473" y="76033"/>
                  <a:pt x="69104" y="75914"/>
                  <a:pt x="69699" y="75688"/>
                </a:cubicBezTo>
                <a:cubicBezTo>
                  <a:pt x="73223" y="74390"/>
                  <a:pt x="75367" y="71902"/>
                  <a:pt x="76069" y="68187"/>
                </a:cubicBezTo>
                <a:cubicBezTo>
                  <a:pt x="76081" y="68068"/>
                  <a:pt x="76152" y="67973"/>
                  <a:pt x="76200" y="67866"/>
                </a:cubicBezTo>
                <a:lnTo>
                  <a:pt x="76200" y="8335"/>
                </a:lnTo>
                <a:cubicBezTo>
                  <a:pt x="76033" y="7715"/>
                  <a:pt x="75914" y="7084"/>
                  <a:pt x="75700" y="6501"/>
                </a:cubicBezTo>
                <a:cubicBezTo>
                  <a:pt x="74390" y="2977"/>
                  <a:pt x="71902" y="834"/>
                  <a:pt x="68199" y="131"/>
                </a:cubicBezTo>
                <a:cubicBezTo>
                  <a:pt x="68080" y="107"/>
                  <a:pt x="67973" y="36"/>
                  <a:pt x="6786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257725" lIns="257725" spcFirstLastPara="1" rIns="257725" wrap="square" tIns="25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23"/>
          </a:p>
        </p:txBody>
      </p:sp>
      <p:grpSp>
        <p:nvGrpSpPr>
          <p:cNvPr id="938" name="Google Shape;938;p45"/>
          <p:cNvGrpSpPr/>
          <p:nvPr/>
        </p:nvGrpSpPr>
        <p:grpSpPr>
          <a:xfrm>
            <a:off x="2446414" y="2813210"/>
            <a:ext cx="603927" cy="603927"/>
            <a:chOff x="7972067" y="-4786323"/>
            <a:chExt cx="609227" cy="609227"/>
          </a:xfrm>
        </p:grpSpPr>
        <p:sp>
          <p:nvSpPr>
            <p:cNvPr id="939" name="Google Shape;939;p45"/>
            <p:cNvSpPr/>
            <p:nvPr/>
          </p:nvSpPr>
          <p:spPr>
            <a:xfrm>
              <a:off x="7972067" y="-4786323"/>
              <a:ext cx="609227" cy="609227"/>
            </a:xfrm>
            <a:custGeom>
              <a:rect b="b" l="l" r="r" t="t"/>
              <a:pathLst>
                <a:path extrusionOk="0" h="76201" w="76201">
                  <a:moveTo>
                    <a:pt x="38082" y="7148"/>
                  </a:moveTo>
                  <a:cubicBezTo>
                    <a:pt x="42744" y="7148"/>
                    <a:pt x="47405" y="7151"/>
                    <a:pt x="52066" y="7157"/>
                  </a:cubicBezTo>
                  <a:cubicBezTo>
                    <a:pt x="60246" y="7169"/>
                    <a:pt x="66830" y="12372"/>
                    <a:pt x="68652" y="20349"/>
                  </a:cubicBezTo>
                  <a:cubicBezTo>
                    <a:pt x="68937" y="21587"/>
                    <a:pt x="69021" y="22897"/>
                    <a:pt x="69033" y="24183"/>
                  </a:cubicBezTo>
                  <a:cubicBezTo>
                    <a:pt x="69080" y="28814"/>
                    <a:pt x="69056" y="33457"/>
                    <a:pt x="69056" y="38089"/>
                  </a:cubicBezTo>
                  <a:cubicBezTo>
                    <a:pt x="69056" y="42756"/>
                    <a:pt x="69056" y="47423"/>
                    <a:pt x="69045" y="52079"/>
                  </a:cubicBezTo>
                  <a:cubicBezTo>
                    <a:pt x="69033" y="59580"/>
                    <a:pt x="64711" y="65688"/>
                    <a:pt x="57650" y="68188"/>
                  </a:cubicBezTo>
                  <a:cubicBezTo>
                    <a:pt x="55852" y="68831"/>
                    <a:pt x="53995" y="69069"/>
                    <a:pt x="52090" y="69069"/>
                  </a:cubicBezTo>
                  <a:cubicBezTo>
                    <a:pt x="42767" y="69069"/>
                    <a:pt x="33445" y="69069"/>
                    <a:pt x="24122" y="69057"/>
                  </a:cubicBezTo>
                  <a:cubicBezTo>
                    <a:pt x="15943" y="69057"/>
                    <a:pt x="9358" y="63842"/>
                    <a:pt x="7537" y="55877"/>
                  </a:cubicBezTo>
                  <a:cubicBezTo>
                    <a:pt x="7251" y="54651"/>
                    <a:pt x="7156" y="53365"/>
                    <a:pt x="7156" y="52115"/>
                  </a:cubicBezTo>
                  <a:cubicBezTo>
                    <a:pt x="7120" y="42780"/>
                    <a:pt x="7132" y="33457"/>
                    <a:pt x="7144" y="24135"/>
                  </a:cubicBezTo>
                  <a:cubicBezTo>
                    <a:pt x="7144" y="16634"/>
                    <a:pt x="11478" y="10526"/>
                    <a:pt x="18538" y="8026"/>
                  </a:cubicBezTo>
                  <a:cubicBezTo>
                    <a:pt x="20336" y="7395"/>
                    <a:pt x="22193" y="7157"/>
                    <a:pt x="24098" y="7157"/>
                  </a:cubicBezTo>
                  <a:cubicBezTo>
                    <a:pt x="28760" y="7151"/>
                    <a:pt x="33421" y="7148"/>
                    <a:pt x="38082" y="7148"/>
                  </a:cubicBezTo>
                  <a:close/>
                  <a:moveTo>
                    <a:pt x="22324" y="1"/>
                  </a:moveTo>
                  <a:cubicBezTo>
                    <a:pt x="20717" y="299"/>
                    <a:pt x="19086" y="465"/>
                    <a:pt x="17514" y="894"/>
                  </a:cubicBezTo>
                  <a:cubicBezTo>
                    <a:pt x="10787" y="2763"/>
                    <a:pt x="5834" y="6871"/>
                    <a:pt x="2596" y="13038"/>
                  </a:cubicBezTo>
                  <a:cubicBezTo>
                    <a:pt x="1167" y="15777"/>
                    <a:pt x="369" y="18694"/>
                    <a:pt x="107" y="21766"/>
                  </a:cubicBezTo>
                  <a:cubicBezTo>
                    <a:pt x="95" y="21956"/>
                    <a:pt x="36" y="22135"/>
                    <a:pt x="0" y="22325"/>
                  </a:cubicBezTo>
                  <a:lnTo>
                    <a:pt x="0" y="53877"/>
                  </a:lnTo>
                  <a:cubicBezTo>
                    <a:pt x="286" y="55508"/>
                    <a:pt x="465" y="57163"/>
                    <a:pt x="905" y="58746"/>
                  </a:cubicBezTo>
                  <a:cubicBezTo>
                    <a:pt x="2500" y="64545"/>
                    <a:pt x="5882" y="69081"/>
                    <a:pt x="10906" y="72379"/>
                  </a:cubicBezTo>
                  <a:cubicBezTo>
                    <a:pt x="14264" y="74570"/>
                    <a:pt x="17955" y="75808"/>
                    <a:pt x="21967" y="76106"/>
                  </a:cubicBezTo>
                  <a:cubicBezTo>
                    <a:pt x="22086" y="76117"/>
                    <a:pt x="22205" y="76177"/>
                    <a:pt x="22324" y="76201"/>
                  </a:cubicBezTo>
                  <a:lnTo>
                    <a:pt x="53876" y="76201"/>
                  </a:lnTo>
                  <a:cubicBezTo>
                    <a:pt x="55471" y="75915"/>
                    <a:pt x="57103" y="75748"/>
                    <a:pt x="58674" y="75308"/>
                  </a:cubicBezTo>
                  <a:cubicBezTo>
                    <a:pt x="65401" y="73439"/>
                    <a:pt x="70354" y="69331"/>
                    <a:pt x="73593" y="63163"/>
                  </a:cubicBezTo>
                  <a:cubicBezTo>
                    <a:pt x="75021" y="60437"/>
                    <a:pt x="75831" y="57520"/>
                    <a:pt x="76081" y="54448"/>
                  </a:cubicBezTo>
                  <a:cubicBezTo>
                    <a:pt x="76105" y="54258"/>
                    <a:pt x="76153" y="54067"/>
                    <a:pt x="76200" y="53877"/>
                  </a:cubicBezTo>
                  <a:lnTo>
                    <a:pt x="76200" y="22325"/>
                  </a:lnTo>
                  <a:cubicBezTo>
                    <a:pt x="75903" y="20706"/>
                    <a:pt x="75724" y="19051"/>
                    <a:pt x="75283" y="17467"/>
                  </a:cubicBezTo>
                  <a:cubicBezTo>
                    <a:pt x="73688" y="11669"/>
                    <a:pt x="70307" y="7133"/>
                    <a:pt x="65282" y="3835"/>
                  </a:cubicBezTo>
                  <a:cubicBezTo>
                    <a:pt x="61925" y="1632"/>
                    <a:pt x="58234" y="406"/>
                    <a:pt x="54221" y="108"/>
                  </a:cubicBezTo>
                  <a:cubicBezTo>
                    <a:pt x="54102" y="96"/>
                    <a:pt x="53983" y="37"/>
                    <a:pt x="538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57725" lIns="257725" spcFirstLastPara="1" rIns="257725" wrap="square" tIns="257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45"/>
            <p:cNvSpPr/>
            <p:nvPr/>
          </p:nvSpPr>
          <p:spPr>
            <a:xfrm>
              <a:off x="8123555" y="-4633883"/>
              <a:ext cx="306232" cy="304530"/>
            </a:xfrm>
            <a:custGeom>
              <a:rect b="b" l="l" r="r" t="t"/>
              <a:pathLst>
                <a:path extrusionOk="0" h="38090" w="38303">
                  <a:moveTo>
                    <a:pt x="19138" y="7145"/>
                  </a:moveTo>
                  <a:cubicBezTo>
                    <a:pt x="19152" y="7145"/>
                    <a:pt x="19167" y="7145"/>
                    <a:pt x="19181" y="7145"/>
                  </a:cubicBezTo>
                  <a:cubicBezTo>
                    <a:pt x="25718" y="7156"/>
                    <a:pt x="31052" y="12502"/>
                    <a:pt x="31052" y="19039"/>
                  </a:cubicBezTo>
                  <a:cubicBezTo>
                    <a:pt x="31063" y="25573"/>
                    <a:pt x="25694" y="30945"/>
                    <a:pt x="19165" y="30945"/>
                  </a:cubicBezTo>
                  <a:cubicBezTo>
                    <a:pt x="19150" y="30945"/>
                    <a:pt x="19136" y="30945"/>
                    <a:pt x="19121" y="30945"/>
                  </a:cubicBezTo>
                  <a:cubicBezTo>
                    <a:pt x="12597" y="30921"/>
                    <a:pt x="7251" y="25575"/>
                    <a:pt x="7251" y="19051"/>
                  </a:cubicBezTo>
                  <a:cubicBezTo>
                    <a:pt x="7239" y="12505"/>
                    <a:pt x="12609" y="7145"/>
                    <a:pt x="19138" y="7145"/>
                  </a:cubicBezTo>
                  <a:close/>
                  <a:moveTo>
                    <a:pt x="19228" y="0"/>
                  </a:moveTo>
                  <a:cubicBezTo>
                    <a:pt x="19185" y="0"/>
                    <a:pt x="19141" y="1"/>
                    <a:pt x="19098" y="1"/>
                  </a:cubicBezTo>
                  <a:cubicBezTo>
                    <a:pt x="8561" y="60"/>
                    <a:pt x="0" y="8692"/>
                    <a:pt x="107" y="19146"/>
                  </a:cubicBezTo>
                  <a:cubicBezTo>
                    <a:pt x="202" y="29623"/>
                    <a:pt x="8703" y="38089"/>
                    <a:pt x="19107" y="38089"/>
                  </a:cubicBezTo>
                  <a:cubicBezTo>
                    <a:pt x="19144" y="38089"/>
                    <a:pt x="19180" y="38089"/>
                    <a:pt x="19217" y="38089"/>
                  </a:cubicBezTo>
                  <a:cubicBezTo>
                    <a:pt x="29742" y="38029"/>
                    <a:pt x="38302" y="29397"/>
                    <a:pt x="38195" y="18944"/>
                  </a:cubicBezTo>
                  <a:cubicBezTo>
                    <a:pt x="38100" y="8474"/>
                    <a:pt x="29611" y="0"/>
                    <a:pt x="192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57725" lIns="257725" spcFirstLastPara="1" rIns="257725" wrap="square" tIns="257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45"/>
            <p:cNvSpPr/>
            <p:nvPr/>
          </p:nvSpPr>
          <p:spPr>
            <a:xfrm>
              <a:off x="8420236" y="-4665679"/>
              <a:ext cx="40751" cy="40463"/>
            </a:xfrm>
            <a:custGeom>
              <a:rect b="b" l="l" r="r" t="t"/>
              <a:pathLst>
                <a:path extrusionOk="0" h="5061" w="5097">
                  <a:moveTo>
                    <a:pt x="2537" y="0"/>
                  </a:moveTo>
                  <a:cubicBezTo>
                    <a:pt x="1144" y="0"/>
                    <a:pt x="1" y="1167"/>
                    <a:pt x="13" y="2572"/>
                  </a:cubicBezTo>
                  <a:cubicBezTo>
                    <a:pt x="25" y="3953"/>
                    <a:pt x="1144" y="5060"/>
                    <a:pt x="2525" y="5060"/>
                  </a:cubicBezTo>
                  <a:cubicBezTo>
                    <a:pt x="3906" y="5060"/>
                    <a:pt x="5037" y="3965"/>
                    <a:pt x="5073" y="2584"/>
                  </a:cubicBezTo>
                  <a:cubicBezTo>
                    <a:pt x="5097" y="1203"/>
                    <a:pt x="3930" y="12"/>
                    <a:pt x="25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57725" lIns="257725" spcFirstLastPara="1" rIns="257725" wrap="square" tIns="257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2" name="Google Shape;942;p45"/>
          <p:cNvSpPr/>
          <p:nvPr/>
        </p:nvSpPr>
        <p:spPr>
          <a:xfrm>
            <a:off x="2502745" y="3712912"/>
            <a:ext cx="491290" cy="491179"/>
          </a:xfrm>
          <a:custGeom>
            <a:rect b="b" l="l" r="r" t="t"/>
            <a:pathLst>
              <a:path extrusionOk="0" h="335849" w="335925">
                <a:moveTo>
                  <a:pt x="146" y="168021"/>
                </a:moveTo>
                <a:cubicBezTo>
                  <a:pt x="146" y="134936"/>
                  <a:pt x="146" y="101852"/>
                  <a:pt x="146" y="68621"/>
                </a:cubicBezTo>
                <a:cubicBezTo>
                  <a:pt x="293" y="36415"/>
                  <a:pt x="21663" y="9332"/>
                  <a:pt x="52987" y="1866"/>
                </a:cubicBezTo>
                <a:cubicBezTo>
                  <a:pt x="58110" y="695"/>
                  <a:pt x="63526" y="110"/>
                  <a:pt x="68942" y="110"/>
                </a:cubicBezTo>
                <a:cubicBezTo>
                  <a:pt x="135102" y="-37"/>
                  <a:pt x="201116" y="-37"/>
                  <a:pt x="267277" y="110"/>
                </a:cubicBezTo>
                <a:cubicBezTo>
                  <a:pt x="301382" y="110"/>
                  <a:pt x="329339" y="23972"/>
                  <a:pt x="335048" y="57349"/>
                </a:cubicBezTo>
                <a:cubicBezTo>
                  <a:pt x="335779" y="61448"/>
                  <a:pt x="335926" y="65547"/>
                  <a:pt x="335926" y="69646"/>
                </a:cubicBezTo>
                <a:cubicBezTo>
                  <a:pt x="335926" y="135083"/>
                  <a:pt x="335926" y="200666"/>
                  <a:pt x="335926" y="266103"/>
                </a:cubicBezTo>
                <a:cubicBezTo>
                  <a:pt x="335926" y="300651"/>
                  <a:pt x="313384" y="328026"/>
                  <a:pt x="279426" y="334614"/>
                </a:cubicBezTo>
                <a:cubicBezTo>
                  <a:pt x="275327" y="335492"/>
                  <a:pt x="270936" y="335785"/>
                  <a:pt x="266692" y="335785"/>
                </a:cubicBezTo>
                <a:cubicBezTo>
                  <a:pt x="200824" y="335785"/>
                  <a:pt x="134956" y="335931"/>
                  <a:pt x="69088" y="335785"/>
                </a:cubicBezTo>
                <a:cubicBezTo>
                  <a:pt x="34837" y="335785"/>
                  <a:pt x="7172" y="312509"/>
                  <a:pt x="1025" y="278839"/>
                </a:cubicBezTo>
                <a:cubicBezTo>
                  <a:pt x="293" y="274593"/>
                  <a:pt x="0" y="270055"/>
                  <a:pt x="0" y="265810"/>
                </a:cubicBezTo>
                <a:cubicBezTo>
                  <a:pt x="146" y="233165"/>
                  <a:pt x="146" y="200519"/>
                  <a:pt x="146" y="168021"/>
                </a:cubicBezTo>
                <a:close/>
                <a:moveTo>
                  <a:pt x="181649" y="136254"/>
                </a:moveTo>
                <a:cubicBezTo>
                  <a:pt x="180917" y="135375"/>
                  <a:pt x="180185" y="134643"/>
                  <a:pt x="179600" y="133911"/>
                </a:cubicBezTo>
                <a:cubicBezTo>
                  <a:pt x="157936" y="106975"/>
                  <a:pt x="136273" y="80039"/>
                  <a:pt x="114756" y="52957"/>
                </a:cubicBezTo>
                <a:cubicBezTo>
                  <a:pt x="113146" y="50908"/>
                  <a:pt x="111536" y="50176"/>
                  <a:pt x="108901" y="50176"/>
                </a:cubicBezTo>
                <a:cubicBezTo>
                  <a:pt x="85628" y="50322"/>
                  <a:pt x="62355" y="50176"/>
                  <a:pt x="39228" y="50176"/>
                </a:cubicBezTo>
                <a:cubicBezTo>
                  <a:pt x="38057" y="50176"/>
                  <a:pt x="37032" y="50322"/>
                  <a:pt x="35276" y="50468"/>
                </a:cubicBezTo>
                <a:cubicBezTo>
                  <a:pt x="71430" y="95557"/>
                  <a:pt x="107145" y="140060"/>
                  <a:pt x="142860" y="184709"/>
                </a:cubicBezTo>
                <a:cubicBezTo>
                  <a:pt x="115927" y="218233"/>
                  <a:pt x="89141" y="251610"/>
                  <a:pt x="61916" y="285573"/>
                </a:cubicBezTo>
                <a:cubicBezTo>
                  <a:pt x="69234" y="285573"/>
                  <a:pt x="75528" y="285426"/>
                  <a:pt x="81822" y="285573"/>
                </a:cubicBezTo>
                <a:cubicBezTo>
                  <a:pt x="84457" y="285719"/>
                  <a:pt x="86214" y="284841"/>
                  <a:pt x="87970" y="282645"/>
                </a:cubicBezTo>
                <a:cubicBezTo>
                  <a:pt x="105974" y="259954"/>
                  <a:pt x="124124" y="237410"/>
                  <a:pt x="142275" y="214866"/>
                </a:cubicBezTo>
                <a:cubicBezTo>
                  <a:pt x="146373" y="209742"/>
                  <a:pt x="150471" y="204765"/>
                  <a:pt x="154570" y="199495"/>
                </a:cubicBezTo>
                <a:cubicBezTo>
                  <a:pt x="155302" y="200227"/>
                  <a:pt x="155741" y="200666"/>
                  <a:pt x="156033" y="201105"/>
                </a:cubicBezTo>
                <a:cubicBezTo>
                  <a:pt x="177843" y="228187"/>
                  <a:pt x="199653" y="255416"/>
                  <a:pt x="221316" y="282645"/>
                </a:cubicBezTo>
                <a:cubicBezTo>
                  <a:pt x="223072" y="284841"/>
                  <a:pt x="224682" y="285573"/>
                  <a:pt x="227464" y="285573"/>
                </a:cubicBezTo>
                <a:cubicBezTo>
                  <a:pt x="250590" y="285426"/>
                  <a:pt x="273717" y="285573"/>
                  <a:pt x="296844" y="285573"/>
                </a:cubicBezTo>
                <a:cubicBezTo>
                  <a:pt x="298015" y="285573"/>
                  <a:pt x="299186" y="285426"/>
                  <a:pt x="301089" y="285426"/>
                </a:cubicBezTo>
                <a:cubicBezTo>
                  <a:pt x="264935" y="240338"/>
                  <a:pt x="229220" y="195835"/>
                  <a:pt x="193505" y="151186"/>
                </a:cubicBezTo>
                <a:cubicBezTo>
                  <a:pt x="220438" y="117516"/>
                  <a:pt x="247224" y="84285"/>
                  <a:pt x="274449" y="50322"/>
                </a:cubicBezTo>
                <a:cubicBezTo>
                  <a:pt x="266984" y="50322"/>
                  <a:pt x="260690" y="50468"/>
                  <a:pt x="254396" y="50322"/>
                </a:cubicBezTo>
                <a:cubicBezTo>
                  <a:pt x="251761" y="50176"/>
                  <a:pt x="250151" y="51054"/>
                  <a:pt x="248541" y="53103"/>
                </a:cubicBezTo>
                <a:cubicBezTo>
                  <a:pt x="235514" y="69646"/>
                  <a:pt x="222194" y="86041"/>
                  <a:pt x="209021" y="102437"/>
                </a:cubicBezTo>
                <a:cubicBezTo>
                  <a:pt x="199945" y="113563"/>
                  <a:pt x="190870" y="124835"/>
                  <a:pt x="181649" y="1362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128875" lIns="257725" spcFirstLastPara="1" rIns="257725" wrap="square" tIns="12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7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46"/>
          <p:cNvSpPr/>
          <p:nvPr/>
        </p:nvSpPr>
        <p:spPr>
          <a:xfrm>
            <a:off x="0" y="984800"/>
            <a:ext cx="9144000" cy="4158600"/>
          </a:xfrm>
          <a:prstGeom prst="rect">
            <a:avLst/>
          </a:prstGeom>
          <a:gradFill>
            <a:gsLst>
              <a:gs pos="0">
                <a:srgbClr val="123546"/>
              </a:gs>
              <a:gs pos="100000">
                <a:srgbClr val="123546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8" name="Google Shape;948;p46"/>
          <p:cNvGrpSpPr/>
          <p:nvPr/>
        </p:nvGrpSpPr>
        <p:grpSpPr>
          <a:xfrm>
            <a:off x="-7" y="5049979"/>
            <a:ext cx="9144055" cy="93320"/>
            <a:chOff x="1" y="3602363"/>
            <a:chExt cx="9144055" cy="96326"/>
          </a:xfrm>
        </p:grpSpPr>
        <p:sp>
          <p:nvSpPr>
            <p:cNvPr id="949" name="Google Shape;949;p46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46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46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2" name="Google Shape;952;p46"/>
          <p:cNvSpPr txBox="1"/>
          <p:nvPr/>
        </p:nvSpPr>
        <p:spPr>
          <a:xfrm>
            <a:off x="1202400" y="2049288"/>
            <a:ext cx="67392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54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¡Muchas</a:t>
            </a:r>
            <a:r>
              <a:rPr b="1" lang="es" sz="54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 gracias!</a:t>
            </a:r>
            <a:endParaRPr b="1" sz="29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53" name="Google Shape;953;p46"/>
          <p:cNvSpPr txBox="1"/>
          <p:nvPr/>
        </p:nvSpPr>
        <p:spPr>
          <a:xfrm>
            <a:off x="1464300" y="2744576"/>
            <a:ext cx="6215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954" name="Google Shape;954;p46"/>
          <p:cNvGrpSpPr/>
          <p:nvPr/>
        </p:nvGrpSpPr>
        <p:grpSpPr>
          <a:xfrm>
            <a:off x="4768499" y="3842927"/>
            <a:ext cx="797013" cy="201044"/>
            <a:chOff x="4866049" y="2172425"/>
            <a:chExt cx="3444309" cy="868816"/>
          </a:xfrm>
        </p:grpSpPr>
        <p:sp>
          <p:nvSpPr>
            <p:cNvPr id="955" name="Google Shape;955;p46"/>
            <p:cNvSpPr/>
            <p:nvPr/>
          </p:nvSpPr>
          <p:spPr>
            <a:xfrm>
              <a:off x="4866049" y="2172425"/>
              <a:ext cx="767027" cy="868660"/>
            </a:xfrm>
            <a:custGeom>
              <a:rect b="b" l="l" r="r" t="t"/>
              <a:pathLst>
                <a:path extrusionOk="0" h="1194034" w="1054333">
                  <a:moveTo>
                    <a:pt x="1001281" y="658439"/>
                  </a:moveTo>
                  <a:cubicBezTo>
                    <a:pt x="986024" y="615146"/>
                    <a:pt x="961412" y="579320"/>
                    <a:pt x="927012" y="550530"/>
                  </a:cubicBezTo>
                  <a:cubicBezTo>
                    <a:pt x="892900" y="521524"/>
                    <a:pt x="851591" y="497473"/>
                    <a:pt x="803589" y="478518"/>
                  </a:cubicBezTo>
                  <a:cubicBezTo>
                    <a:pt x="755587" y="459277"/>
                    <a:pt x="702116" y="444487"/>
                    <a:pt x="643391" y="433431"/>
                  </a:cubicBezTo>
                  <a:cubicBezTo>
                    <a:pt x="630437" y="431349"/>
                    <a:pt x="614604" y="428405"/>
                    <a:pt x="596037" y="424456"/>
                  </a:cubicBezTo>
                  <a:cubicBezTo>
                    <a:pt x="577398" y="420795"/>
                    <a:pt x="558758" y="415482"/>
                    <a:pt x="540479" y="408877"/>
                  </a:cubicBezTo>
                  <a:cubicBezTo>
                    <a:pt x="522775" y="402487"/>
                    <a:pt x="508238" y="394877"/>
                    <a:pt x="496795" y="386046"/>
                  </a:cubicBezTo>
                  <a:cubicBezTo>
                    <a:pt x="485856" y="377574"/>
                    <a:pt x="479379" y="363717"/>
                    <a:pt x="481034" y="350004"/>
                  </a:cubicBezTo>
                  <a:cubicBezTo>
                    <a:pt x="482690" y="336291"/>
                    <a:pt x="489094" y="324732"/>
                    <a:pt x="499818" y="316547"/>
                  </a:cubicBezTo>
                  <a:cubicBezTo>
                    <a:pt x="510541" y="308363"/>
                    <a:pt x="525006" y="302332"/>
                    <a:pt x="542926" y="298598"/>
                  </a:cubicBezTo>
                  <a:cubicBezTo>
                    <a:pt x="560845" y="294650"/>
                    <a:pt x="582219" y="292783"/>
                    <a:pt x="607624" y="292783"/>
                  </a:cubicBezTo>
                  <a:cubicBezTo>
                    <a:pt x="634827" y="292783"/>
                    <a:pt x="661959" y="296229"/>
                    <a:pt x="689162" y="303337"/>
                  </a:cubicBezTo>
                  <a:cubicBezTo>
                    <a:pt x="716077" y="310445"/>
                    <a:pt x="741770" y="321286"/>
                    <a:pt x="766454" y="336076"/>
                  </a:cubicBezTo>
                  <a:cubicBezTo>
                    <a:pt x="783150" y="346199"/>
                    <a:pt x="799127" y="358117"/>
                    <a:pt x="814384" y="371974"/>
                  </a:cubicBezTo>
                  <a:cubicBezTo>
                    <a:pt x="826834" y="383317"/>
                    <a:pt x="845833" y="383317"/>
                    <a:pt x="858643" y="372404"/>
                  </a:cubicBezTo>
                  <a:lnTo>
                    <a:pt x="1042734" y="214023"/>
                  </a:lnTo>
                  <a:cubicBezTo>
                    <a:pt x="1056192" y="202464"/>
                    <a:pt x="1058063" y="182648"/>
                    <a:pt x="1047700" y="168289"/>
                  </a:cubicBezTo>
                  <a:cubicBezTo>
                    <a:pt x="1027261" y="139858"/>
                    <a:pt x="1003152" y="114299"/>
                    <a:pt x="975733" y="91540"/>
                  </a:cubicBezTo>
                  <a:cubicBezTo>
                    <a:pt x="939750" y="62247"/>
                    <a:pt x="893835" y="39559"/>
                    <a:pt x="837773" y="23764"/>
                  </a:cubicBezTo>
                  <a:cubicBezTo>
                    <a:pt x="781711" y="7969"/>
                    <a:pt x="710464" y="0"/>
                    <a:pt x="623960" y="0"/>
                  </a:cubicBezTo>
                  <a:cubicBezTo>
                    <a:pt x="565019" y="0"/>
                    <a:pt x="506870" y="8687"/>
                    <a:pt x="449801" y="26134"/>
                  </a:cubicBezTo>
                  <a:cubicBezTo>
                    <a:pt x="392443" y="43795"/>
                    <a:pt x="340267" y="68852"/>
                    <a:pt x="293345" y="101591"/>
                  </a:cubicBezTo>
                  <a:cubicBezTo>
                    <a:pt x="246135" y="134330"/>
                    <a:pt x="207129" y="173387"/>
                    <a:pt x="176039" y="219264"/>
                  </a:cubicBezTo>
                  <a:cubicBezTo>
                    <a:pt x="144950" y="265142"/>
                    <a:pt x="126023" y="315829"/>
                    <a:pt x="119474" y="371471"/>
                  </a:cubicBezTo>
                  <a:cubicBezTo>
                    <a:pt x="113644" y="420508"/>
                    <a:pt x="116379" y="464590"/>
                    <a:pt x="127606" y="503934"/>
                  </a:cubicBezTo>
                  <a:cubicBezTo>
                    <a:pt x="138833" y="543278"/>
                    <a:pt x="159055" y="578099"/>
                    <a:pt x="188202" y="608684"/>
                  </a:cubicBezTo>
                  <a:cubicBezTo>
                    <a:pt x="217420" y="639054"/>
                    <a:pt x="255275" y="665403"/>
                    <a:pt x="301909" y="687013"/>
                  </a:cubicBezTo>
                  <a:cubicBezTo>
                    <a:pt x="348544" y="708911"/>
                    <a:pt x="403742" y="727362"/>
                    <a:pt x="467504" y="742655"/>
                  </a:cubicBezTo>
                  <a:cubicBezTo>
                    <a:pt x="480387" y="745814"/>
                    <a:pt x="494780" y="749260"/>
                    <a:pt x="511548" y="752419"/>
                  </a:cubicBezTo>
                  <a:cubicBezTo>
                    <a:pt x="528101" y="755865"/>
                    <a:pt x="545085" y="759814"/>
                    <a:pt x="562429" y="764840"/>
                  </a:cubicBezTo>
                  <a:cubicBezTo>
                    <a:pt x="579845" y="769578"/>
                    <a:pt x="595821" y="775681"/>
                    <a:pt x="610286" y="782789"/>
                  </a:cubicBezTo>
                  <a:cubicBezTo>
                    <a:pt x="624752" y="789897"/>
                    <a:pt x="635978" y="798368"/>
                    <a:pt x="644327" y="808133"/>
                  </a:cubicBezTo>
                  <a:cubicBezTo>
                    <a:pt x="652459" y="817897"/>
                    <a:pt x="655481" y="830030"/>
                    <a:pt x="653826" y="844031"/>
                  </a:cubicBezTo>
                  <a:cubicBezTo>
                    <a:pt x="652027" y="859323"/>
                    <a:pt x="646342" y="871457"/>
                    <a:pt x="636626" y="880144"/>
                  </a:cubicBezTo>
                  <a:cubicBezTo>
                    <a:pt x="626911" y="888831"/>
                    <a:pt x="613453" y="895149"/>
                    <a:pt x="596613" y="898882"/>
                  </a:cubicBezTo>
                  <a:cubicBezTo>
                    <a:pt x="579773" y="902831"/>
                    <a:pt x="560989" y="904698"/>
                    <a:pt x="540119" y="904698"/>
                  </a:cubicBezTo>
                  <a:cubicBezTo>
                    <a:pt x="487727" y="904698"/>
                    <a:pt x="433033" y="893354"/>
                    <a:pt x="376107" y="871169"/>
                  </a:cubicBezTo>
                  <a:cubicBezTo>
                    <a:pt x="327961" y="852287"/>
                    <a:pt x="283702" y="816533"/>
                    <a:pt x="243328" y="764050"/>
                  </a:cubicBezTo>
                  <a:cubicBezTo>
                    <a:pt x="231022" y="748040"/>
                    <a:pt x="207417" y="746388"/>
                    <a:pt x="193096" y="760532"/>
                  </a:cubicBezTo>
                  <a:lnTo>
                    <a:pt x="10156" y="941098"/>
                  </a:lnTo>
                  <a:cubicBezTo>
                    <a:pt x="-1862" y="953016"/>
                    <a:pt x="-3589" y="972258"/>
                    <a:pt x="6990" y="985468"/>
                  </a:cubicBezTo>
                  <a:cubicBezTo>
                    <a:pt x="36712" y="1022586"/>
                    <a:pt x="70392" y="1055469"/>
                    <a:pt x="108175" y="1084546"/>
                  </a:cubicBezTo>
                  <a:cubicBezTo>
                    <a:pt x="153802" y="1119367"/>
                    <a:pt x="208497" y="1146291"/>
                    <a:pt x="272331" y="1165532"/>
                  </a:cubicBezTo>
                  <a:cubicBezTo>
                    <a:pt x="336237" y="1184558"/>
                    <a:pt x="411514" y="1194035"/>
                    <a:pt x="497731" y="1194035"/>
                  </a:cubicBezTo>
                  <a:cubicBezTo>
                    <a:pt x="583947" y="1194035"/>
                    <a:pt x="666348" y="1179532"/>
                    <a:pt x="740618" y="1150742"/>
                  </a:cubicBezTo>
                  <a:cubicBezTo>
                    <a:pt x="815175" y="1121736"/>
                    <a:pt x="876851" y="1078946"/>
                    <a:pt x="925572" y="1022228"/>
                  </a:cubicBezTo>
                  <a:cubicBezTo>
                    <a:pt x="974294" y="965509"/>
                    <a:pt x="1003800" y="895293"/>
                    <a:pt x="1013731" y="811148"/>
                  </a:cubicBezTo>
                  <a:cubicBezTo>
                    <a:pt x="1020712" y="752347"/>
                    <a:pt x="1016394" y="701372"/>
                    <a:pt x="1001353" y="6583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46"/>
            <p:cNvSpPr/>
            <p:nvPr/>
          </p:nvSpPr>
          <p:spPr>
            <a:xfrm>
              <a:off x="5577875" y="2172425"/>
              <a:ext cx="767073" cy="868712"/>
            </a:xfrm>
            <a:custGeom>
              <a:rect b="b" l="l" r="r" t="t"/>
              <a:pathLst>
                <a:path extrusionOk="0" h="1194106" w="1054396">
                  <a:moveTo>
                    <a:pt x="1001353" y="658439"/>
                  </a:moveTo>
                  <a:cubicBezTo>
                    <a:pt x="986096" y="615146"/>
                    <a:pt x="961484" y="579320"/>
                    <a:pt x="927084" y="550530"/>
                  </a:cubicBezTo>
                  <a:cubicBezTo>
                    <a:pt x="892972" y="521524"/>
                    <a:pt x="851663" y="497473"/>
                    <a:pt x="803661" y="478518"/>
                  </a:cubicBezTo>
                  <a:cubicBezTo>
                    <a:pt x="755659" y="459277"/>
                    <a:pt x="702188" y="444487"/>
                    <a:pt x="643463" y="433431"/>
                  </a:cubicBezTo>
                  <a:cubicBezTo>
                    <a:pt x="630725" y="431349"/>
                    <a:pt x="614964" y="428405"/>
                    <a:pt x="596109" y="424456"/>
                  </a:cubicBezTo>
                  <a:cubicBezTo>
                    <a:pt x="577470" y="420795"/>
                    <a:pt x="559118" y="415482"/>
                    <a:pt x="540551" y="408877"/>
                  </a:cubicBezTo>
                  <a:cubicBezTo>
                    <a:pt x="522847" y="402487"/>
                    <a:pt x="508310" y="394877"/>
                    <a:pt x="496867" y="386046"/>
                  </a:cubicBezTo>
                  <a:cubicBezTo>
                    <a:pt x="485424" y="377215"/>
                    <a:pt x="479451" y="363717"/>
                    <a:pt x="481106" y="350004"/>
                  </a:cubicBezTo>
                  <a:cubicBezTo>
                    <a:pt x="482762" y="336291"/>
                    <a:pt x="489095" y="324732"/>
                    <a:pt x="499890" y="316547"/>
                  </a:cubicBezTo>
                  <a:cubicBezTo>
                    <a:pt x="510613" y="308363"/>
                    <a:pt x="525078" y="302332"/>
                    <a:pt x="542998" y="298598"/>
                  </a:cubicBezTo>
                  <a:cubicBezTo>
                    <a:pt x="560917" y="294650"/>
                    <a:pt x="582579" y="292783"/>
                    <a:pt x="607696" y="292783"/>
                  </a:cubicBezTo>
                  <a:cubicBezTo>
                    <a:pt x="634971" y="292783"/>
                    <a:pt x="662031" y="296229"/>
                    <a:pt x="689234" y="303337"/>
                  </a:cubicBezTo>
                  <a:cubicBezTo>
                    <a:pt x="716149" y="310445"/>
                    <a:pt x="742130" y="321286"/>
                    <a:pt x="766526" y="336076"/>
                  </a:cubicBezTo>
                  <a:cubicBezTo>
                    <a:pt x="783222" y="346199"/>
                    <a:pt x="799199" y="358117"/>
                    <a:pt x="814456" y="371974"/>
                  </a:cubicBezTo>
                  <a:cubicBezTo>
                    <a:pt x="826906" y="383317"/>
                    <a:pt x="845905" y="383317"/>
                    <a:pt x="858715" y="372404"/>
                  </a:cubicBezTo>
                  <a:lnTo>
                    <a:pt x="1042806" y="213951"/>
                  </a:lnTo>
                  <a:cubicBezTo>
                    <a:pt x="1056192" y="202392"/>
                    <a:pt x="1058135" y="182648"/>
                    <a:pt x="1047844" y="168289"/>
                  </a:cubicBezTo>
                  <a:cubicBezTo>
                    <a:pt x="1027477" y="139786"/>
                    <a:pt x="1003440" y="114299"/>
                    <a:pt x="975805" y="91540"/>
                  </a:cubicBezTo>
                  <a:cubicBezTo>
                    <a:pt x="939894" y="62247"/>
                    <a:pt x="893907" y="39559"/>
                    <a:pt x="837845" y="23764"/>
                  </a:cubicBezTo>
                  <a:cubicBezTo>
                    <a:pt x="781783" y="7969"/>
                    <a:pt x="710536" y="0"/>
                    <a:pt x="624320" y="0"/>
                  </a:cubicBezTo>
                  <a:cubicBezTo>
                    <a:pt x="565091" y="0"/>
                    <a:pt x="506942" y="8687"/>
                    <a:pt x="449873" y="26134"/>
                  </a:cubicBezTo>
                  <a:cubicBezTo>
                    <a:pt x="392515" y="43795"/>
                    <a:pt x="340339" y="68852"/>
                    <a:pt x="293417" y="101591"/>
                  </a:cubicBezTo>
                  <a:cubicBezTo>
                    <a:pt x="246207" y="134330"/>
                    <a:pt x="207201" y="173387"/>
                    <a:pt x="176111" y="219264"/>
                  </a:cubicBezTo>
                  <a:cubicBezTo>
                    <a:pt x="145022" y="265142"/>
                    <a:pt x="126095" y="315829"/>
                    <a:pt x="119546" y="371471"/>
                  </a:cubicBezTo>
                  <a:cubicBezTo>
                    <a:pt x="113716" y="420508"/>
                    <a:pt x="116451" y="464590"/>
                    <a:pt x="127678" y="503934"/>
                  </a:cubicBezTo>
                  <a:cubicBezTo>
                    <a:pt x="138905" y="543278"/>
                    <a:pt x="159127" y="578099"/>
                    <a:pt x="188274" y="608684"/>
                  </a:cubicBezTo>
                  <a:cubicBezTo>
                    <a:pt x="217492" y="639054"/>
                    <a:pt x="255347" y="665403"/>
                    <a:pt x="301981" y="687013"/>
                  </a:cubicBezTo>
                  <a:cubicBezTo>
                    <a:pt x="348616" y="708911"/>
                    <a:pt x="403814" y="727362"/>
                    <a:pt x="467576" y="742655"/>
                  </a:cubicBezTo>
                  <a:cubicBezTo>
                    <a:pt x="480459" y="745814"/>
                    <a:pt x="495068" y="749260"/>
                    <a:pt x="511620" y="752419"/>
                  </a:cubicBezTo>
                  <a:cubicBezTo>
                    <a:pt x="528173" y="755865"/>
                    <a:pt x="545157" y="759814"/>
                    <a:pt x="562501" y="764840"/>
                  </a:cubicBezTo>
                  <a:cubicBezTo>
                    <a:pt x="579917" y="769578"/>
                    <a:pt x="595893" y="775681"/>
                    <a:pt x="610359" y="782789"/>
                  </a:cubicBezTo>
                  <a:cubicBezTo>
                    <a:pt x="624824" y="789897"/>
                    <a:pt x="636266" y="798368"/>
                    <a:pt x="644399" y="808133"/>
                  </a:cubicBezTo>
                  <a:cubicBezTo>
                    <a:pt x="652531" y="817897"/>
                    <a:pt x="655554" y="830030"/>
                    <a:pt x="653898" y="844031"/>
                  </a:cubicBezTo>
                  <a:cubicBezTo>
                    <a:pt x="652099" y="859323"/>
                    <a:pt x="646414" y="871457"/>
                    <a:pt x="636698" y="880144"/>
                  </a:cubicBezTo>
                  <a:cubicBezTo>
                    <a:pt x="626911" y="888831"/>
                    <a:pt x="613525" y="895149"/>
                    <a:pt x="596685" y="898882"/>
                  </a:cubicBezTo>
                  <a:cubicBezTo>
                    <a:pt x="579845" y="902831"/>
                    <a:pt x="561061" y="904698"/>
                    <a:pt x="540191" y="904698"/>
                  </a:cubicBezTo>
                  <a:cubicBezTo>
                    <a:pt x="487799" y="904698"/>
                    <a:pt x="433105" y="893354"/>
                    <a:pt x="376179" y="871169"/>
                  </a:cubicBezTo>
                  <a:cubicBezTo>
                    <a:pt x="328249" y="852287"/>
                    <a:pt x="283990" y="816461"/>
                    <a:pt x="243400" y="763978"/>
                  </a:cubicBezTo>
                  <a:cubicBezTo>
                    <a:pt x="231094" y="748040"/>
                    <a:pt x="207561" y="746388"/>
                    <a:pt x="193168" y="760532"/>
                  </a:cubicBezTo>
                  <a:lnTo>
                    <a:pt x="10156" y="941170"/>
                  </a:lnTo>
                  <a:cubicBezTo>
                    <a:pt x="-1862" y="953088"/>
                    <a:pt x="-3589" y="972329"/>
                    <a:pt x="6990" y="985540"/>
                  </a:cubicBezTo>
                  <a:cubicBezTo>
                    <a:pt x="36712" y="1022658"/>
                    <a:pt x="70393" y="1055541"/>
                    <a:pt x="108175" y="1084618"/>
                  </a:cubicBezTo>
                  <a:cubicBezTo>
                    <a:pt x="153802" y="1119439"/>
                    <a:pt x="208496" y="1146362"/>
                    <a:pt x="272331" y="1165604"/>
                  </a:cubicBezTo>
                  <a:cubicBezTo>
                    <a:pt x="336237" y="1184630"/>
                    <a:pt x="411515" y="1194107"/>
                    <a:pt x="497731" y="1194107"/>
                  </a:cubicBezTo>
                  <a:cubicBezTo>
                    <a:pt x="583947" y="1194107"/>
                    <a:pt x="666349" y="1179604"/>
                    <a:pt x="740618" y="1150814"/>
                  </a:cubicBezTo>
                  <a:cubicBezTo>
                    <a:pt x="815176" y="1121808"/>
                    <a:pt x="876851" y="1079018"/>
                    <a:pt x="925572" y="1022299"/>
                  </a:cubicBezTo>
                  <a:cubicBezTo>
                    <a:pt x="974294" y="965581"/>
                    <a:pt x="1003800" y="895364"/>
                    <a:pt x="1013732" y="811220"/>
                  </a:cubicBezTo>
                  <a:cubicBezTo>
                    <a:pt x="1020712" y="752419"/>
                    <a:pt x="1016610" y="701444"/>
                    <a:pt x="1001353" y="6584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46"/>
            <p:cNvSpPr/>
            <p:nvPr/>
          </p:nvSpPr>
          <p:spPr>
            <a:xfrm>
              <a:off x="6346942" y="2172529"/>
              <a:ext cx="810806" cy="868712"/>
            </a:xfrm>
            <a:custGeom>
              <a:rect b="b" l="l" r="r" t="t"/>
              <a:pathLst>
                <a:path extrusionOk="0" h="1194106" w="1114510">
                  <a:moveTo>
                    <a:pt x="817712" y="823497"/>
                  </a:moveTo>
                  <a:cubicBezTo>
                    <a:pt x="791804" y="839292"/>
                    <a:pt x="763593" y="852000"/>
                    <a:pt x="732791" y="862051"/>
                  </a:cubicBezTo>
                  <a:cubicBezTo>
                    <a:pt x="702278" y="871816"/>
                    <a:pt x="670540" y="876554"/>
                    <a:pt x="637723" y="876554"/>
                  </a:cubicBezTo>
                  <a:cubicBezTo>
                    <a:pt x="591737" y="876554"/>
                    <a:pt x="550932" y="870236"/>
                    <a:pt x="515452" y="857026"/>
                  </a:cubicBezTo>
                  <a:cubicBezTo>
                    <a:pt x="479757" y="843815"/>
                    <a:pt x="450178" y="825364"/>
                    <a:pt x="426789" y="801384"/>
                  </a:cubicBezTo>
                  <a:cubicBezTo>
                    <a:pt x="403472" y="777404"/>
                    <a:pt x="386488" y="748614"/>
                    <a:pt x="376197" y="714870"/>
                  </a:cubicBezTo>
                  <a:cubicBezTo>
                    <a:pt x="366193" y="681126"/>
                    <a:pt x="363458" y="643362"/>
                    <a:pt x="368352" y="601935"/>
                  </a:cubicBezTo>
                  <a:cubicBezTo>
                    <a:pt x="373750" y="556058"/>
                    <a:pt x="385696" y="515637"/>
                    <a:pt x="403832" y="480816"/>
                  </a:cubicBezTo>
                  <a:cubicBezTo>
                    <a:pt x="422255" y="445995"/>
                    <a:pt x="445285" y="416415"/>
                    <a:pt x="472704" y="392435"/>
                  </a:cubicBezTo>
                  <a:cubicBezTo>
                    <a:pt x="500123" y="368456"/>
                    <a:pt x="531141" y="350220"/>
                    <a:pt x="565901" y="337583"/>
                  </a:cubicBezTo>
                  <a:cubicBezTo>
                    <a:pt x="600661" y="325163"/>
                    <a:pt x="636572" y="318845"/>
                    <a:pt x="673923" y="318845"/>
                  </a:cubicBezTo>
                  <a:cubicBezTo>
                    <a:pt x="711274" y="318845"/>
                    <a:pt x="741356" y="323583"/>
                    <a:pt x="768271" y="332845"/>
                  </a:cubicBezTo>
                  <a:cubicBezTo>
                    <a:pt x="794971" y="342107"/>
                    <a:pt x="818072" y="354456"/>
                    <a:pt x="837719" y="369533"/>
                  </a:cubicBezTo>
                  <a:cubicBezTo>
                    <a:pt x="847362" y="377215"/>
                    <a:pt x="856358" y="385256"/>
                    <a:pt x="864562" y="393728"/>
                  </a:cubicBezTo>
                  <a:cubicBezTo>
                    <a:pt x="877804" y="407441"/>
                    <a:pt x="900186" y="406651"/>
                    <a:pt x="913500" y="392938"/>
                  </a:cubicBezTo>
                  <a:lnTo>
                    <a:pt x="1105075" y="196074"/>
                  </a:lnTo>
                  <a:cubicBezTo>
                    <a:pt x="1118101" y="182720"/>
                    <a:pt x="1117453" y="161612"/>
                    <a:pt x="1104283" y="148402"/>
                  </a:cubicBezTo>
                  <a:cubicBezTo>
                    <a:pt x="1076432" y="120258"/>
                    <a:pt x="1045487" y="96063"/>
                    <a:pt x="1011806" y="75960"/>
                  </a:cubicBezTo>
                  <a:cubicBezTo>
                    <a:pt x="968266" y="50401"/>
                    <a:pt x="921344" y="31375"/>
                    <a:pt x="870968" y="18739"/>
                  </a:cubicBezTo>
                  <a:cubicBezTo>
                    <a:pt x="820303" y="6318"/>
                    <a:pt x="768487" y="0"/>
                    <a:pt x="715016" y="0"/>
                  </a:cubicBezTo>
                  <a:cubicBezTo>
                    <a:pt x="620883" y="0"/>
                    <a:pt x="532940" y="14790"/>
                    <a:pt x="451402" y="44298"/>
                  </a:cubicBezTo>
                  <a:cubicBezTo>
                    <a:pt x="369648" y="73591"/>
                    <a:pt x="297393" y="114730"/>
                    <a:pt x="234206" y="167787"/>
                  </a:cubicBezTo>
                  <a:cubicBezTo>
                    <a:pt x="171092" y="220557"/>
                    <a:pt x="119779" y="283593"/>
                    <a:pt x="79910" y="356681"/>
                  </a:cubicBezTo>
                  <a:cubicBezTo>
                    <a:pt x="40040" y="429769"/>
                    <a:pt x="15284" y="509965"/>
                    <a:pt x="4993" y="597053"/>
                  </a:cubicBezTo>
                  <a:cubicBezTo>
                    <a:pt x="-5299" y="684357"/>
                    <a:pt x="243" y="764553"/>
                    <a:pt x="22337" y="837641"/>
                  </a:cubicBezTo>
                  <a:cubicBezTo>
                    <a:pt x="44358" y="910729"/>
                    <a:pt x="80342" y="973550"/>
                    <a:pt x="130430" y="1026535"/>
                  </a:cubicBezTo>
                  <a:cubicBezTo>
                    <a:pt x="180519" y="1079305"/>
                    <a:pt x="242338" y="1120444"/>
                    <a:pt x="315745" y="1150024"/>
                  </a:cubicBezTo>
                  <a:cubicBezTo>
                    <a:pt x="389510" y="1179317"/>
                    <a:pt x="472128" y="1194107"/>
                    <a:pt x="563886" y="1194107"/>
                  </a:cubicBezTo>
                  <a:cubicBezTo>
                    <a:pt x="621819" y="1194107"/>
                    <a:pt x="679968" y="1187214"/>
                    <a:pt x="738477" y="1173788"/>
                  </a:cubicBezTo>
                  <a:cubicBezTo>
                    <a:pt x="796986" y="1160075"/>
                    <a:pt x="851249" y="1141337"/>
                    <a:pt x="900906" y="1117357"/>
                  </a:cubicBezTo>
                  <a:cubicBezTo>
                    <a:pt x="940559" y="1098331"/>
                    <a:pt x="974528" y="1077223"/>
                    <a:pt x="1002883" y="1054033"/>
                  </a:cubicBezTo>
                  <a:cubicBezTo>
                    <a:pt x="1015333" y="1043838"/>
                    <a:pt x="1019075" y="1026535"/>
                    <a:pt x="1011734" y="1012248"/>
                  </a:cubicBezTo>
                  <a:lnTo>
                    <a:pt x="906159" y="808563"/>
                  </a:lnTo>
                  <a:cubicBezTo>
                    <a:pt x="896300" y="789538"/>
                    <a:pt x="871759" y="784943"/>
                    <a:pt x="854775" y="798081"/>
                  </a:cubicBezTo>
                  <a:cubicBezTo>
                    <a:pt x="843189" y="807128"/>
                    <a:pt x="830810" y="815671"/>
                    <a:pt x="817640" y="8237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46"/>
            <p:cNvSpPr/>
            <p:nvPr/>
          </p:nvSpPr>
          <p:spPr>
            <a:xfrm>
              <a:off x="7116758" y="2196150"/>
              <a:ext cx="847001" cy="833038"/>
            </a:xfrm>
            <a:custGeom>
              <a:rect b="b" l="l" r="r" t="t"/>
              <a:pathLst>
                <a:path extrusionOk="0" h="1145070" w="1164263">
                  <a:moveTo>
                    <a:pt x="1143284" y="341963"/>
                  </a:moveTo>
                  <a:cubicBezTo>
                    <a:pt x="1122702" y="272034"/>
                    <a:pt x="1088590" y="211869"/>
                    <a:pt x="1040876" y="161253"/>
                  </a:cubicBezTo>
                  <a:cubicBezTo>
                    <a:pt x="993162" y="110565"/>
                    <a:pt x="935157" y="71006"/>
                    <a:pt x="866357" y="42503"/>
                  </a:cubicBezTo>
                  <a:cubicBezTo>
                    <a:pt x="797485" y="14287"/>
                    <a:pt x="719832" y="0"/>
                    <a:pt x="633616" y="0"/>
                  </a:cubicBezTo>
                  <a:lnTo>
                    <a:pt x="176844" y="0"/>
                  </a:lnTo>
                  <a:cubicBezTo>
                    <a:pt x="149281" y="0"/>
                    <a:pt x="126107" y="20605"/>
                    <a:pt x="122869" y="47888"/>
                  </a:cubicBezTo>
                  <a:lnTo>
                    <a:pt x="382" y="1084475"/>
                  </a:lnTo>
                  <a:cubicBezTo>
                    <a:pt x="-3433" y="1116711"/>
                    <a:pt x="21828" y="1145070"/>
                    <a:pt x="54357" y="1145070"/>
                  </a:cubicBezTo>
                  <a:lnTo>
                    <a:pt x="498319" y="1145070"/>
                  </a:lnTo>
                  <a:cubicBezTo>
                    <a:pt x="584535" y="1145070"/>
                    <a:pt x="665498" y="1131070"/>
                    <a:pt x="741063" y="1102567"/>
                  </a:cubicBezTo>
                  <a:cubicBezTo>
                    <a:pt x="816628" y="1074064"/>
                    <a:pt x="883917" y="1034792"/>
                    <a:pt x="943649" y="983817"/>
                  </a:cubicBezTo>
                  <a:cubicBezTo>
                    <a:pt x="1003309" y="933129"/>
                    <a:pt x="1051743" y="872749"/>
                    <a:pt x="1088878" y="802317"/>
                  </a:cubicBezTo>
                  <a:cubicBezTo>
                    <a:pt x="1126228" y="732173"/>
                    <a:pt x="1149617" y="655351"/>
                    <a:pt x="1159405" y="572499"/>
                  </a:cubicBezTo>
                  <a:cubicBezTo>
                    <a:pt x="1169336" y="488570"/>
                    <a:pt x="1164083" y="411820"/>
                    <a:pt x="1143284" y="341891"/>
                  </a:cubicBezTo>
                  <a:close/>
                  <a:moveTo>
                    <a:pt x="771289" y="681270"/>
                  </a:moveTo>
                  <a:cubicBezTo>
                    <a:pt x="755168" y="714798"/>
                    <a:pt x="734874" y="743301"/>
                    <a:pt x="710117" y="767281"/>
                  </a:cubicBezTo>
                  <a:cubicBezTo>
                    <a:pt x="685577" y="791261"/>
                    <a:pt x="657725" y="809999"/>
                    <a:pt x="626492" y="823712"/>
                  </a:cubicBezTo>
                  <a:cubicBezTo>
                    <a:pt x="595258" y="837425"/>
                    <a:pt x="561650" y="844031"/>
                    <a:pt x="525738" y="844031"/>
                  </a:cubicBezTo>
                  <a:lnTo>
                    <a:pt x="422394" y="844031"/>
                  </a:lnTo>
                  <a:cubicBezTo>
                    <a:pt x="401524" y="844031"/>
                    <a:pt x="385331" y="825866"/>
                    <a:pt x="387778" y="805189"/>
                  </a:cubicBezTo>
                  <a:lnTo>
                    <a:pt x="443696" y="331768"/>
                  </a:lnTo>
                  <a:cubicBezTo>
                    <a:pt x="445784" y="314250"/>
                    <a:pt x="460609" y="301040"/>
                    <a:pt x="478312" y="301040"/>
                  </a:cubicBezTo>
                  <a:lnTo>
                    <a:pt x="589861" y="301040"/>
                  </a:lnTo>
                  <a:cubicBezTo>
                    <a:pt x="625844" y="301040"/>
                    <a:pt x="657797" y="307932"/>
                    <a:pt x="685864" y="321358"/>
                  </a:cubicBezTo>
                  <a:cubicBezTo>
                    <a:pt x="713859" y="335071"/>
                    <a:pt x="737249" y="354097"/>
                    <a:pt x="756176" y="377789"/>
                  </a:cubicBezTo>
                  <a:cubicBezTo>
                    <a:pt x="775319" y="401769"/>
                    <a:pt x="788849" y="430559"/>
                    <a:pt x="797053" y="463800"/>
                  </a:cubicBezTo>
                  <a:cubicBezTo>
                    <a:pt x="805041" y="497042"/>
                    <a:pt x="806840" y="533155"/>
                    <a:pt x="802162" y="572499"/>
                  </a:cubicBezTo>
                  <a:cubicBezTo>
                    <a:pt x="797485" y="611843"/>
                    <a:pt x="787193" y="647956"/>
                    <a:pt x="771361" y="6811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46"/>
            <p:cNvSpPr/>
            <p:nvPr/>
          </p:nvSpPr>
          <p:spPr>
            <a:xfrm>
              <a:off x="7964203" y="2196202"/>
              <a:ext cx="346155" cy="833038"/>
            </a:xfrm>
            <a:custGeom>
              <a:rect b="b" l="l" r="r" t="t"/>
              <a:pathLst>
                <a:path extrusionOk="0" h="1145070" w="475815">
                  <a:moveTo>
                    <a:pt x="122869" y="47888"/>
                  </a:moveTo>
                  <a:lnTo>
                    <a:pt x="382" y="1084475"/>
                  </a:lnTo>
                  <a:cubicBezTo>
                    <a:pt x="-3432" y="1116711"/>
                    <a:pt x="21828" y="1145070"/>
                    <a:pt x="54357" y="1145070"/>
                  </a:cubicBezTo>
                  <a:lnTo>
                    <a:pt x="298972" y="1145070"/>
                  </a:lnTo>
                  <a:cubicBezTo>
                    <a:pt x="326535" y="1145070"/>
                    <a:pt x="349708" y="1124465"/>
                    <a:pt x="352947" y="1097182"/>
                  </a:cubicBezTo>
                  <a:lnTo>
                    <a:pt x="475434" y="60596"/>
                  </a:lnTo>
                  <a:cubicBezTo>
                    <a:pt x="479248" y="28359"/>
                    <a:pt x="453988" y="0"/>
                    <a:pt x="421459" y="0"/>
                  </a:cubicBezTo>
                  <a:lnTo>
                    <a:pt x="176844" y="0"/>
                  </a:lnTo>
                  <a:cubicBezTo>
                    <a:pt x="149281" y="0"/>
                    <a:pt x="126108" y="20605"/>
                    <a:pt x="122869" y="478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60" name="Google Shape;960;p46" title="logobuenosai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8488" y="3808038"/>
            <a:ext cx="830781" cy="270974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46"/>
          <p:cNvSpPr/>
          <p:nvPr/>
        </p:nvSpPr>
        <p:spPr>
          <a:xfrm>
            <a:off x="4254771" y="1064488"/>
            <a:ext cx="634500" cy="634500"/>
          </a:xfrm>
          <a:prstGeom prst="roundRect">
            <a:avLst>
              <a:gd fmla="val 16667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62" name="Google Shape;962;p46"/>
          <p:cNvSpPr/>
          <p:nvPr/>
        </p:nvSpPr>
        <p:spPr>
          <a:xfrm>
            <a:off x="4419288" y="1186949"/>
            <a:ext cx="305481" cy="389613"/>
          </a:xfrm>
          <a:custGeom>
            <a:rect b="b" l="l" r="r" t="t"/>
            <a:pathLst>
              <a:path extrusionOk="0" h="11471" w="8994">
                <a:moveTo>
                  <a:pt x="6603" y="3855"/>
                </a:moveTo>
                <a:cubicBezTo>
                  <a:pt x="6924" y="3855"/>
                  <a:pt x="7147" y="4060"/>
                  <a:pt x="7147" y="4345"/>
                </a:cubicBezTo>
                <a:cubicBezTo>
                  <a:pt x="7156" y="4631"/>
                  <a:pt x="6924" y="4845"/>
                  <a:pt x="6594" y="4845"/>
                </a:cubicBezTo>
                <a:lnTo>
                  <a:pt x="4479" y="4845"/>
                </a:lnTo>
                <a:cubicBezTo>
                  <a:pt x="3766" y="4845"/>
                  <a:pt x="3052" y="4845"/>
                  <a:pt x="2347" y="4836"/>
                </a:cubicBezTo>
                <a:cubicBezTo>
                  <a:pt x="2089" y="4836"/>
                  <a:pt x="1883" y="4658"/>
                  <a:pt x="1848" y="4408"/>
                </a:cubicBezTo>
                <a:cubicBezTo>
                  <a:pt x="1821" y="4167"/>
                  <a:pt x="1981" y="3935"/>
                  <a:pt x="2222" y="3872"/>
                </a:cubicBezTo>
                <a:cubicBezTo>
                  <a:pt x="2276" y="3864"/>
                  <a:pt x="2338" y="3855"/>
                  <a:pt x="2392" y="3855"/>
                </a:cubicBezTo>
                <a:close/>
                <a:moveTo>
                  <a:pt x="4497" y="6167"/>
                </a:moveTo>
                <a:cubicBezTo>
                  <a:pt x="5218" y="6167"/>
                  <a:pt x="5938" y="6170"/>
                  <a:pt x="6656" y="6174"/>
                </a:cubicBezTo>
                <a:cubicBezTo>
                  <a:pt x="6933" y="6174"/>
                  <a:pt x="7156" y="6397"/>
                  <a:pt x="7147" y="6674"/>
                </a:cubicBezTo>
                <a:cubicBezTo>
                  <a:pt x="7147" y="6941"/>
                  <a:pt x="6942" y="7146"/>
                  <a:pt x="6656" y="7146"/>
                </a:cubicBezTo>
                <a:cubicBezTo>
                  <a:pt x="5942" y="7155"/>
                  <a:pt x="5220" y="7155"/>
                  <a:pt x="4497" y="7155"/>
                </a:cubicBezTo>
                <a:lnTo>
                  <a:pt x="2356" y="7155"/>
                </a:lnTo>
                <a:cubicBezTo>
                  <a:pt x="1990" y="7146"/>
                  <a:pt x="1767" y="6825"/>
                  <a:pt x="1874" y="6504"/>
                </a:cubicBezTo>
                <a:cubicBezTo>
                  <a:pt x="1946" y="6308"/>
                  <a:pt x="2124" y="6174"/>
                  <a:pt x="2338" y="6174"/>
                </a:cubicBezTo>
                <a:cubicBezTo>
                  <a:pt x="3056" y="6170"/>
                  <a:pt x="3777" y="6167"/>
                  <a:pt x="4497" y="6167"/>
                </a:cubicBezTo>
                <a:close/>
                <a:moveTo>
                  <a:pt x="6576" y="8485"/>
                </a:moveTo>
                <a:cubicBezTo>
                  <a:pt x="6879" y="8485"/>
                  <a:pt x="7058" y="8610"/>
                  <a:pt x="7129" y="8859"/>
                </a:cubicBezTo>
                <a:cubicBezTo>
                  <a:pt x="7200" y="9118"/>
                  <a:pt x="7040" y="9395"/>
                  <a:pt x="6772" y="9457"/>
                </a:cubicBezTo>
                <a:cubicBezTo>
                  <a:pt x="6701" y="9466"/>
                  <a:pt x="6629" y="9475"/>
                  <a:pt x="6558" y="9475"/>
                </a:cubicBezTo>
                <a:lnTo>
                  <a:pt x="2383" y="9475"/>
                </a:lnTo>
                <a:cubicBezTo>
                  <a:pt x="2008" y="9475"/>
                  <a:pt x="1767" y="9163"/>
                  <a:pt x="1874" y="8833"/>
                </a:cubicBezTo>
                <a:cubicBezTo>
                  <a:pt x="1937" y="8645"/>
                  <a:pt x="2071" y="8529"/>
                  <a:pt x="2267" y="8494"/>
                </a:cubicBezTo>
                <a:cubicBezTo>
                  <a:pt x="2320" y="8494"/>
                  <a:pt x="2365" y="8485"/>
                  <a:pt x="2410" y="8485"/>
                </a:cubicBezTo>
                <a:close/>
                <a:moveTo>
                  <a:pt x="5479" y="1"/>
                </a:moveTo>
                <a:cubicBezTo>
                  <a:pt x="4832" y="5"/>
                  <a:pt x="4187" y="5"/>
                  <a:pt x="3544" y="5"/>
                </a:cubicBezTo>
                <a:cubicBezTo>
                  <a:pt x="2900" y="5"/>
                  <a:pt x="2258" y="5"/>
                  <a:pt x="1616" y="10"/>
                </a:cubicBezTo>
                <a:cubicBezTo>
                  <a:pt x="1473" y="10"/>
                  <a:pt x="1330" y="19"/>
                  <a:pt x="1196" y="45"/>
                </a:cubicBezTo>
                <a:cubicBezTo>
                  <a:pt x="474" y="197"/>
                  <a:pt x="1" y="795"/>
                  <a:pt x="1" y="1553"/>
                </a:cubicBezTo>
                <a:cubicBezTo>
                  <a:pt x="1" y="2945"/>
                  <a:pt x="1" y="4336"/>
                  <a:pt x="1" y="5728"/>
                </a:cubicBezTo>
                <a:cubicBezTo>
                  <a:pt x="1" y="7111"/>
                  <a:pt x="1" y="8502"/>
                  <a:pt x="1" y="9885"/>
                </a:cubicBezTo>
                <a:cubicBezTo>
                  <a:pt x="1" y="10804"/>
                  <a:pt x="625" y="11455"/>
                  <a:pt x="1544" y="11464"/>
                </a:cubicBezTo>
                <a:cubicBezTo>
                  <a:pt x="2530" y="11469"/>
                  <a:pt x="3514" y="11471"/>
                  <a:pt x="4496" y="11471"/>
                </a:cubicBezTo>
                <a:cubicBezTo>
                  <a:pt x="5479" y="11471"/>
                  <a:pt x="6460" y="11469"/>
                  <a:pt x="7441" y="11464"/>
                </a:cubicBezTo>
                <a:cubicBezTo>
                  <a:pt x="8360" y="11455"/>
                  <a:pt x="8993" y="10804"/>
                  <a:pt x="8993" y="9885"/>
                </a:cubicBezTo>
                <a:cubicBezTo>
                  <a:pt x="8993" y="7726"/>
                  <a:pt x="8993" y="5576"/>
                  <a:pt x="8993" y="3417"/>
                </a:cubicBezTo>
                <a:cubicBezTo>
                  <a:pt x="8993" y="2936"/>
                  <a:pt x="8833" y="2534"/>
                  <a:pt x="8485" y="2204"/>
                </a:cubicBezTo>
                <a:cubicBezTo>
                  <a:pt x="7887" y="1642"/>
                  <a:pt x="7289" y="1080"/>
                  <a:pt x="6710" y="500"/>
                </a:cubicBezTo>
                <a:cubicBezTo>
                  <a:pt x="6362" y="161"/>
                  <a:pt x="5960" y="1"/>
                  <a:pt x="5479" y="1"/>
                </a:cubicBezTo>
                <a:close/>
              </a:path>
            </a:pathLst>
          </a:custGeom>
          <a:solidFill>
            <a:srgbClr val="11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