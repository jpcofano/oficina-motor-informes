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  <p:sldMasterId id="214748368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Archivo ExtraBold"/>
      <p:bold r:id="rId30"/>
      <p:boldItalic r:id="rId31"/>
    </p:embeddedFont>
    <p:embeddedFont>
      <p:font typeface="Poppins"/>
      <p:regular r:id="rId32"/>
      <p:bold r:id="rId33"/>
      <p:italic r:id="rId34"/>
      <p:boldItalic r:id="rId35"/>
    </p:embeddedFont>
    <p:embeddedFont>
      <p:font typeface="Barlow Condensed"/>
      <p:regular r:id="rId36"/>
      <p:bold r:id="rId37"/>
      <p:italic r:id="rId38"/>
      <p:boldItalic r:id="rId39"/>
    </p:embeddedFont>
    <p:embeddedFont>
      <p:font typeface="Poppins Light"/>
      <p:regular r:id="rId40"/>
      <p:bold r:id="rId41"/>
      <p:italic r:id="rId42"/>
      <p:boldItalic r:id="rId43"/>
    </p:embeddedFont>
    <p:embeddedFont>
      <p:font typeface="Nunito Medium"/>
      <p:regular r:id="rId44"/>
      <p:bold r:id="rId45"/>
      <p:italic r:id="rId46"/>
      <p:boldItalic r:id="rId47"/>
    </p:embeddedFont>
    <p:embeddedFont>
      <p:font typeface="Poppins Thin"/>
      <p:regular r:id="rId48"/>
      <p:bold r:id="rId49"/>
      <p:italic r:id="rId50"/>
      <p:boldItalic r:id="rId51"/>
    </p:embeddedFont>
    <p:embeddedFont>
      <p:font typeface="Lexend"/>
      <p:regular r:id="rId52"/>
      <p:bold r:id="rId53"/>
    </p:embeddedFont>
    <p:embeddedFont>
      <p:font typeface="Poppins ExtraBold"/>
      <p:bold r:id="rId54"/>
      <p:boldItalic r:id="rId55"/>
    </p:embeddedFont>
    <p:embeddedFont>
      <p:font typeface="Archivo"/>
      <p:regular r:id="rId56"/>
      <p:bold r:id="rId57"/>
      <p:italic r:id="rId58"/>
      <p:boldItalic r:id="rId59"/>
    </p:embeddedFont>
    <p:embeddedFont>
      <p:font typeface="Archivo Black"/>
      <p:bold r:id="rId60"/>
      <p:boldItalic r:id="rId61"/>
    </p:embeddedFont>
    <p:embeddedFont>
      <p:font typeface="Archivo SemiBold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5">
          <p15:clr>
            <a:srgbClr val="747775"/>
          </p15:clr>
        </p15:guide>
        <p15:guide id="2" orient="horz" pos="1170">
          <p15:clr>
            <a:srgbClr val="747775"/>
          </p15:clr>
        </p15:guide>
        <p15:guide id="3" orient="horz" pos="1399">
          <p15:clr>
            <a:srgbClr val="747775"/>
          </p15:clr>
        </p15:guide>
        <p15:guide id="4" pos="142">
          <p15:clr>
            <a:srgbClr val="747775"/>
          </p15:clr>
        </p15:guide>
        <p15:guide id="5" pos="5641">
          <p15:clr>
            <a:srgbClr val="747775"/>
          </p15:clr>
        </p15:guide>
        <p15:guide id="6" pos="2817">
          <p15:clr>
            <a:srgbClr val="747775"/>
          </p15:clr>
        </p15:guide>
        <p15:guide id="7" pos="2967">
          <p15:clr>
            <a:srgbClr val="747775"/>
          </p15:clr>
        </p15:guide>
        <p15:guide id="8" orient="horz" pos="3200">
          <p15:clr>
            <a:srgbClr val="747775"/>
          </p15:clr>
        </p15:guide>
        <p15:guide id="9" orient="horz" pos="916">
          <p15:clr>
            <a:srgbClr val="747775"/>
          </p15:clr>
        </p15:guide>
        <p15:guide id="10" orient="horz" pos="70">
          <p15:clr>
            <a:srgbClr val="747775"/>
          </p15:clr>
        </p15:guide>
        <p15:guide id="11" orient="horz" pos="14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F98ACE-0ED3-4DE1-9873-5BE970C4F1FE}">
  <a:tblStyle styleId="{A9F98ACE-0ED3-4DE1-9873-5BE970C4F1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A863C56-484D-4538-8470-2CF4F1E8985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5" orient="horz"/>
        <p:guide pos="1170" orient="horz"/>
        <p:guide pos="1399" orient="horz"/>
        <p:guide pos="142"/>
        <p:guide pos="5641"/>
        <p:guide pos="2817"/>
        <p:guide pos="2967"/>
        <p:guide pos="3200" orient="horz"/>
        <p:guide pos="916" orient="horz"/>
        <p:guide pos="70" orient="horz"/>
        <p:guide pos="1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regular.fntdata"/><Relationship Id="rId42" Type="http://schemas.openxmlformats.org/officeDocument/2006/relationships/font" Target="fonts/PoppinsLight-italic.fntdata"/><Relationship Id="rId41" Type="http://schemas.openxmlformats.org/officeDocument/2006/relationships/font" Target="fonts/PoppinsLight-bold.fntdata"/><Relationship Id="rId44" Type="http://schemas.openxmlformats.org/officeDocument/2006/relationships/font" Target="fonts/NunitoMedium-regular.fntdata"/><Relationship Id="rId43" Type="http://schemas.openxmlformats.org/officeDocument/2006/relationships/font" Target="fonts/PoppinsLight-boldItalic.fntdata"/><Relationship Id="rId46" Type="http://schemas.openxmlformats.org/officeDocument/2006/relationships/font" Target="fonts/NunitoMedium-italic.fntdata"/><Relationship Id="rId45" Type="http://schemas.openxmlformats.org/officeDocument/2006/relationships/font" Target="fonts/Nunito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Thin-regular.fntdata"/><Relationship Id="rId47" Type="http://schemas.openxmlformats.org/officeDocument/2006/relationships/font" Target="fonts/NunitoMedium-boldItalic.fntdata"/><Relationship Id="rId49" Type="http://schemas.openxmlformats.org/officeDocument/2006/relationships/font" Target="fonts/PoppinsThin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rchivoExtraBold-boldItalic.fntdata"/><Relationship Id="rId30" Type="http://schemas.openxmlformats.org/officeDocument/2006/relationships/font" Target="fonts/ArchivoExtraBold-bold.fntdata"/><Relationship Id="rId33" Type="http://schemas.openxmlformats.org/officeDocument/2006/relationships/font" Target="fonts/Poppins-bold.fntdata"/><Relationship Id="rId32" Type="http://schemas.openxmlformats.org/officeDocument/2006/relationships/font" Target="fonts/Poppins-regular.fntdata"/><Relationship Id="rId35" Type="http://schemas.openxmlformats.org/officeDocument/2006/relationships/font" Target="fonts/Poppins-boldItalic.fntdata"/><Relationship Id="rId34" Type="http://schemas.openxmlformats.org/officeDocument/2006/relationships/font" Target="fonts/Poppins-italic.fntdata"/><Relationship Id="rId37" Type="http://schemas.openxmlformats.org/officeDocument/2006/relationships/font" Target="fonts/BarlowCondensed-bold.fntdata"/><Relationship Id="rId36" Type="http://schemas.openxmlformats.org/officeDocument/2006/relationships/font" Target="fonts/BarlowCondensed-regular.fntdata"/><Relationship Id="rId39" Type="http://schemas.openxmlformats.org/officeDocument/2006/relationships/font" Target="fonts/BarlowCondensed-boldItalic.fntdata"/><Relationship Id="rId38" Type="http://schemas.openxmlformats.org/officeDocument/2006/relationships/font" Target="fonts/BarlowCondensed-italic.fntdata"/><Relationship Id="rId62" Type="http://schemas.openxmlformats.org/officeDocument/2006/relationships/font" Target="fonts/ArchivoSemiBold-regular.fntdata"/><Relationship Id="rId61" Type="http://schemas.openxmlformats.org/officeDocument/2006/relationships/font" Target="fonts/ArchivoBlack-boldItalic.fntdata"/><Relationship Id="rId20" Type="http://schemas.openxmlformats.org/officeDocument/2006/relationships/slide" Target="slides/slide13.xml"/><Relationship Id="rId64" Type="http://schemas.openxmlformats.org/officeDocument/2006/relationships/font" Target="fonts/ArchivoSemiBold-italic.fntdata"/><Relationship Id="rId63" Type="http://schemas.openxmlformats.org/officeDocument/2006/relationships/font" Target="fonts/ArchivoSemiBold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65" Type="http://schemas.openxmlformats.org/officeDocument/2006/relationships/font" Target="fonts/ArchivoSemiBold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ArchivoBlack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Thin-boldItalic.fntdata"/><Relationship Id="rId50" Type="http://schemas.openxmlformats.org/officeDocument/2006/relationships/font" Target="fonts/PoppinsThin-italic.fntdata"/><Relationship Id="rId53" Type="http://schemas.openxmlformats.org/officeDocument/2006/relationships/font" Target="fonts/Lexend-bold.fntdata"/><Relationship Id="rId52" Type="http://schemas.openxmlformats.org/officeDocument/2006/relationships/font" Target="fonts/Lexend-regular.fntdata"/><Relationship Id="rId11" Type="http://schemas.openxmlformats.org/officeDocument/2006/relationships/slide" Target="slides/slide4.xml"/><Relationship Id="rId55" Type="http://schemas.openxmlformats.org/officeDocument/2006/relationships/font" Target="fonts/PoppinsExtraBold-boldItalic.fntdata"/><Relationship Id="rId10" Type="http://schemas.openxmlformats.org/officeDocument/2006/relationships/slide" Target="slides/slide3.xml"/><Relationship Id="rId54" Type="http://schemas.openxmlformats.org/officeDocument/2006/relationships/font" Target="fonts/PoppinsExtraBold-bold.fntdata"/><Relationship Id="rId13" Type="http://schemas.openxmlformats.org/officeDocument/2006/relationships/slide" Target="slides/slide6.xml"/><Relationship Id="rId57" Type="http://schemas.openxmlformats.org/officeDocument/2006/relationships/font" Target="fonts/Archivo-bold.fntdata"/><Relationship Id="rId12" Type="http://schemas.openxmlformats.org/officeDocument/2006/relationships/slide" Target="slides/slide5.xml"/><Relationship Id="rId56" Type="http://schemas.openxmlformats.org/officeDocument/2006/relationships/font" Target="fonts/Archivo-regular.fntdata"/><Relationship Id="rId15" Type="http://schemas.openxmlformats.org/officeDocument/2006/relationships/slide" Target="slides/slide8.xml"/><Relationship Id="rId59" Type="http://schemas.openxmlformats.org/officeDocument/2006/relationships/font" Target="fonts/Archivo-boldItalic.fntdata"/><Relationship Id="rId14" Type="http://schemas.openxmlformats.org/officeDocument/2006/relationships/slide" Target="slides/slide7.xml"/><Relationship Id="rId58" Type="http://schemas.openxmlformats.org/officeDocument/2006/relationships/font" Target="fonts/Archiv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130e5edd0_5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130e5edd0_5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a55264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a55264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a55264f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a55264f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37295dc18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37295dc1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36bd240a4_1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36bd240a4_1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32b36ebec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32b36ebec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8deffe212f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8deffe212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37295dc18_12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a37295dc18_12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36bd240a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a36bd240a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a37295dc18_12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a37295dc18_12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a37295dc18_10_2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a37295dc18_10_2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e4c91f96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e4c91f96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e4c91f9641_0_9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e4c91f964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e4c91f9641_0_2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e4c91f96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e4c91f9641_0_85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e4c91f964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e4c91f9641_0_10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e4c91f964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e4c91f9641_0_17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e4c91f964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e4c91f9641_0_18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e4c91f964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e4c91f9641_0_20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e4c91f964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77d5f06139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77d5f06139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a74ec6ac9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a74ec6ac9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77d5f06139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77d5f06139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0" name="Google Shape;60;p14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1" name="Google Shape;61;p14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6" name="Google Shape;66;p14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76" name="Google Shape;76;p15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84" name="Google Shape;84;p15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15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137" name="Google Shape;137;p16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147" name="Google Shape;147;p1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166" name="Google Shape;166;p2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170" name="Google Shape;170;p21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1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Seguimiento </a:t>
            </a: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| 16-05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434343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0" name="Google Shape;18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2" name="Google Shape;192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3" name="Google Shape;20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7" name="Google Shape;207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8" name="Google Shape;208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8" name="Google Shape;218;p33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3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27" name="Google Shape;227;p35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228" name="Google Shape;228;p3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35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2" name="Google Shape;232;p35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233" name="Google Shape;233;p35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5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5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35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5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6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36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243" name="Google Shape;243;p36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3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6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250" name="Google Shape;250;p36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251" name="Google Shape;251;p36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36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254" name="Google Shape;254;p36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255" name="Google Shape;255;p36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36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6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36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36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36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36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36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36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36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36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36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36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36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36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6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36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36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36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274" name="Google Shape;274;p36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6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6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6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36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280" name="Google Shape;280;p36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36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36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36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36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36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36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36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6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36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36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36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36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36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0" name="Google Shape;300;p36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6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7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304" name="Google Shape;304;p37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37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7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8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314" name="Google Shape;314;p38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38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4" name="Google Shape;324;p39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1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/>
        </p:nvSpPr>
        <p:spPr>
          <a:xfrm>
            <a:off x="1012979" y="2873056"/>
            <a:ext cx="40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{{periodo}}</a:t>
            </a: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>
              <a:solidFill>
                <a:srgbClr val="8DE2D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35" name="Google Shape;335;p42"/>
          <p:cNvSpPr/>
          <p:nvPr/>
        </p:nvSpPr>
        <p:spPr>
          <a:xfrm>
            <a:off x="503549" y="103177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- JM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1" name="Google Shape;341;p43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2" name="Google Shape;342;p43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{{mail_envios}}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345" name="Google Shape;345;p43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" name="Google Shape;346;p43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{{imp_google}}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7" name="Google Shape;347;p43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{{imp_prog}}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49" name="Google Shape;349;p43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50" name="Google Shape;350;p43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43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353" name="Google Shape;353;p43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354" name="Google Shape;354;p43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5" name="Google Shape;355;p43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6" name="Google Shape;356;p43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7" name="Google Shape;357;p43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358" name="Google Shape;358;p43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59" name="Google Shape;359;p43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3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61" name="Google Shape;361;p43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2" name="Google Shape;362;p43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{{contenidos_total}}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{{pauta_meta}}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{{pauta_google}}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43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{{pauta_prog}}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7" name="Google Shape;367;p43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68" name="Google Shape;368;p43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3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70" name="Google Shape;370;p43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{{imp_total}}</a:t>
            </a:r>
            <a:endParaRPr b="1" sz="1777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{{frecuencia}}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2" name="Google Shape;372;p43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73" name="Google Shape;373;p43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3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75" name="Google Shape;375;p43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43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377" name="Google Shape;377;p43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3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1" name="Google Shape;381;p43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2" name="Google Shape;382;p43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{{mail_entregados}}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{{mail_aperturas}} ({{mail_or}}%)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84" name="Google Shape;384;p43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5" name="Google Shape;385;p43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{{cc_campanias}}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6" name="Google Shape;386;p43"/>
          <p:cNvSpPr/>
          <p:nvPr/>
        </p:nvSpPr>
        <p:spPr>
          <a:xfrm>
            <a:off x="6947250" y="2090637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{{cc_base}}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{{cc_contactados}} ({{cc_contact_pct}}%)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8" name="Google Shape;388;p43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89" name="Google Shape;389;p43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90" name="Google Shape;390;p43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391" name="Google Shape;391;p43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3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43"/>
          <p:cNvSpPr/>
          <p:nvPr/>
        </p:nvSpPr>
        <p:spPr>
          <a:xfrm>
            <a:off x="5854525" y="3554722"/>
            <a:ext cx="1840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{{ivr_campanias}}  campañas de IVR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5856218" y="3964561"/>
            <a:ext cx="1840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Llamados realizados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{{ivr_llamados}}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5996585" y="4662879"/>
            <a:ext cx="15600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Atendidos</a:t>
            </a: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sz="551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2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{{ivr_atendidos}} ({{ivr_at_pct}}%)</a:t>
            </a:r>
            <a:endParaRPr b="1" sz="1022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6" name="Google Shape;396;p43"/>
          <p:cNvSpPr/>
          <p:nvPr/>
        </p:nvSpPr>
        <p:spPr>
          <a:xfrm>
            <a:off x="6601765" y="3373117"/>
            <a:ext cx="3627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397" name="Google Shape;397;p43"/>
          <p:cNvCxnSpPr/>
          <p:nvPr/>
        </p:nvCxnSpPr>
        <p:spPr>
          <a:xfrm flipH="1" rot="10800000">
            <a:off x="5996581" y="4539353"/>
            <a:ext cx="1556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398" name="Google Shape;398;p43" title="llam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935" y="3441432"/>
            <a:ext cx="199450" cy="1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3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0" name="Google Shape;400;p43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{{imp_meta}}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1" name="Google Shape;401;p43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43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 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- GCBA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8" name="Google Shape;408;p44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1" name="Google Shape;411;p44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2" name="Google Shape;412;p44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{{gcba_cc_campanias}} campañas 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3" name="Google Shape;413;p44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{{gcba_contenidos_total}}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{{gcba_pauta_meta}}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5" name="Google Shape;415;p44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{{gcba_pauta_google}}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6" name="Google Shape;416;p44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{{gcba_pauta_prog}}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7" name="Google Shape;417;p44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18" name="Google Shape;418;p44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4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0" name="Google Shape;420;p44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{{gcba_frecuencia}}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2" name="Google Shape;422;p44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23" name="Google Shape;423;p44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4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5" name="Google Shape;425;p44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6" name="Google Shape;426;p44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{{gcba_imp_google}}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7" name="Google Shape;427;p44"/>
          <p:cNvSpPr/>
          <p:nvPr/>
        </p:nvSpPr>
        <p:spPr>
          <a:xfrm>
            <a:off x="6947250" y="2090651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{{gcba_cc_base}}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8" name="Google Shape;428;p44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29" name="Google Shape;429;p44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0" name="Google Shape;430;p44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1" name="Google Shape;431;p44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{{gcba_imp_prog}}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32" name="Google Shape;432;p44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3" name="Google Shape;433;p44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44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35" name="Google Shape;435;p44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9" name="Google Shape;439;p44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44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41" name="Google Shape;441;p44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42" name="Google Shape;442;p44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43" name="Google Shape;443;p44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44" name="Google Shape;444;p44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45" name="Google Shape;445;p44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446" name="Google Shape;446;p44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447" name="Google Shape;447;p44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448" name="Google Shape;448;p44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44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4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452" name="Google Shape;452;p44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{{gcba_mail_envios}}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454" name="Google Shape;454;p44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p44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6" name="Google Shape;456;p44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{{gcba_mail_entregados}}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{{gcba_mail_aperturas}} ({{gcba_mail_or}}%)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58" name="Google Shape;458;p44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44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{{gcba_cc_contactados}} ({{gcba_cc_contact_pct}}%)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5854525" y="3554722"/>
            <a:ext cx="1840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{{gcba_sms_envios}}  envíos de SMS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1" name="Google Shape;461;p44"/>
          <p:cNvSpPr/>
          <p:nvPr/>
        </p:nvSpPr>
        <p:spPr>
          <a:xfrm>
            <a:off x="5856218" y="3964561"/>
            <a:ext cx="1840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SMS entregados: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{{gcba_sms_entregados}}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2" name="Google Shape;462;p44"/>
          <p:cNvSpPr/>
          <p:nvPr/>
        </p:nvSpPr>
        <p:spPr>
          <a:xfrm>
            <a:off x="6601765" y="3373117"/>
            <a:ext cx="3627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463" name="Google Shape;463;p44"/>
          <p:cNvCxnSpPr/>
          <p:nvPr/>
        </p:nvCxnSpPr>
        <p:spPr>
          <a:xfrm flipH="1" rot="10800000">
            <a:off x="5996581" y="4539353"/>
            <a:ext cx="1556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64" name="Google Shape;464;p44" title="char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6639" y="3441435"/>
            <a:ext cx="199450" cy="1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4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{{gcba_imp_meta}}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7" name="Google Shape;467;p44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44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5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5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45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7" name="Google Shape;477;p45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8" name="Google Shape;478;p45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79" name="Google Shape;479;p45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5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5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45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Encuentros con vecinos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3" name="Google Shape;483;p45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"/>
          <p:cNvSpPr txBox="1"/>
          <p:nvPr/>
        </p:nvSpPr>
        <p:spPr>
          <a:xfrm>
            <a:off x="523499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Encuentros con vecinos</a:t>
            </a:r>
            <a:r>
              <a:rPr b="1" lang="es" sz="1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alcance semanal por herramienta</a:t>
            </a:r>
            <a:endParaRPr b="1" sz="18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89" name="Google Shape;489;p46"/>
          <p:cNvGrpSpPr/>
          <p:nvPr/>
        </p:nvGrpSpPr>
        <p:grpSpPr>
          <a:xfrm>
            <a:off x="191374" y="191118"/>
            <a:ext cx="217624" cy="217189"/>
            <a:chOff x="11899863" y="7646238"/>
            <a:chExt cx="563500" cy="562375"/>
          </a:xfrm>
        </p:grpSpPr>
        <p:sp>
          <p:nvSpPr>
            <p:cNvPr id="490" name="Google Shape;490;p46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6"/>
          <p:cNvSpPr/>
          <p:nvPr/>
        </p:nvSpPr>
        <p:spPr>
          <a:xfrm>
            <a:off x="360750" y="6607203"/>
            <a:ext cx="8423100" cy="2184000"/>
          </a:xfrm>
          <a:prstGeom prst="round2SameRect">
            <a:avLst>
              <a:gd fmla="val 0" name="adj1"/>
              <a:gd fmla="val 10858" name="adj2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93" name="Google Shape;493;p46"/>
          <p:cNvCxnSpPr/>
          <p:nvPr/>
        </p:nvCxnSpPr>
        <p:spPr>
          <a:xfrm>
            <a:off x="6586875" y="1541627"/>
            <a:ext cx="0" cy="2652600"/>
          </a:xfrm>
          <a:prstGeom prst="straightConnector1">
            <a:avLst/>
          </a:prstGeom>
          <a:noFill/>
          <a:ln cap="flat" cmpd="sng" w="107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46"/>
          <p:cNvSpPr/>
          <p:nvPr/>
        </p:nvSpPr>
        <p:spPr>
          <a:xfrm>
            <a:off x="512471" y="1450919"/>
            <a:ext cx="5439900" cy="840600"/>
          </a:xfrm>
          <a:prstGeom prst="roundRect">
            <a:avLst>
              <a:gd fmla="val 3330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{{ecv_insc_mail}}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({{ecv_insc_mail_pct}}%)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{{ecv_insc_digital}}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({{ecv_insc_digital_pct}}%)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Call Center</a:t>
            </a: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{{ecv_insc_cc}}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({{ecv_insc_cc_pct}}%)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Difusión: 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{{ecv_insc_dif}}</a:t>
            </a:r>
            <a:r>
              <a:rPr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({{ecv_insc_dif_pct}}%)</a:t>
            </a:r>
            <a:endParaRPr b="1"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1671123" y="1450925"/>
            <a:ext cx="9327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INSCRIPTOS:</a:t>
            </a:r>
            <a:endParaRPr b="1" i="1" sz="1041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2829754" y="1450925"/>
            <a:ext cx="10095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ASISTENTES</a:t>
            </a: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endParaRPr i="1" sz="104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497" name="Google Shape;497;p46"/>
          <p:cNvGrpSpPr/>
          <p:nvPr/>
        </p:nvGrpSpPr>
        <p:grpSpPr>
          <a:xfrm>
            <a:off x="3167193" y="1529030"/>
            <a:ext cx="350808" cy="204293"/>
            <a:chOff x="5743198" y="1745389"/>
            <a:chExt cx="650608" cy="378881"/>
          </a:xfrm>
        </p:grpSpPr>
        <p:sp>
          <p:nvSpPr>
            <p:cNvPr id="498" name="Google Shape;498;p46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p46"/>
          <p:cNvSpPr/>
          <p:nvPr/>
        </p:nvSpPr>
        <p:spPr>
          <a:xfrm>
            <a:off x="1671122" y="2041558"/>
            <a:ext cx="9327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5" name="Google Shape;505;p46"/>
          <p:cNvSpPr/>
          <p:nvPr/>
        </p:nvSpPr>
        <p:spPr>
          <a:xfrm>
            <a:off x="2037696" y="1493082"/>
            <a:ext cx="281400" cy="248908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9475" lIns="99025" spcFirstLastPara="1" rIns="99025" wrap="square" tIns="49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1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2819752" y="2041558"/>
            <a:ext cx="10095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{{ecv_asistentes}}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512490" y="1451420"/>
            <a:ext cx="9327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ENCUENTROS:</a:t>
            </a:r>
            <a:endParaRPr b="1" i="1" sz="1041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512489" y="2042053"/>
            <a:ext cx="9327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{{ecv_encuentros}}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879063" y="1493576"/>
            <a:ext cx="281400" cy="248908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9475" lIns="99025" spcFirstLastPara="1" rIns="99025" wrap="square" tIns="49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1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1895623" y="3094159"/>
            <a:ext cx="14550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latin typeface="Archivo"/>
                <a:ea typeface="Archivo"/>
                <a:cs typeface="Archivo"/>
                <a:sym typeface="Archivo"/>
              </a:rPr>
              <a:t>{{ivr_75}}</a:t>
            </a:r>
            <a:r>
              <a:rPr b="1" lang="es" sz="1018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({{ivr_75_pct}}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1" name="Google Shape;511;p46"/>
          <p:cNvSpPr/>
          <p:nvPr/>
        </p:nvSpPr>
        <p:spPr>
          <a:xfrm>
            <a:off x="1895623" y="3094148"/>
            <a:ext cx="1455000" cy="2145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158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12" name="Google Shape;512;p46"/>
          <p:cNvGrpSpPr/>
          <p:nvPr/>
        </p:nvGrpSpPr>
        <p:grpSpPr>
          <a:xfrm>
            <a:off x="3141254" y="3146687"/>
            <a:ext cx="146481" cy="109565"/>
            <a:chOff x="11542348" y="3083222"/>
            <a:chExt cx="361681" cy="274875"/>
          </a:xfrm>
        </p:grpSpPr>
        <p:sp>
          <p:nvSpPr>
            <p:cNvPr id="513" name="Google Shape;513;p4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15" name="Google Shape;515;p46"/>
          <p:cNvSpPr/>
          <p:nvPr/>
        </p:nvSpPr>
        <p:spPr>
          <a:xfrm>
            <a:off x="3429498" y="3090029"/>
            <a:ext cx="1526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{{mail_aperturas}} 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({{mail_or}}%)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6" name="Google Shape;516;p46"/>
          <p:cNvSpPr/>
          <p:nvPr/>
        </p:nvSpPr>
        <p:spPr>
          <a:xfrm>
            <a:off x="3429498" y="3090019"/>
            <a:ext cx="1526100" cy="2145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Contactados</a:t>
            </a:r>
            <a:endParaRPr b="1" sz="79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17" name="Google Shape;517;p46"/>
          <p:cNvGrpSpPr/>
          <p:nvPr/>
        </p:nvGrpSpPr>
        <p:grpSpPr>
          <a:xfrm>
            <a:off x="4814213" y="3127167"/>
            <a:ext cx="111878" cy="140282"/>
            <a:chOff x="3731750" y="3001050"/>
            <a:chExt cx="1526300" cy="1940275"/>
          </a:xfrm>
        </p:grpSpPr>
        <p:sp>
          <p:nvSpPr>
            <p:cNvPr id="518" name="Google Shape;518;p4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46"/>
          <p:cNvSpPr/>
          <p:nvPr/>
        </p:nvSpPr>
        <p:spPr>
          <a:xfrm>
            <a:off x="5014313" y="3099133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{{cc_contactados}} 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({{cc_contact_pct}}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5014313" y="3085748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Escucharon</a:t>
            </a:r>
            <a:r>
              <a:rPr b="1" lang="es" sz="905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+75%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2" name="Google Shape;522;p46"/>
          <p:cNvSpPr/>
          <p:nvPr/>
        </p:nvSpPr>
        <p:spPr>
          <a:xfrm>
            <a:off x="5014313" y="3659118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135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3" name="Google Shape;523;p46"/>
          <p:cNvSpPr/>
          <p:nvPr/>
        </p:nvSpPr>
        <p:spPr>
          <a:xfrm>
            <a:off x="5014313" y="3645732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1895623" y="2534891"/>
            <a:ext cx="14550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{{ivr_atendidos}}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1895623" y="2534880"/>
            <a:ext cx="1455000" cy="2145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158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26" name="Google Shape;526;p46"/>
          <p:cNvGrpSpPr/>
          <p:nvPr/>
        </p:nvGrpSpPr>
        <p:grpSpPr>
          <a:xfrm>
            <a:off x="3141254" y="2587419"/>
            <a:ext cx="146481" cy="109565"/>
            <a:chOff x="11542348" y="3083222"/>
            <a:chExt cx="361681" cy="274875"/>
          </a:xfrm>
        </p:grpSpPr>
        <p:sp>
          <p:nvSpPr>
            <p:cNvPr id="527" name="Google Shape;527;p4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529" name="Google Shape;529;p46"/>
          <p:cNvSpPr/>
          <p:nvPr/>
        </p:nvSpPr>
        <p:spPr>
          <a:xfrm>
            <a:off x="3429498" y="2530761"/>
            <a:ext cx="1526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{{mail_entregados}}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0" name="Google Shape;530;p46"/>
          <p:cNvSpPr/>
          <p:nvPr/>
        </p:nvSpPr>
        <p:spPr>
          <a:xfrm>
            <a:off x="3429498" y="2530751"/>
            <a:ext cx="1526100" cy="2145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Base </a:t>
            </a: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llamada</a:t>
            </a:r>
            <a:endParaRPr b="1" sz="79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31" name="Google Shape;531;p46"/>
          <p:cNvGrpSpPr/>
          <p:nvPr/>
        </p:nvGrpSpPr>
        <p:grpSpPr>
          <a:xfrm>
            <a:off x="4814213" y="2567899"/>
            <a:ext cx="111878" cy="140282"/>
            <a:chOff x="3731750" y="3001050"/>
            <a:chExt cx="1526300" cy="1940275"/>
          </a:xfrm>
        </p:grpSpPr>
        <p:sp>
          <p:nvSpPr>
            <p:cNvPr id="532" name="Google Shape;532;p4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46"/>
          <p:cNvSpPr/>
          <p:nvPr/>
        </p:nvSpPr>
        <p:spPr>
          <a:xfrm>
            <a:off x="5014313" y="2539865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{{cc_base}}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5" name="Google Shape;535;p46"/>
          <p:cNvSpPr/>
          <p:nvPr/>
        </p:nvSpPr>
        <p:spPr>
          <a:xfrm>
            <a:off x="5014313" y="2526480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6" name="Google Shape;536;p46"/>
          <p:cNvSpPr/>
          <p:nvPr/>
        </p:nvSpPr>
        <p:spPr>
          <a:xfrm>
            <a:off x="2085306" y="765588"/>
            <a:ext cx="2514600" cy="5376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9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  semanal JM </a:t>
            </a:r>
            <a:endParaRPr b="1" sz="1409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96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ECVs del {{periodo}}</a:t>
            </a:r>
            <a:endParaRPr sz="1296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7" name="Google Shape;537;p46"/>
          <p:cNvSpPr/>
          <p:nvPr/>
        </p:nvSpPr>
        <p:spPr>
          <a:xfrm>
            <a:off x="225300" y="3099167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{{ivr_atendidos}}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46"/>
          <p:cNvSpPr/>
          <p:nvPr/>
        </p:nvSpPr>
        <p:spPr>
          <a:xfrm>
            <a:off x="225300" y="3085782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58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9" name="Google Shape;539;p46"/>
          <p:cNvSpPr/>
          <p:nvPr/>
        </p:nvSpPr>
        <p:spPr>
          <a:xfrm>
            <a:off x="225300" y="2539880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{{clics}}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0" name="Google Shape;540;p46"/>
          <p:cNvSpPr/>
          <p:nvPr/>
        </p:nvSpPr>
        <p:spPr>
          <a:xfrm>
            <a:off x="225300" y="2539870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90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1" name="Google Shape;541;p46"/>
          <p:cNvSpPr/>
          <p:nvPr/>
        </p:nvSpPr>
        <p:spPr>
          <a:xfrm>
            <a:off x="225300" y="3702644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{{imp_total}}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2" name="Google Shape;542;p46"/>
          <p:cNvSpPr/>
          <p:nvPr/>
        </p:nvSpPr>
        <p:spPr>
          <a:xfrm>
            <a:off x="225300" y="3689259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*Audiencia Alcanzada</a:t>
            </a:r>
            <a:endParaRPr b="1" sz="158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543" name="Google Shape;543;p46"/>
          <p:cNvGraphicFramePr/>
          <p:nvPr/>
        </p:nvGraphicFramePr>
        <p:xfrm>
          <a:off x="6774326" y="1676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{A9F98ACE-0ED3-4DE1-9873-5BE970C4F1FE}</a:tableStyleId>
              </a:tblPr>
              <a:tblGrid>
                <a:gridCol w="2150400"/>
              </a:tblGrid>
              <a:tr h="53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impactados</a:t>
                      </a:r>
                      <a:r>
                        <a:rPr b="1" lang="es" sz="1200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: </a:t>
                      </a:r>
                      <a:r>
                        <a:rPr lang="es" sz="1200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{{ecv_barrios}}</a:t>
                      </a:r>
                      <a:endParaRPr sz="1200">
                        <a:solidFill>
                          <a:srgbClr val="8DE2D6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546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{{ecv_barrio1}}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{{ecv_barrio2}}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{{ecv_barrio3}}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544" name="Google Shape;544;p46"/>
          <p:cNvSpPr txBox="1"/>
          <p:nvPr/>
        </p:nvSpPr>
        <p:spPr>
          <a:xfrm>
            <a:off x="248800" y="4349626"/>
            <a:ext cx="78207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800" u="sng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*Audiencia Alcanzada</a:t>
            </a:r>
            <a:r>
              <a:rPr i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lang="es" sz="800">
                <a:solidFill>
                  <a:srgbClr val="595959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Es la cantidad de </a:t>
            </a:r>
            <a:r>
              <a:rPr b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personas únicas que vieron el anuncio al menos una vez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Este número corresponde al total unificado de todas las EDVs de la semana, extraído exclusivamente desde la plataforma. Una misma persona que haya visto distintos anuncios o estrategias dentro de la misma campaña (o en varias) se contabiliza co</a:t>
            </a:r>
            <a:r>
              <a:rPr lang="es" sz="800">
                <a:latin typeface="Archivo"/>
                <a:ea typeface="Archivo"/>
                <a:cs typeface="Archivo"/>
                <a:sym typeface="Archivo"/>
              </a:rPr>
              <a:t>mo una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De esta manera, el dato consolidado evita duplicaciones y refleja un alcance real sin sobreestimaciones.</a:t>
            </a:r>
            <a:endParaRPr sz="8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47"/>
          <p:cNvGrpSpPr/>
          <p:nvPr/>
        </p:nvGrpSpPr>
        <p:grpSpPr>
          <a:xfrm>
            <a:off x="563725" y="691510"/>
            <a:ext cx="1933424" cy="3436679"/>
            <a:chOff x="500000" y="241213"/>
            <a:chExt cx="2676761" cy="4757966"/>
          </a:xfrm>
        </p:grpSpPr>
        <p:sp>
          <p:nvSpPr>
            <p:cNvPr id="550" name="Google Shape;550;p47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7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7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7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7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7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7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7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7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7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7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7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7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7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7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7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7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7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7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7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7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7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7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7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7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7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7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5" name="Google Shape;585;p47"/>
          <p:cNvCxnSpPr/>
          <p:nvPr/>
        </p:nvCxnSpPr>
        <p:spPr>
          <a:xfrm rot="10800000">
            <a:off x="291888" y="2113000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7"/>
          <p:cNvSpPr txBox="1"/>
          <p:nvPr/>
        </p:nvSpPr>
        <p:spPr>
          <a:xfrm>
            <a:off x="291900" y="4248675"/>
            <a:ext cx="27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 JM: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Call Center: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Contactabilidad: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25%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Efectividad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75%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Estrategia de comunicación:{{ecv_barrio}}</a:t>
            </a:r>
            <a:endParaRPr b="1" sz="18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88" name="Google Shape;588;p47"/>
          <p:cNvGrpSpPr/>
          <p:nvPr/>
        </p:nvGrpSpPr>
        <p:grpSpPr>
          <a:xfrm>
            <a:off x="262075" y="191118"/>
            <a:ext cx="217624" cy="217189"/>
            <a:chOff x="11899863" y="7646238"/>
            <a:chExt cx="563500" cy="562375"/>
          </a:xfrm>
        </p:grpSpPr>
        <p:sp>
          <p:nvSpPr>
            <p:cNvPr id="589" name="Google Shape;589;p47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7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1" name="Google Shape;591;p47"/>
          <p:cNvCxnSpPr/>
          <p:nvPr/>
        </p:nvCxnSpPr>
        <p:spPr>
          <a:xfrm flipH="1" rot="10800000">
            <a:off x="1575600" y="1570631"/>
            <a:ext cx="5792400" cy="51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592" name="Google Shape;592;p47"/>
          <p:cNvCxnSpPr/>
          <p:nvPr/>
        </p:nvCxnSpPr>
        <p:spPr>
          <a:xfrm>
            <a:off x="1815417" y="3162721"/>
            <a:ext cx="5790000" cy="12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593" name="Google Shape;593;p47"/>
          <p:cNvGrpSpPr/>
          <p:nvPr/>
        </p:nvGrpSpPr>
        <p:grpSpPr>
          <a:xfrm>
            <a:off x="563725" y="691510"/>
            <a:ext cx="1933424" cy="3436679"/>
            <a:chOff x="500000" y="241213"/>
            <a:chExt cx="2676761" cy="4757966"/>
          </a:xfrm>
        </p:grpSpPr>
        <p:sp>
          <p:nvSpPr>
            <p:cNvPr id="594" name="Google Shape;594;p47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7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7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7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7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7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7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7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7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7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7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7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7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7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7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7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7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7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7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7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7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7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7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7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7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7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47"/>
          <p:cNvSpPr/>
          <p:nvPr/>
        </p:nvSpPr>
        <p:spPr>
          <a:xfrm>
            <a:off x="3475639" y="1644477"/>
            <a:ext cx="4385100" cy="2295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(a cuántas personas realmente llegamos)</a:t>
            </a:r>
            <a:endParaRPr sz="82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0" name="Google Shape;630;p47"/>
          <p:cNvSpPr/>
          <p:nvPr/>
        </p:nvSpPr>
        <p:spPr>
          <a:xfrm>
            <a:off x="3477957" y="3212455"/>
            <a:ext cx="4385100" cy="2295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Alcances objetivo </a:t>
            </a:r>
            <a:r>
              <a:rPr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sz="82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631" name="Google Shape;631;p47"/>
          <p:cNvCxnSpPr/>
          <p:nvPr/>
        </p:nvCxnSpPr>
        <p:spPr>
          <a:xfrm rot="10800000">
            <a:off x="291888" y="2113000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47"/>
          <p:cNvSpPr/>
          <p:nvPr/>
        </p:nvSpPr>
        <p:spPr>
          <a:xfrm>
            <a:off x="3475650" y="748875"/>
            <a:ext cx="29649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11600">
            <a:noAutofit/>
          </a:bodyPr>
          <a:lstStyle/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{{ecv_insc_mail}}</a:t>
            </a:r>
            <a:endParaRPr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Center: {{ecv_insc_cc}}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Difusión</a:t>
            </a: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:{{ecv_insc_dif}}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{{ecv_insc_digital}}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3" name="Google Shape;633;p47"/>
          <p:cNvSpPr/>
          <p:nvPr/>
        </p:nvSpPr>
        <p:spPr>
          <a:xfrm>
            <a:off x="3475650" y="749091"/>
            <a:ext cx="1422600" cy="752700"/>
          </a:xfrm>
          <a:prstGeom prst="roundRect">
            <a:avLst>
              <a:gd fmla="val 989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3568220" y="1013103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7"/>
          <p:cNvSpPr/>
          <p:nvPr/>
        </p:nvSpPr>
        <p:spPr>
          <a:xfrm>
            <a:off x="3943156" y="903159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sp>
        <p:nvSpPr>
          <p:cNvPr id="636" name="Google Shape;636;p47"/>
          <p:cNvSpPr/>
          <p:nvPr/>
        </p:nvSpPr>
        <p:spPr>
          <a:xfrm>
            <a:off x="4841829" y="2101267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{{enc_clics}}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({{enc_ctor}}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7" name="Google Shape;637;p47"/>
          <p:cNvSpPr/>
          <p:nvPr/>
        </p:nvSpPr>
        <p:spPr>
          <a:xfrm>
            <a:off x="4841831" y="1948140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8" name="Google Shape;638;p47"/>
          <p:cNvSpPr/>
          <p:nvPr/>
        </p:nvSpPr>
        <p:spPr>
          <a:xfrm>
            <a:off x="4841829" y="2490280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{{enc_aperturas}}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({{enc_or}}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FBAB0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9" name="Google Shape;639;p47"/>
          <p:cNvSpPr/>
          <p:nvPr/>
        </p:nvSpPr>
        <p:spPr>
          <a:xfrm>
            <a:off x="4841831" y="2337279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0" name="Google Shape;640;p47"/>
          <p:cNvSpPr/>
          <p:nvPr/>
        </p:nvSpPr>
        <p:spPr>
          <a:xfrm>
            <a:off x="7224971" y="2093074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{{enc_ll_efectivos}}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({{enc_ll_efectivos_pct}}%)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7224965" y="1933944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Efectivos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7224971" y="2490280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{{enc_ll_contactados}}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({{enc_ll_contactados_pct}}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3" name="Google Shape;643;p47"/>
          <p:cNvSpPr/>
          <p:nvPr/>
        </p:nvSpPr>
        <p:spPr>
          <a:xfrm>
            <a:off x="7224965" y="2323083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7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Contactados</a:t>
            </a:r>
            <a:endParaRPr b="1" sz="57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4" name="Google Shape;644;p47"/>
          <p:cNvSpPr/>
          <p:nvPr/>
        </p:nvSpPr>
        <p:spPr>
          <a:xfrm>
            <a:off x="4842700" y="3685900"/>
            <a:ext cx="10647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{{enc_mails_entregados}}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5" name="Google Shape;645;p47"/>
          <p:cNvSpPr/>
          <p:nvPr/>
        </p:nvSpPr>
        <p:spPr>
          <a:xfrm>
            <a:off x="4842706" y="3524124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6" name="Google Shape;646;p47"/>
          <p:cNvSpPr/>
          <p:nvPr/>
        </p:nvSpPr>
        <p:spPr>
          <a:xfrm>
            <a:off x="6440500" y="748875"/>
            <a:ext cx="1422600" cy="753000"/>
          </a:xfrm>
          <a:prstGeom prst="roundRect">
            <a:avLst>
              <a:gd fmla="val 989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{{ecv_asistentes}}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7" name="Google Shape;647;p47"/>
          <p:cNvSpPr/>
          <p:nvPr/>
        </p:nvSpPr>
        <p:spPr>
          <a:xfrm>
            <a:off x="6908017" y="833682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grpSp>
        <p:nvGrpSpPr>
          <p:cNvPr id="648" name="Google Shape;648;p47"/>
          <p:cNvGrpSpPr/>
          <p:nvPr/>
        </p:nvGrpSpPr>
        <p:grpSpPr>
          <a:xfrm>
            <a:off x="6556706" y="1022170"/>
            <a:ext cx="255688" cy="206746"/>
            <a:chOff x="10290013" y="6822988"/>
            <a:chExt cx="649450" cy="470625"/>
          </a:xfrm>
        </p:grpSpPr>
        <p:sp>
          <p:nvSpPr>
            <p:cNvPr id="649" name="Google Shape;649;p47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7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7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7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3" name="Google Shape;653;p47"/>
          <p:cNvSpPr/>
          <p:nvPr/>
        </p:nvSpPr>
        <p:spPr>
          <a:xfrm>
            <a:off x="3443100" y="2101267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{{enc_audiencia}} 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({{enc_audiencia_pct}}%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4" name="Google Shape;654;p47"/>
          <p:cNvSpPr/>
          <p:nvPr/>
        </p:nvSpPr>
        <p:spPr>
          <a:xfrm>
            <a:off x="3443106" y="1948140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Audiencia Alcanzada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5" name="Google Shape;655;p47"/>
          <p:cNvSpPr/>
          <p:nvPr/>
        </p:nvSpPr>
        <p:spPr>
          <a:xfrm>
            <a:off x="3443100" y="2490280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{{enc_impresiones}}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6" name="Google Shape;656;p47"/>
          <p:cNvSpPr/>
          <p:nvPr/>
        </p:nvSpPr>
        <p:spPr>
          <a:xfrm>
            <a:off x="3443106" y="2337279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7" name="Google Shape;657;p47"/>
          <p:cNvSpPr/>
          <p:nvPr/>
        </p:nvSpPr>
        <p:spPr>
          <a:xfrm>
            <a:off x="7226800" y="4079098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{{enc_audiencia_ivr}}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8" name="Google Shape;658;p47"/>
          <p:cNvSpPr/>
          <p:nvPr/>
        </p:nvSpPr>
        <p:spPr>
          <a:xfrm>
            <a:off x="7226799" y="3920646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BBDD Teléfonos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9" name="Google Shape;659;p47"/>
          <p:cNvSpPr/>
          <p:nvPr/>
        </p:nvSpPr>
        <p:spPr>
          <a:xfrm>
            <a:off x="7229074" y="3678675"/>
            <a:ext cx="11166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{{enc_base_llamada}}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0" name="Google Shape;660;p47"/>
          <p:cNvSpPr/>
          <p:nvPr/>
        </p:nvSpPr>
        <p:spPr>
          <a:xfrm>
            <a:off x="7226799" y="3524124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1" name="Google Shape;661;p47"/>
          <p:cNvSpPr/>
          <p:nvPr/>
        </p:nvSpPr>
        <p:spPr>
          <a:xfrm>
            <a:off x="3443100" y="3673504"/>
            <a:ext cx="1239600" cy="2295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{{enc_alcance_potencial}}</a:t>
            </a:r>
            <a:endParaRPr b="1" sz="9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2" name="Google Shape;662;p47"/>
          <p:cNvSpPr/>
          <p:nvPr/>
        </p:nvSpPr>
        <p:spPr>
          <a:xfrm>
            <a:off x="3443106" y="3524124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Alcance Potencial</a:t>
            </a:r>
            <a:endParaRPr b="1" sz="662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3" name="Google Shape;663;p47"/>
          <p:cNvSpPr/>
          <p:nvPr/>
        </p:nvSpPr>
        <p:spPr>
          <a:xfrm>
            <a:off x="3436850" y="4079222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{{ecv_poblacion}}</a:t>
            </a:r>
            <a:endParaRPr b="1" sz="9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4" name="Google Shape;664;p47"/>
          <p:cNvSpPr/>
          <p:nvPr/>
        </p:nvSpPr>
        <p:spPr>
          <a:xfrm>
            <a:off x="3436860" y="3920646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Habitantes del</a:t>
            </a:r>
            <a:r>
              <a:rPr b="1" lang="es" sz="662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Barrio</a:t>
            </a:r>
            <a:endParaRPr b="1" sz="115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5" name="Google Shape;665;p47"/>
          <p:cNvSpPr/>
          <p:nvPr/>
        </p:nvSpPr>
        <p:spPr>
          <a:xfrm>
            <a:off x="6064976" y="3685900"/>
            <a:ext cx="10134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{{enc_atendidos}}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6" name="Google Shape;666;p47"/>
          <p:cNvSpPr/>
          <p:nvPr/>
        </p:nvSpPr>
        <p:spPr>
          <a:xfrm>
            <a:off x="6064979" y="3524124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662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7" name="Google Shape;667;p47"/>
          <p:cNvSpPr/>
          <p:nvPr/>
        </p:nvSpPr>
        <p:spPr>
          <a:xfrm>
            <a:off x="6064990" y="2101267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{{enc_marque1}}</a:t>
            </a:r>
            <a:endParaRPr b="1" sz="900">
              <a:solidFill>
                <a:srgbClr val="595959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8" name="Google Shape;668;p47"/>
          <p:cNvSpPr/>
          <p:nvPr/>
        </p:nvSpPr>
        <p:spPr>
          <a:xfrm>
            <a:off x="6064987" y="1948140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Marcaron</a:t>
            </a:r>
            <a:r>
              <a:rPr b="1" lang="es" sz="662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1</a:t>
            </a:r>
            <a:endParaRPr b="1" sz="662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9" name="Google Shape;669;p47"/>
          <p:cNvSpPr/>
          <p:nvPr/>
        </p:nvSpPr>
        <p:spPr>
          <a:xfrm>
            <a:off x="6064990" y="2490280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{{enc_e75}}</a:t>
            </a: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({{enc_e75_pct}}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0" name="Google Shape;670;p47"/>
          <p:cNvSpPr/>
          <p:nvPr/>
        </p:nvSpPr>
        <p:spPr>
          <a:xfrm>
            <a:off x="6064987" y="2337279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Escucharon +75%</a:t>
            </a:r>
            <a:endParaRPr b="1" sz="662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1" name="Google Shape;671;p47"/>
          <p:cNvGrpSpPr/>
          <p:nvPr/>
        </p:nvGrpSpPr>
        <p:grpSpPr>
          <a:xfrm>
            <a:off x="5756479" y="3959019"/>
            <a:ext cx="107202" cy="80154"/>
            <a:chOff x="11542348" y="3083222"/>
            <a:chExt cx="361681" cy="274875"/>
          </a:xfrm>
        </p:grpSpPr>
        <p:sp>
          <p:nvSpPr>
            <p:cNvPr id="672" name="Google Shape;672;p4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73" name="Google Shape;673;p4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674" name="Google Shape;674;p47"/>
          <p:cNvGrpSpPr/>
          <p:nvPr/>
        </p:nvGrpSpPr>
        <p:grpSpPr>
          <a:xfrm>
            <a:off x="5764154" y="3568778"/>
            <a:ext cx="90384" cy="67592"/>
            <a:chOff x="11542348" y="3083222"/>
            <a:chExt cx="361681" cy="274875"/>
          </a:xfrm>
        </p:grpSpPr>
        <p:sp>
          <p:nvSpPr>
            <p:cNvPr id="675" name="Google Shape;675;p4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4675" lIns="9350" spcFirstLastPara="1" rIns="9350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6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76" name="Google Shape;676;p4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4675" lIns="9350" spcFirstLastPara="1" rIns="9350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6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677" name="Google Shape;677;p47"/>
          <p:cNvGrpSpPr/>
          <p:nvPr/>
        </p:nvGrpSpPr>
        <p:grpSpPr>
          <a:xfrm>
            <a:off x="5739572" y="2375625"/>
            <a:ext cx="107202" cy="80154"/>
            <a:chOff x="11542348" y="3083222"/>
            <a:chExt cx="361681" cy="274875"/>
          </a:xfrm>
        </p:grpSpPr>
        <p:sp>
          <p:nvSpPr>
            <p:cNvPr id="678" name="Google Shape;678;p4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680" name="Google Shape;680;p47"/>
          <p:cNvGrpSpPr/>
          <p:nvPr/>
        </p:nvGrpSpPr>
        <p:grpSpPr>
          <a:xfrm>
            <a:off x="5739572" y="1985317"/>
            <a:ext cx="107202" cy="80154"/>
            <a:chOff x="11542348" y="3083222"/>
            <a:chExt cx="361681" cy="274875"/>
          </a:xfrm>
        </p:grpSpPr>
        <p:sp>
          <p:nvSpPr>
            <p:cNvPr id="681" name="Google Shape;681;p4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683" name="Google Shape;683;p47"/>
          <p:cNvGrpSpPr/>
          <p:nvPr/>
        </p:nvGrpSpPr>
        <p:grpSpPr>
          <a:xfrm>
            <a:off x="8156094" y="3947775"/>
            <a:ext cx="81810" cy="102641"/>
            <a:chOff x="3731750" y="3001050"/>
            <a:chExt cx="1526300" cy="1940275"/>
          </a:xfrm>
        </p:grpSpPr>
        <p:sp>
          <p:nvSpPr>
            <p:cNvPr id="684" name="Google Shape;684;p4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6" name="Google Shape;686;p47"/>
          <p:cNvGrpSpPr/>
          <p:nvPr/>
        </p:nvGrpSpPr>
        <p:grpSpPr>
          <a:xfrm>
            <a:off x="8156094" y="3551253"/>
            <a:ext cx="81810" cy="102641"/>
            <a:chOff x="3731750" y="3001050"/>
            <a:chExt cx="1526300" cy="1940275"/>
          </a:xfrm>
        </p:grpSpPr>
        <p:sp>
          <p:nvSpPr>
            <p:cNvPr id="687" name="Google Shape;687;p4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47"/>
          <p:cNvGrpSpPr/>
          <p:nvPr/>
        </p:nvGrpSpPr>
        <p:grpSpPr>
          <a:xfrm>
            <a:off x="8237960" y="2350270"/>
            <a:ext cx="81810" cy="102641"/>
            <a:chOff x="3731750" y="3001050"/>
            <a:chExt cx="1526300" cy="1940275"/>
          </a:xfrm>
        </p:grpSpPr>
        <p:sp>
          <p:nvSpPr>
            <p:cNvPr id="690" name="Google Shape;690;p4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2" name="Google Shape;692;p47"/>
          <p:cNvGrpSpPr/>
          <p:nvPr/>
        </p:nvGrpSpPr>
        <p:grpSpPr>
          <a:xfrm>
            <a:off x="8222460" y="1961121"/>
            <a:ext cx="81810" cy="102641"/>
            <a:chOff x="3731750" y="3001050"/>
            <a:chExt cx="1526300" cy="1940275"/>
          </a:xfrm>
        </p:grpSpPr>
        <p:sp>
          <p:nvSpPr>
            <p:cNvPr id="693" name="Google Shape;693;p4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5" name="Google Shape;6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608" y="2384407"/>
            <a:ext cx="67606" cy="6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409" y="2001352"/>
            <a:ext cx="67606" cy="676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7" name="Google Shape;697;p47"/>
          <p:cNvCxnSpPr/>
          <p:nvPr/>
        </p:nvCxnSpPr>
        <p:spPr>
          <a:xfrm>
            <a:off x="4762573" y="1918465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7"/>
          <p:cNvCxnSpPr/>
          <p:nvPr/>
        </p:nvCxnSpPr>
        <p:spPr>
          <a:xfrm>
            <a:off x="4759573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7"/>
          <p:cNvCxnSpPr/>
          <p:nvPr/>
        </p:nvCxnSpPr>
        <p:spPr>
          <a:xfrm>
            <a:off x="5990220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47"/>
          <p:cNvCxnSpPr/>
          <p:nvPr/>
        </p:nvCxnSpPr>
        <p:spPr>
          <a:xfrm>
            <a:off x="5987219" y="1900192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7"/>
          <p:cNvCxnSpPr/>
          <p:nvPr/>
        </p:nvCxnSpPr>
        <p:spPr>
          <a:xfrm>
            <a:off x="7153302" y="1917802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7"/>
          <p:cNvCxnSpPr/>
          <p:nvPr/>
        </p:nvCxnSpPr>
        <p:spPr>
          <a:xfrm>
            <a:off x="7153715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703" name="Google Shape;70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513" y="3548987"/>
            <a:ext cx="107174" cy="10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533" y="1972309"/>
            <a:ext cx="107174" cy="10717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7"/>
          <p:cNvSpPr/>
          <p:nvPr/>
        </p:nvSpPr>
        <p:spPr>
          <a:xfrm>
            <a:off x="4842700" y="4079098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{{enc_audiencia_pauta}}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6" name="Google Shape;706;p47"/>
          <p:cNvSpPr/>
          <p:nvPr/>
        </p:nvSpPr>
        <p:spPr>
          <a:xfrm>
            <a:off x="6065247" y="4079349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{{enc_mails_enviados}}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07" name="Google Shape;707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8911" y="2355568"/>
            <a:ext cx="120397" cy="120383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7"/>
          <p:cNvSpPr/>
          <p:nvPr/>
        </p:nvSpPr>
        <p:spPr>
          <a:xfrm>
            <a:off x="6066211" y="3920646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662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4842706" y="3920646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10" name="Google Shape;7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733" y="3568771"/>
            <a:ext cx="67606" cy="6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008" y="3965293"/>
            <a:ext cx="67606" cy="67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" name="Google Shape;716;p48"/>
          <p:cNvGrpSpPr/>
          <p:nvPr/>
        </p:nvGrpSpPr>
        <p:grpSpPr>
          <a:xfrm>
            <a:off x="262075" y="191118"/>
            <a:ext cx="217624" cy="217189"/>
            <a:chOff x="11899863" y="7646238"/>
            <a:chExt cx="563500" cy="562375"/>
          </a:xfrm>
        </p:grpSpPr>
        <p:sp>
          <p:nvSpPr>
            <p:cNvPr id="717" name="Google Shape;717;p48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9" name="Google Shape;719;p48"/>
          <p:cNvSpPr/>
          <p:nvPr/>
        </p:nvSpPr>
        <p:spPr>
          <a:xfrm>
            <a:off x="360750" y="6607203"/>
            <a:ext cx="8423100" cy="2184000"/>
          </a:xfrm>
          <a:prstGeom prst="round2SameRect">
            <a:avLst>
              <a:gd fmla="val 0" name="adj1"/>
              <a:gd fmla="val 10858" name="adj2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6927050" y="56750"/>
            <a:ext cx="2127300" cy="3042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21" name="Google Shape;721;p48"/>
          <p:cNvGraphicFramePr/>
          <p:nvPr/>
        </p:nvGraphicFramePr>
        <p:xfrm>
          <a:off x="225273" y="86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{A9F98ACE-0ED3-4DE1-9873-5BE970C4F1FE}</a:tableStyleId>
              </a:tblPr>
              <a:tblGrid>
                <a:gridCol w="1851775"/>
                <a:gridCol w="1242500"/>
                <a:gridCol w="798400"/>
                <a:gridCol w="952325"/>
                <a:gridCol w="889225"/>
                <a:gridCol w="1009000"/>
                <a:gridCol w="1229325"/>
                <a:gridCol w="638575"/>
              </a:tblGrid>
              <a:tr h="27205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Campañas</a:t>
                      </a:r>
                      <a:endParaRPr b="1">
                        <a:solidFill>
                          <a:srgbClr val="8DE2D6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245"/>
                    </a:solidFill>
                  </a:tcPr>
                </a:tc>
                <a:tc gridSpan="7"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4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DIGITAL</a:t>
                      </a:r>
                      <a:endParaRPr b="1" sz="1100">
                        <a:solidFill>
                          <a:srgbClr val="153244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EAFF"/>
                    </a:solidFill>
                  </a:tcPr>
                </a:tc>
                <a:tc rowSpan="2" hMerge="1"/>
                <a:tc rowSpan="2" hMerge="1"/>
                <a:tc rowSpan="2" hMerge="1"/>
                <a:tc rowSpan="2" hMerge="1"/>
                <a:tc rowSpan="2" hMerge="1"/>
                <a:tc rowSpan="2" hMerge="1"/>
              </a:tr>
              <a:tr h="392575">
                <a:tc vMerge="1"/>
                <a:tc gridSpan="7" vMerge="1"/>
                <a:tc hMerge="1" vMerge="1"/>
                <a:tc hMerge="1" vMerge="1"/>
                <a:tc hMerge="1" vMerge="1"/>
                <a:tc hMerge="1" vMerge="1"/>
                <a:tc hMerge="1" vMerge="1"/>
                <a:tc hMerge="1" vMerge="1"/>
              </a:tr>
              <a:tr h="3925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Formato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Habitantes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Visualizaciones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VTR%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  <a:tr h="52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{{camp1}}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{{camp2}}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{{camp3}}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{{camp4}}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722" name="Google Shape;722;p48"/>
          <p:cNvSpPr txBox="1"/>
          <p:nvPr/>
        </p:nvSpPr>
        <p:spPr>
          <a:xfrm>
            <a:off x="225275" y="4278700"/>
            <a:ext cx="224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Benchmark VTR Post RDV: </a:t>
            </a:r>
            <a:r>
              <a:rPr b="1" i="1" lang="es" sz="900">
                <a:latin typeface="Archivo"/>
                <a:ea typeface="Archivo"/>
                <a:cs typeface="Archivo"/>
                <a:sym typeface="Archivo"/>
              </a:rPr>
              <a:t>44</a:t>
            </a:r>
            <a:r>
              <a:rPr b="1" i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endParaRPr b="1" i="1"/>
          </a:p>
        </p:txBody>
      </p:sp>
      <p:sp>
        <p:nvSpPr>
          <p:cNvPr id="723" name="Google Shape;723;p48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| ECVs: post reuniones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9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9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9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49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32" name="Google Shape;732;p49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3" name="Google Shape;733;p49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734" name="Google Shape;734;p49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9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9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7" name="Google Shape;737;p49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Comunicaciones M2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8" name="Google Shape;738;p49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0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Directa | Status semanal de M2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44" name="Google Shape;744;p50"/>
          <p:cNvGrpSpPr/>
          <p:nvPr/>
        </p:nvGrpSpPr>
        <p:grpSpPr>
          <a:xfrm>
            <a:off x="234545" y="156446"/>
            <a:ext cx="250814" cy="250257"/>
            <a:chOff x="11899863" y="7646238"/>
            <a:chExt cx="563500" cy="562375"/>
          </a:xfrm>
        </p:grpSpPr>
        <p:sp>
          <p:nvSpPr>
            <p:cNvPr id="745" name="Google Shape;745;p50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7" name="Google Shape;747;p50"/>
          <p:cNvSpPr/>
          <p:nvPr/>
        </p:nvSpPr>
        <p:spPr>
          <a:xfrm>
            <a:off x="384300" y="700968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8" name="Google Shape;748;p50"/>
          <p:cNvSpPr/>
          <p:nvPr/>
        </p:nvSpPr>
        <p:spPr>
          <a:xfrm>
            <a:off x="895383" y="2256461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994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9" name="Google Shape;749;p50"/>
          <p:cNvSpPr/>
          <p:nvPr/>
        </p:nvSpPr>
        <p:spPr>
          <a:xfrm>
            <a:off x="895383" y="1495337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95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88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{{m2_mails_enviados}}</a:t>
            </a:r>
            <a:endParaRPr sz="1988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750" name="Google Shape;750;p50"/>
          <p:cNvGrpSpPr/>
          <p:nvPr/>
        </p:nvGrpSpPr>
        <p:grpSpPr>
          <a:xfrm>
            <a:off x="947918" y="2490527"/>
            <a:ext cx="156463" cy="107009"/>
            <a:chOff x="11542348" y="3083222"/>
            <a:chExt cx="361681" cy="274875"/>
          </a:xfrm>
        </p:grpSpPr>
        <p:sp>
          <p:nvSpPr>
            <p:cNvPr id="751" name="Google Shape;751;p50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53" name="Google Shape;753;p50"/>
          <p:cNvSpPr/>
          <p:nvPr/>
        </p:nvSpPr>
        <p:spPr>
          <a:xfrm>
            <a:off x="997734" y="3364446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{{m2_aperturas}}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({{m2_or}}%)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4" name="Google Shape;754;p50"/>
          <p:cNvSpPr/>
          <p:nvPr/>
        </p:nvSpPr>
        <p:spPr>
          <a:xfrm>
            <a:off x="997499" y="3364435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5" name="Google Shape;755;p50"/>
          <p:cNvSpPr/>
          <p:nvPr/>
        </p:nvSpPr>
        <p:spPr>
          <a:xfrm>
            <a:off x="997981" y="2756420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94">
                <a:latin typeface="Archivo"/>
                <a:ea typeface="Archivo"/>
                <a:cs typeface="Archivo"/>
                <a:sym typeface="Archivo"/>
              </a:rPr>
              <a:t>{{m2_mails_entregados}}</a:t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997746" y="2756410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7" name="Google Shape;757;p50"/>
          <p:cNvSpPr/>
          <p:nvPr/>
        </p:nvSpPr>
        <p:spPr>
          <a:xfrm>
            <a:off x="997611" y="3972494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{{m2_clics}}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({{m2_ctor}}%)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997377" y="3972483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59" name="Google Shape;759;p50"/>
          <p:cNvGrpSpPr/>
          <p:nvPr/>
        </p:nvGrpSpPr>
        <p:grpSpPr>
          <a:xfrm>
            <a:off x="9159755" y="3462825"/>
            <a:ext cx="69327" cy="73808"/>
            <a:chOff x="2230550" y="1316100"/>
            <a:chExt cx="3151225" cy="3075350"/>
          </a:xfrm>
        </p:grpSpPr>
        <p:sp>
          <p:nvSpPr>
            <p:cNvPr id="760" name="Google Shape;760;p50"/>
            <p:cNvSpPr/>
            <p:nvPr/>
          </p:nvSpPr>
          <p:spPr>
            <a:xfrm>
              <a:off x="2230550" y="1316100"/>
              <a:ext cx="3151225" cy="3075350"/>
            </a:xfrm>
            <a:custGeom>
              <a:rect b="b" l="l" r="r" t="t"/>
              <a:pathLst>
                <a:path extrusionOk="0" h="123014" w="126049">
                  <a:moveTo>
                    <a:pt x="68214" y="6932"/>
                  </a:moveTo>
                  <a:cubicBezTo>
                    <a:pt x="69218" y="6932"/>
                    <a:pt x="70083" y="7211"/>
                    <a:pt x="70083" y="8411"/>
                  </a:cubicBezTo>
                  <a:cubicBezTo>
                    <a:pt x="70111" y="9610"/>
                    <a:pt x="69246" y="9917"/>
                    <a:pt x="68242" y="9945"/>
                  </a:cubicBezTo>
                  <a:lnTo>
                    <a:pt x="57807" y="9945"/>
                  </a:lnTo>
                  <a:cubicBezTo>
                    <a:pt x="56803" y="9917"/>
                    <a:pt x="55938" y="9638"/>
                    <a:pt x="55938" y="8439"/>
                  </a:cubicBezTo>
                  <a:cubicBezTo>
                    <a:pt x="55938" y="7239"/>
                    <a:pt x="56775" y="6932"/>
                    <a:pt x="57807" y="6932"/>
                  </a:cubicBezTo>
                  <a:close/>
                  <a:moveTo>
                    <a:pt x="118683" y="27019"/>
                  </a:moveTo>
                  <a:cubicBezTo>
                    <a:pt x="121696" y="27019"/>
                    <a:pt x="123091" y="28386"/>
                    <a:pt x="123091" y="31372"/>
                  </a:cubicBezTo>
                  <a:cubicBezTo>
                    <a:pt x="123091" y="39044"/>
                    <a:pt x="123091" y="46716"/>
                    <a:pt x="123091" y="54388"/>
                  </a:cubicBezTo>
                  <a:cubicBezTo>
                    <a:pt x="123091" y="57401"/>
                    <a:pt x="121724" y="58796"/>
                    <a:pt x="118711" y="58796"/>
                  </a:cubicBezTo>
                  <a:cubicBezTo>
                    <a:pt x="115028" y="58810"/>
                    <a:pt x="111346" y="58817"/>
                    <a:pt x="107663" y="58817"/>
                  </a:cubicBezTo>
                  <a:cubicBezTo>
                    <a:pt x="103980" y="58817"/>
                    <a:pt x="100298" y="58810"/>
                    <a:pt x="96615" y="58796"/>
                  </a:cubicBezTo>
                  <a:cubicBezTo>
                    <a:pt x="95611" y="58796"/>
                    <a:pt x="94802" y="59020"/>
                    <a:pt x="93965" y="59605"/>
                  </a:cubicBezTo>
                  <a:cubicBezTo>
                    <a:pt x="91203" y="61558"/>
                    <a:pt x="88413" y="63455"/>
                    <a:pt x="85400" y="65520"/>
                  </a:cubicBezTo>
                  <a:cubicBezTo>
                    <a:pt x="85400" y="63734"/>
                    <a:pt x="85428" y="62200"/>
                    <a:pt x="85400" y="60693"/>
                  </a:cubicBezTo>
                  <a:cubicBezTo>
                    <a:pt x="85372" y="59243"/>
                    <a:pt x="84925" y="58852"/>
                    <a:pt x="83502" y="58796"/>
                  </a:cubicBezTo>
                  <a:cubicBezTo>
                    <a:pt x="78704" y="58685"/>
                    <a:pt x="77951" y="57904"/>
                    <a:pt x="77951" y="53077"/>
                  </a:cubicBezTo>
                  <a:cubicBezTo>
                    <a:pt x="77951" y="45851"/>
                    <a:pt x="77951" y="38625"/>
                    <a:pt x="77951" y="31399"/>
                  </a:cubicBezTo>
                  <a:cubicBezTo>
                    <a:pt x="77951" y="28386"/>
                    <a:pt x="79318" y="27019"/>
                    <a:pt x="82331" y="27019"/>
                  </a:cubicBezTo>
                  <a:close/>
                  <a:moveTo>
                    <a:pt x="43579" y="52631"/>
                  </a:moveTo>
                  <a:cubicBezTo>
                    <a:pt x="46759" y="52631"/>
                    <a:pt x="48099" y="53970"/>
                    <a:pt x="48099" y="57150"/>
                  </a:cubicBezTo>
                  <a:cubicBezTo>
                    <a:pt x="48099" y="64795"/>
                    <a:pt x="48099" y="72411"/>
                    <a:pt x="48099" y="80028"/>
                  </a:cubicBezTo>
                  <a:cubicBezTo>
                    <a:pt x="48099" y="83041"/>
                    <a:pt x="46731" y="84408"/>
                    <a:pt x="43718" y="84436"/>
                  </a:cubicBezTo>
                  <a:cubicBezTo>
                    <a:pt x="43514" y="84436"/>
                    <a:pt x="43309" y="84423"/>
                    <a:pt x="43105" y="84423"/>
                  </a:cubicBezTo>
                  <a:cubicBezTo>
                    <a:pt x="43002" y="84423"/>
                    <a:pt x="42900" y="84426"/>
                    <a:pt x="42798" y="84436"/>
                  </a:cubicBezTo>
                  <a:cubicBezTo>
                    <a:pt x="41040" y="84436"/>
                    <a:pt x="40649" y="84826"/>
                    <a:pt x="40649" y="86584"/>
                  </a:cubicBezTo>
                  <a:cubicBezTo>
                    <a:pt x="40649" y="88035"/>
                    <a:pt x="40649" y="89457"/>
                    <a:pt x="40649" y="91159"/>
                  </a:cubicBezTo>
                  <a:cubicBezTo>
                    <a:pt x="37636" y="89095"/>
                    <a:pt x="34846" y="87198"/>
                    <a:pt x="32084" y="85245"/>
                  </a:cubicBezTo>
                  <a:cubicBezTo>
                    <a:pt x="31248" y="84631"/>
                    <a:pt x="30411" y="84408"/>
                    <a:pt x="29406" y="84408"/>
                  </a:cubicBezTo>
                  <a:cubicBezTo>
                    <a:pt x="22097" y="84436"/>
                    <a:pt x="14759" y="84436"/>
                    <a:pt x="7450" y="84436"/>
                  </a:cubicBezTo>
                  <a:cubicBezTo>
                    <a:pt x="4269" y="84436"/>
                    <a:pt x="2958" y="83096"/>
                    <a:pt x="2958" y="79888"/>
                  </a:cubicBezTo>
                  <a:cubicBezTo>
                    <a:pt x="2958" y="72300"/>
                    <a:pt x="2958" y="64711"/>
                    <a:pt x="2958" y="57150"/>
                  </a:cubicBezTo>
                  <a:cubicBezTo>
                    <a:pt x="2958" y="53970"/>
                    <a:pt x="4297" y="52631"/>
                    <a:pt x="7505" y="52631"/>
                  </a:cubicBezTo>
                  <a:close/>
                  <a:moveTo>
                    <a:pt x="95499" y="16836"/>
                  </a:moveTo>
                  <a:cubicBezTo>
                    <a:pt x="96476" y="16836"/>
                    <a:pt x="96894" y="17004"/>
                    <a:pt x="96810" y="18092"/>
                  </a:cubicBezTo>
                  <a:cubicBezTo>
                    <a:pt x="96699" y="19654"/>
                    <a:pt x="96727" y="21244"/>
                    <a:pt x="96810" y="22807"/>
                  </a:cubicBezTo>
                  <a:cubicBezTo>
                    <a:pt x="96864" y="23748"/>
                    <a:pt x="96658" y="24119"/>
                    <a:pt x="95667" y="24119"/>
                  </a:cubicBezTo>
                  <a:cubicBezTo>
                    <a:pt x="95631" y="24119"/>
                    <a:pt x="95593" y="24119"/>
                    <a:pt x="95555" y="24118"/>
                  </a:cubicBezTo>
                  <a:cubicBezTo>
                    <a:pt x="93309" y="24076"/>
                    <a:pt x="91063" y="24062"/>
                    <a:pt x="88817" y="24062"/>
                  </a:cubicBezTo>
                  <a:cubicBezTo>
                    <a:pt x="86571" y="24062"/>
                    <a:pt x="84326" y="24076"/>
                    <a:pt x="82080" y="24090"/>
                  </a:cubicBezTo>
                  <a:cubicBezTo>
                    <a:pt x="77672" y="24090"/>
                    <a:pt x="75021" y="26740"/>
                    <a:pt x="75021" y="31176"/>
                  </a:cubicBezTo>
                  <a:cubicBezTo>
                    <a:pt x="75021" y="39016"/>
                    <a:pt x="75021" y="46856"/>
                    <a:pt x="75021" y="54695"/>
                  </a:cubicBezTo>
                  <a:cubicBezTo>
                    <a:pt x="75021" y="58852"/>
                    <a:pt x="77476" y="61475"/>
                    <a:pt x="81633" y="61726"/>
                  </a:cubicBezTo>
                  <a:cubicBezTo>
                    <a:pt x="82414" y="61754"/>
                    <a:pt x="82442" y="62088"/>
                    <a:pt x="82442" y="62646"/>
                  </a:cubicBezTo>
                  <a:cubicBezTo>
                    <a:pt x="82414" y="64265"/>
                    <a:pt x="82414" y="65883"/>
                    <a:pt x="82414" y="67501"/>
                  </a:cubicBezTo>
                  <a:cubicBezTo>
                    <a:pt x="82414" y="68338"/>
                    <a:pt x="82359" y="69175"/>
                    <a:pt x="83279" y="69649"/>
                  </a:cubicBezTo>
                  <a:cubicBezTo>
                    <a:pt x="83513" y="69777"/>
                    <a:pt x="83728" y="69830"/>
                    <a:pt x="83931" y="69830"/>
                  </a:cubicBezTo>
                  <a:cubicBezTo>
                    <a:pt x="84478" y="69830"/>
                    <a:pt x="84931" y="69445"/>
                    <a:pt x="85400" y="69119"/>
                  </a:cubicBezTo>
                  <a:cubicBezTo>
                    <a:pt x="88720" y="66831"/>
                    <a:pt x="92068" y="64516"/>
                    <a:pt x="95387" y="62228"/>
                  </a:cubicBezTo>
                  <a:cubicBezTo>
                    <a:pt x="95682" y="62024"/>
                    <a:pt x="95958" y="61729"/>
                    <a:pt x="96305" y="61729"/>
                  </a:cubicBezTo>
                  <a:cubicBezTo>
                    <a:pt x="96385" y="61729"/>
                    <a:pt x="96470" y="61745"/>
                    <a:pt x="96559" y="61782"/>
                  </a:cubicBezTo>
                  <a:cubicBezTo>
                    <a:pt x="97061" y="62033"/>
                    <a:pt x="96782" y="62563"/>
                    <a:pt x="96782" y="62953"/>
                  </a:cubicBezTo>
                  <a:cubicBezTo>
                    <a:pt x="96782" y="76931"/>
                    <a:pt x="96782" y="90936"/>
                    <a:pt x="96810" y="104914"/>
                  </a:cubicBezTo>
                  <a:cubicBezTo>
                    <a:pt x="96810" y="105974"/>
                    <a:pt x="96476" y="106169"/>
                    <a:pt x="95499" y="106169"/>
                  </a:cubicBezTo>
                  <a:cubicBezTo>
                    <a:pt x="84674" y="106155"/>
                    <a:pt x="73849" y="106148"/>
                    <a:pt x="63025" y="106148"/>
                  </a:cubicBezTo>
                  <a:cubicBezTo>
                    <a:pt x="52200" y="106148"/>
                    <a:pt x="41375" y="106155"/>
                    <a:pt x="30550" y="106169"/>
                  </a:cubicBezTo>
                  <a:cubicBezTo>
                    <a:pt x="29546" y="106169"/>
                    <a:pt x="29211" y="105974"/>
                    <a:pt x="29239" y="104886"/>
                  </a:cubicBezTo>
                  <a:cubicBezTo>
                    <a:pt x="29295" y="99445"/>
                    <a:pt x="29267" y="94005"/>
                    <a:pt x="29267" y="88565"/>
                  </a:cubicBezTo>
                  <a:cubicBezTo>
                    <a:pt x="29267" y="88174"/>
                    <a:pt x="28988" y="87644"/>
                    <a:pt x="29518" y="87421"/>
                  </a:cubicBezTo>
                  <a:cubicBezTo>
                    <a:pt x="29607" y="87384"/>
                    <a:pt x="29692" y="87368"/>
                    <a:pt x="29772" y="87368"/>
                  </a:cubicBezTo>
                  <a:cubicBezTo>
                    <a:pt x="30119" y="87368"/>
                    <a:pt x="30395" y="87663"/>
                    <a:pt x="30690" y="87867"/>
                  </a:cubicBezTo>
                  <a:cubicBezTo>
                    <a:pt x="34037" y="90183"/>
                    <a:pt x="37413" y="92526"/>
                    <a:pt x="40761" y="94842"/>
                  </a:cubicBezTo>
                  <a:cubicBezTo>
                    <a:pt x="41200" y="95141"/>
                    <a:pt x="41638" y="95468"/>
                    <a:pt x="42148" y="95468"/>
                  </a:cubicBezTo>
                  <a:cubicBezTo>
                    <a:pt x="42351" y="95468"/>
                    <a:pt x="42567" y="95416"/>
                    <a:pt x="42798" y="95288"/>
                  </a:cubicBezTo>
                  <a:cubicBezTo>
                    <a:pt x="43579" y="94842"/>
                    <a:pt x="43635" y="94144"/>
                    <a:pt x="43635" y="93363"/>
                  </a:cubicBezTo>
                  <a:cubicBezTo>
                    <a:pt x="43635" y="91661"/>
                    <a:pt x="43635" y="89988"/>
                    <a:pt x="43635" y="88286"/>
                  </a:cubicBezTo>
                  <a:cubicBezTo>
                    <a:pt x="43607" y="87672"/>
                    <a:pt x="43663" y="87393"/>
                    <a:pt x="44444" y="87337"/>
                  </a:cubicBezTo>
                  <a:cubicBezTo>
                    <a:pt x="48573" y="87114"/>
                    <a:pt x="51028" y="84464"/>
                    <a:pt x="51028" y="80307"/>
                  </a:cubicBezTo>
                  <a:cubicBezTo>
                    <a:pt x="51028" y="72467"/>
                    <a:pt x="51028" y="64627"/>
                    <a:pt x="51028" y="56788"/>
                  </a:cubicBezTo>
                  <a:cubicBezTo>
                    <a:pt x="51028" y="52407"/>
                    <a:pt x="48350" y="49729"/>
                    <a:pt x="43942" y="49729"/>
                  </a:cubicBezTo>
                  <a:cubicBezTo>
                    <a:pt x="41682" y="49715"/>
                    <a:pt x="39415" y="49708"/>
                    <a:pt x="37148" y="49708"/>
                  </a:cubicBezTo>
                  <a:cubicBezTo>
                    <a:pt x="34881" y="49708"/>
                    <a:pt x="32615" y="49715"/>
                    <a:pt x="30355" y="49729"/>
                  </a:cubicBezTo>
                  <a:cubicBezTo>
                    <a:pt x="29546" y="49729"/>
                    <a:pt x="29239" y="49590"/>
                    <a:pt x="29239" y="48697"/>
                  </a:cubicBezTo>
                  <a:cubicBezTo>
                    <a:pt x="29267" y="38458"/>
                    <a:pt x="29267" y="28219"/>
                    <a:pt x="29239" y="17980"/>
                  </a:cubicBezTo>
                  <a:cubicBezTo>
                    <a:pt x="29239" y="17031"/>
                    <a:pt x="29518" y="16836"/>
                    <a:pt x="30411" y="16836"/>
                  </a:cubicBezTo>
                  <a:cubicBezTo>
                    <a:pt x="41291" y="16864"/>
                    <a:pt x="52200" y="16864"/>
                    <a:pt x="63080" y="16864"/>
                  </a:cubicBezTo>
                  <a:cubicBezTo>
                    <a:pt x="68479" y="16864"/>
                    <a:pt x="73884" y="16871"/>
                    <a:pt x="79290" y="16871"/>
                  </a:cubicBezTo>
                  <a:cubicBezTo>
                    <a:pt x="84695" y="16871"/>
                    <a:pt x="90101" y="16864"/>
                    <a:pt x="95499" y="16836"/>
                  </a:cubicBezTo>
                  <a:close/>
                  <a:moveTo>
                    <a:pt x="55602" y="113254"/>
                  </a:moveTo>
                  <a:cubicBezTo>
                    <a:pt x="55649" y="113254"/>
                    <a:pt x="55696" y="113254"/>
                    <a:pt x="55743" y="113255"/>
                  </a:cubicBezTo>
                  <a:cubicBezTo>
                    <a:pt x="56561" y="113265"/>
                    <a:pt x="57383" y="113268"/>
                    <a:pt x="58206" y="113268"/>
                  </a:cubicBezTo>
                  <a:cubicBezTo>
                    <a:pt x="59853" y="113268"/>
                    <a:pt x="61509" y="113255"/>
                    <a:pt x="63164" y="113255"/>
                  </a:cubicBezTo>
                  <a:lnTo>
                    <a:pt x="70334" y="113255"/>
                  </a:lnTo>
                  <a:cubicBezTo>
                    <a:pt x="71645" y="113283"/>
                    <a:pt x="72427" y="113813"/>
                    <a:pt x="72343" y="114762"/>
                  </a:cubicBezTo>
                  <a:cubicBezTo>
                    <a:pt x="72259" y="115989"/>
                    <a:pt x="71366" y="116213"/>
                    <a:pt x="70306" y="116213"/>
                  </a:cubicBezTo>
                  <a:lnTo>
                    <a:pt x="55715" y="116213"/>
                  </a:lnTo>
                  <a:cubicBezTo>
                    <a:pt x="54376" y="116213"/>
                    <a:pt x="53595" y="115655"/>
                    <a:pt x="53678" y="114734"/>
                  </a:cubicBezTo>
                  <a:cubicBezTo>
                    <a:pt x="53785" y="113560"/>
                    <a:pt x="54581" y="113254"/>
                    <a:pt x="55602" y="113254"/>
                  </a:cubicBezTo>
                  <a:close/>
                  <a:moveTo>
                    <a:pt x="81689" y="1"/>
                  </a:moveTo>
                  <a:cubicBezTo>
                    <a:pt x="75477" y="1"/>
                    <a:pt x="69265" y="13"/>
                    <a:pt x="63052" y="13"/>
                  </a:cubicBezTo>
                  <a:lnTo>
                    <a:pt x="35460" y="13"/>
                  </a:lnTo>
                  <a:cubicBezTo>
                    <a:pt x="34010" y="13"/>
                    <a:pt x="32587" y="69"/>
                    <a:pt x="31192" y="459"/>
                  </a:cubicBezTo>
                  <a:cubicBezTo>
                    <a:pt x="25389" y="2133"/>
                    <a:pt x="21818" y="7099"/>
                    <a:pt x="21790" y="13516"/>
                  </a:cubicBezTo>
                  <a:cubicBezTo>
                    <a:pt x="21790" y="25122"/>
                    <a:pt x="21790" y="36700"/>
                    <a:pt x="21818" y="48306"/>
                  </a:cubicBezTo>
                  <a:cubicBezTo>
                    <a:pt x="21818" y="49358"/>
                    <a:pt x="21661" y="49758"/>
                    <a:pt x="20566" y="49758"/>
                  </a:cubicBezTo>
                  <a:cubicBezTo>
                    <a:pt x="20529" y="49758"/>
                    <a:pt x="20490" y="49758"/>
                    <a:pt x="20451" y="49757"/>
                  </a:cubicBezTo>
                  <a:cubicBezTo>
                    <a:pt x="18205" y="49715"/>
                    <a:pt x="15959" y="49701"/>
                    <a:pt x="13713" y="49701"/>
                  </a:cubicBezTo>
                  <a:cubicBezTo>
                    <a:pt x="11467" y="49701"/>
                    <a:pt x="9221" y="49715"/>
                    <a:pt x="6975" y="49729"/>
                  </a:cubicBezTo>
                  <a:cubicBezTo>
                    <a:pt x="2763" y="49729"/>
                    <a:pt x="28" y="52491"/>
                    <a:pt x="28" y="56676"/>
                  </a:cubicBezTo>
                  <a:cubicBezTo>
                    <a:pt x="1" y="64544"/>
                    <a:pt x="1" y="72439"/>
                    <a:pt x="28" y="80334"/>
                  </a:cubicBezTo>
                  <a:cubicBezTo>
                    <a:pt x="28" y="84603"/>
                    <a:pt x="2763" y="87365"/>
                    <a:pt x="7031" y="87365"/>
                  </a:cubicBezTo>
                  <a:cubicBezTo>
                    <a:pt x="9641" y="87381"/>
                    <a:pt x="12259" y="87397"/>
                    <a:pt x="14877" y="87397"/>
                  </a:cubicBezTo>
                  <a:cubicBezTo>
                    <a:pt x="16793" y="87397"/>
                    <a:pt x="18708" y="87389"/>
                    <a:pt x="20618" y="87365"/>
                  </a:cubicBezTo>
                  <a:cubicBezTo>
                    <a:pt x="20662" y="87364"/>
                    <a:pt x="20705" y="87363"/>
                    <a:pt x="20747" y="87363"/>
                  </a:cubicBezTo>
                  <a:cubicBezTo>
                    <a:pt x="21642" y="87363"/>
                    <a:pt x="21844" y="87658"/>
                    <a:pt x="21818" y="88565"/>
                  </a:cubicBezTo>
                  <a:cubicBezTo>
                    <a:pt x="21790" y="95456"/>
                    <a:pt x="21818" y="102347"/>
                    <a:pt x="21818" y="109210"/>
                  </a:cubicBezTo>
                  <a:cubicBezTo>
                    <a:pt x="21818" y="110438"/>
                    <a:pt x="21846" y="111665"/>
                    <a:pt x="22125" y="112865"/>
                  </a:cubicBezTo>
                  <a:cubicBezTo>
                    <a:pt x="23547" y="119058"/>
                    <a:pt x="28513" y="122992"/>
                    <a:pt x="35070" y="122992"/>
                  </a:cubicBezTo>
                  <a:cubicBezTo>
                    <a:pt x="44374" y="123006"/>
                    <a:pt x="53678" y="123013"/>
                    <a:pt x="62983" y="123013"/>
                  </a:cubicBezTo>
                  <a:cubicBezTo>
                    <a:pt x="72287" y="123013"/>
                    <a:pt x="81591" y="123006"/>
                    <a:pt x="90896" y="122992"/>
                  </a:cubicBezTo>
                  <a:cubicBezTo>
                    <a:pt x="91816" y="122992"/>
                    <a:pt x="92737" y="122964"/>
                    <a:pt x="93630" y="122797"/>
                  </a:cubicBezTo>
                  <a:cubicBezTo>
                    <a:pt x="100075" y="121597"/>
                    <a:pt x="104259" y="116408"/>
                    <a:pt x="104259" y="109573"/>
                  </a:cubicBezTo>
                  <a:cubicBezTo>
                    <a:pt x="104287" y="94089"/>
                    <a:pt x="104287" y="78633"/>
                    <a:pt x="104232" y="63177"/>
                  </a:cubicBezTo>
                  <a:cubicBezTo>
                    <a:pt x="104232" y="61986"/>
                    <a:pt x="104583" y="61724"/>
                    <a:pt x="105572" y="61724"/>
                  </a:cubicBezTo>
                  <a:cubicBezTo>
                    <a:pt x="105625" y="61724"/>
                    <a:pt x="105681" y="61724"/>
                    <a:pt x="105738" y="61726"/>
                  </a:cubicBezTo>
                  <a:cubicBezTo>
                    <a:pt x="107956" y="61754"/>
                    <a:pt x="110181" y="61761"/>
                    <a:pt x="112406" y="61761"/>
                  </a:cubicBezTo>
                  <a:cubicBezTo>
                    <a:pt x="114631" y="61761"/>
                    <a:pt x="116856" y="61754"/>
                    <a:pt x="119074" y="61754"/>
                  </a:cubicBezTo>
                  <a:cubicBezTo>
                    <a:pt x="123259" y="61726"/>
                    <a:pt x="126021" y="58936"/>
                    <a:pt x="126049" y="54751"/>
                  </a:cubicBezTo>
                  <a:cubicBezTo>
                    <a:pt x="126049" y="46883"/>
                    <a:pt x="126049" y="38988"/>
                    <a:pt x="126021" y="31093"/>
                  </a:cubicBezTo>
                  <a:cubicBezTo>
                    <a:pt x="126021" y="26824"/>
                    <a:pt x="123314" y="24090"/>
                    <a:pt x="119018" y="24090"/>
                  </a:cubicBezTo>
                  <a:cubicBezTo>
                    <a:pt x="117134" y="24078"/>
                    <a:pt x="115255" y="24072"/>
                    <a:pt x="113377" y="24072"/>
                  </a:cubicBezTo>
                  <a:cubicBezTo>
                    <a:pt x="110721" y="24072"/>
                    <a:pt x="108067" y="24085"/>
                    <a:pt x="105403" y="24118"/>
                  </a:cubicBezTo>
                  <a:cubicBezTo>
                    <a:pt x="104510" y="24118"/>
                    <a:pt x="104232" y="23922"/>
                    <a:pt x="104232" y="22974"/>
                  </a:cubicBezTo>
                  <a:cubicBezTo>
                    <a:pt x="104315" y="20491"/>
                    <a:pt x="104259" y="18008"/>
                    <a:pt x="104259" y="15525"/>
                  </a:cubicBezTo>
                  <a:cubicBezTo>
                    <a:pt x="104259" y="13684"/>
                    <a:pt x="104343" y="11842"/>
                    <a:pt x="103925" y="10057"/>
                  </a:cubicBezTo>
                  <a:cubicBezTo>
                    <a:pt x="102474" y="3919"/>
                    <a:pt x="97508" y="41"/>
                    <a:pt x="91007" y="13"/>
                  </a:cubicBezTo>
                  <a:cubicBezTo>
                    <a:pt x="87901" y="4"/>
                    <a:pt x="84795" y="1"/>
                    <a:pt x="8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2502575" y="2992975"/>
              <a:ext cx="733075" cy="75000"/>
            </a:xfrm>
            <a:custGeom>
              <a:rect b="b" l="l" r="r" t="t"/>
              <a:pathLst>
                <a:path extrusionOk="0" h="3000" w="29323">
                  <a:moveTo>
                    <a:pt x="1831" y="0"/>
                  </a:moveTo>
                  <a:cubicBezTo>
                    <a:pt x="1653" y="0"/>
                    <a:pt x="1479" y="7"/>
                    <a:pt x="1311" y="35"/>
                  </a:cubicBezTo>
                  <a:cubicBezTo>
                    <a:pt x="530" y="175"/>
                    <a:pt x="56" y="621"/>
                    <a:pt x="28" y="1430"/>
                  </a:cubicBezTo>
                  <a:cubicBezTo>
                    <a:pt x="0" y="2295"/>
                    <a:pt x="502" y="2797"/>
                    <a:pt x="1339" y="2965"/>
                  </a:cubicBezTo>
                  <a:cubicBezTo>
                    <a:pt x="1521" y="2993"/>
                    <a:pt x="1716" y="3000"/>
                    <a:pt x="1915" y="3000"/>
                  </a:cubicBezTo>
                  <a:cubicBezTo>
                    <a:pt x="2114" y="3000"/>
                    <a:pt x="2316" y="2993"/>
                    <a:pt x="2511" y="2993"/>
                  </a:cubicBezTo>
                  <a:lnTo>
                    <a:pt x="26811" y="2993"/>
                  </a:lnTo>
                  <a:cubicBezTo>
                    <a:pt x="27006" y="2993"/>
                    <a:pt x="27202" y="3000"/>
                    <a:pt x="27397" y="3000"/>
                  </a:cubicBezTo>
                  <a:cubicBezTo>
                    <a:pt x="27592" y="3000"/>
                    <a:pt x="27788" y="2993"/>
                    <a:pt x="27983" y="2965"/>
                  </a:cubicBezTo>
                  <a:cubicBezTo>
                    <a:pt x="28820" y="2797"/>
                    <a:pt x="29322" y="2267"/>
                    <a:pt x="29294" y="1430"/>
                  </a:cubicBezTo>
                  <a:cubicBezTo>
                    <a:pt x="29266" y="649"/>
                    <a:pt x="28764" y="147"/>
                    <a:pt x="27983" y="35"/>
                  </a:cubicBezTo>
                  <a:cubicBezTo>
                    <a:pt x="27802" y="7"/>
                    <a:pt x="27627" y="0"/>
                    <a:pt x="27453" y="0"/>
                  </a:cubicBezTo>
                  <a:cubicBezTo>
                    <a:pt x="27279" y="0"/>
                    <a:pt x="27104" y="7"/>
                    <a:pt x="26923" y="7"/>
                  </a:cubicBezTo>
                  <a:lnTo>
                    <a:pt x="2372" y="7"/>
                  </a:lnTo>
                  <a:cubicBezTo>
                    <a:pt x="2190" y="7"/>
                    <a:pt x="2009" y="0"/>
                    <a:pt x="1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2502575" y="2780425"/>
              <a:ext cx="735150" cy="73250"/>
            </a:xfrm>
            <a:custGeom>
              <a:rect b="b" l="l" r="r" t="t"/>
              <a:pathLst>
                <a:path extrusionOk="0" h="2930" w="29406">
                  <a:moveTo>
                    <a:pt x="1730" y="0"/>
                  </a:moveTo>
                  <a:cubicBezTo>
                    <a:pt x="670" y="0"/>
                    <a:pt x="0" y="447"/>
                    <a:pt x="28" y="1535"/>
                  </a:cubicBezTo>
                  <a:cubicBezTo>
                    <a:pt x="84" y="2595"/>
                    <a:pt x="837" y="2930"/>
                    <a:pt x="1842" y="2930"/>
                  </a:cubicBezTo>
                  <a:lnTo>
                    <a:pt x="27453" y="2930"/>
                  </a:lnTo>
                  <a:cubicBezTo>
                    <a:pt x="28653" y="2930"/>
                    <a:pt x="29406" y="2316"/>
                    <a:pt x="29294" y="1395"/>
                  </a:cubicBezTo>
                  <a:cubicBezTo>
                    <a:pt x="29183" y="251"/>
                    <a:pt x="28374" y="0"/>
                    <a:pt x="27341" y="0"/>
                  </a:cubicBezTo>
                  <a:cubicBezTo>
                    <a:pt x="25267" y="9"/>
                    <a:pt x="23191" y="13"/>
                    <a:pt x="21113" y="13"/>
                  </a:cubicBezTo>
                  <a:cubicBezTo>
                    <a:pt x="16957" y="13"/>
                    <a:pt x="12797" y="0"/>
                    <a:pt x="8649" y="0"/>
                  </a:cubicBezTo>
                  <a:cubicBezTo>
                    <a:pt x="7105" y="0"/>
                    <a:pt x="5561" y="13"/>
                    <a:pt x="4026" y="13"/>
                  </a:cubicBezTo>
                  <a:cubicBezTo>
                    <a:pt x="3258" y="13"/>
                    <a:pt x="2492" y="9"/>
                    <a:pt x="1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0"/>
            <p:cNvSpPr/>
            <p:nvPr/>
          </p:nvSpPr>
          <p:spPr>
            <a:xfrm>
              <a:off x="2501175" y="3206575"/>
              <a:ext cx="435950" cy="73950"/>
            </a:xfrm>
            <a:custGeom>
              <a:rect b="b" l="l" r="r" t="t"/>
              <a:pathLst>
                <a:path extrusionOk="0" h="2958" w="17438">
                  <a:moveTo>
                    <a:pt x="2009" y="0"/>
                  </a:moveTo>
                  <a:cubicBezTo>
                    <a:pt x="949" y="0"/>
                    <a:pt x="168" y="279"/>
                    <a:pt x="84" y="1451"/>
                  </a:cubicBezTo>
                  <a:cubicBezTo>
                    <a:pt x="0" y="2428"/>
                    <a:pt x="698" y="2930"/>
                    <a:pt x="2065" y="2930"/>
                  </a:cubicBezTo>
                  <a:cubicBezTo>
                    <a:pt x="2809" y="2939"/>
                    <a:pt x="3550" y="2942"/>
                    <a:pt x="4290" y="2942"/>
                  </a:cubicBezTo>
                  <a:cubicBezTo>
                    <a:pt x="5769" y="2942"/>
                    <a:pt x="7245" y="2930"/>
                    <a:pt x="8733" y="2930"/>
                  </a:cubicBezTo>
                  <a:cubicBezTo>
                    <a:pt x="11021" y="2930"/>
                    <a:pt x="13336" y="2930"/>
                    <a:pt x="15652" y="2958"/>
                  </a:cubicBezTo>
                  <a:cubicBezTo>
                    <a:pt x="16656" y="2958"/>
                    <a:pt x="17437" y="2651"/>
                    <a:pt x="17437" y="1507"/>
                  </a:cubicBezTo>
                  <a:cubicBezTo>
                    <a:pt x="17437" y="335"/>
                    <a:pt x="16656" y="0"/>
                    <a:pt x="15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4366225" y="2145025"/>
              <a:ext cx="754700" cy="74125"/>
            </a:xfrm>
            <a:custGeom>
              <a:rect b="b" l="l" r="r" t="t"/>
              <a:pathLst>
                <a:path extrusionOk="0" h="2965" w="30188">
                  <a:moveTo>
                    <a:pt x="2316" y="0"/>
                  </a:moveTo>
                  <a:cubicBezTo>
                    <a:pt x="1981" y="0"/>
                    <a:pt x="1619" y="0"/>
                    <a:pt x="1284" y="56"/>
                  </a:cubicBezTo>
                  <a:cubicBezTo>
                    <a:pt x="531" y="140"/>
                    <a:pt x="140" y="586"/>
                    <a:pt x="56" y="1339"/>
                  </a:cubicBezTo>
                  <a:cubicBezTo>
                    <a:pt x="1" y="2176"/>
                    <a:pt x="447" y="2678"/>
                    <a:pt x="1200" y="2874"/>
                  </a:cubicBezTo>
                  <a:cubicBezTo>
                    <a:pt x="1442" y="2948"/>
                    <a:pt x="1696" y="2960"/>
                    <a:pt x="1954" y="2960"/>
                  </a:cubicBezTo>
                  <a:cubicBezTo>
                    <a:pt x="2084" y="2960"/>
                    <a:pt x="2214" y="2957"/>
                    <a:pt x="2344" y="2957"/>
                  </a:cubicBezTo>
                  <a:lnTo>
                    <a:pt x="27676" y="2957"/>
                  </a:lnTo>
                  <a:cubicBezTo>
                    <a:pt x="27844" y="2957"/>
                    <a:pt x="28018" y="2964"/>
                    <a:pt x="28193" y="2964"/>
                  </a:cubicBezTo>
                  <a:cubicBezTo>
                    <a:pt x="28367" y="2964"/>
                    <a:pt x="28541" y="2957"/>
                    <a:pt x="28709" y="2929"/>
                  </a:cubicBezTo>
                  <a:cubicBezTo>
                    <a:pt x="29601" y="2818"/>
                    <a:pt x="30187" y="2316"/>
                    <a:pt x="30132" y="1395"/>
                  </a:cubicBezTo>
                  <a:cubicBezTo>
                    <a:pt x="30104" y="530"/>
                    <a:pt x="29546" y="84"/>
                    <a:pt x="28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4367625" y="2350850"/>
              <a:ext cx="753300" cy="74575"/>
            </a:xfrm>
            <a:custGeom>
              <a:rect b="b" l="l" r="r" t="t"/>
              <a:pathLst>
                <a:path extrusionOk="0" h="2983" w="30132">
                  <a:moveTo>
                    <a:pt x="1758" y="0"/>
                  </a:moveTo>
                  <a:cubicBezTo>
                    <a:pt x="1628" y="0"/>
                    <a:pt x="1498" y="7"/>
                    <a:pt x="1367" y="25"/>
                  </a:cubicBezTo>
                  <a:cubicBezTo>
                    <a:pt x="558" y="165"/>
                    <a:pt x="0" y="611"/>
                    <a:pt x="0" y="1504"/>
                  </a:cubicBezTo>
                  <a:cubicBezTo>
                    <a:pt x="28" y="2397"/>
                    <a:pt x="503" y="2871"/>
                    <a:pt x="1367" y="2955"/>
                  </a:cubicBezTo>
                  <a:cubicBezTo>
                    <a:pt x="1702" y="2983"/>
                    <a:pt x="2065" y="2983"/>
                    <a:pt x="2400" y="2983"/>
                  </a:cubicBezTo>
                  <a:lnTo>
                    <a:pt x="27732" y="2983"/>
                  </a:lnTo>
                  <a:cubicBezTo>
                    <a:pt x="28123" y="2983"/>
                    <a:pt x="28513" y="2983"/>
                    <a:pt x="28904" y="2899"/>
                  </a:cubicBezTo>
                  <a:cubicBezTo>
                    <a:pt x="29629" y="2787"/>
                    <a:pt x="30048" y="2285"/>
                    <a:pt x="30076" y="1560"/>
                  </a:cubicBezTo>
                  <a:cubicBezTo>
                    <a:pt x="30131" y="834"/>
                    <a:pt x="29713" y="304"/>
                    <a:pt x="29015" y="109"/>
                  </a:cubicBezTo>
                  <a:cubicBezTo>
                    <a:pt x="28755" y="35"/>
                    <a:pt x="28470" y="22"/>
                    <a:pt x="28176" y="22"/>
                  </a:cubicBezTo>
                  <a:cubicBezTo>
                    <a:pt x="28030" y="22"/>
                    <a:pt x="27881" y="25"/>
                    <a:pt x="27732" y="25"/>
                  </a:cubicBezTo>
                  <a:lnTo>
                    <a:pt x="2539" y="25"/>
                  </a:lnTo>
                  <a:cubicBezTo>
                    <a:pt x="2279" y="25"/>
                    <a:pt x="2018" y="0"/>
                    <a:pt x="1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4367625" y="2558625"/>
              <a:ext cx="468700" cy="73300"/>
            </a:xfrm>
            <a:custGeom>
              <a:rect b="b" l="l" r="r" t="t"/>
              <a:pathLst>
                <a:path extrusionOk="0" h="2932" w="18748">
                  <a:moveTo>
                    <a:pt x="1925" y="0"/>
                  </a:moveTo>
                  <a:cubicBezTo>
                    <a:pt x="865" y="0"/>
                    <a:pt x="28" y="251"/>
                    <a:pt x="28" y="1451"/>
                  </a:cubicBezTo>
                  <a:cubicBezTo>
                    <a:pt x="0" y="2651"/>
                    <a:pt x="809" y="2930"/>
                    <a:pt x="1870" y="2930"/>
                  </a:cubicBezTo>
                  <a:lnTo>
                    <a:pt x="16879" y="2930"/>
                  </a:lnTo>
                  <a:cubicBezTo>
                    <a:pt x="16915" y="2931"/>
                    <a:pt x="16951" y="2931"/>
                    <a:pt x="16986" y="2931"/>
                  </a:cubicBezTo>
                  <a:cubicBezTo>
                    <a:pt x="18018" y="2931"/>
                    <a:pt x="18748" y="2529"/>
                    <a:pt x="18721" y="1423"/>
                  </a:cubicBezTo>
                  <a:cubicBezTo>
                    <a:pt x="18693" y="363"/>
                    <a:pt x="17967" y="0"/>
                    <a:pt x="16935" y="0"/>
                  </a:cubicBezTo>
                  <a:cubicBezTo>
                    <a:pt x="14396" y="28"/>
                    <a:pt x="11885" y="28"/>
                    <a:pt x="9347" y="28"/>
                  </a:cubicBezTo>
                  <a:cubicBezTo>
                    <a:pt x="6863" y="28"/>
                    <a:pt x="4408" y="28"/>
                    <a:pt x="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Google Shape;767;p50"/>
          <p:cNvSpPr txBox="1"/>
          <p:nvPr/>
        </p:nvSpPr>
        <p:spPr>
          <a:xfrm>
            <a:off x="3405463" y="1354663"/>
            <a:ext cx="4802400" cy="307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{{m2_campanias}}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8" name="Google Shape;768;p50"/>
          <p:cNvSpPr/>
          <p:nvPr/>
        </p:nvSpPr>
        <p:spPr>
          <a:xfrm>
            <a:off x="3405463" y="1072413"/>
            <a:ext cx="48024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{{m2_envios}}</a:t>
            </a: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Campañas</a:t>
            </a:r>
            <a:endParaRPr b="1" sz="12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9" name="Google Shape;769;p50"/>
          <p:cNvSpPr/>
          <p:nvPr/>
        </p:nvSpPr>
        <p:spPr>
          <a:xfrm>
            <a:off x="1143049" y="1097935"/>
            <a:ext cx="10935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33 </a:t>
            </a: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envíos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1"/>
          <p:cNvSpPr/>
          <p:nvPr/>
        </p:nvSpPr>
        <p:spPr>
          <a:xfrm>
            <a:off x="264150" y="714325"/>
            <a:ext cx="861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75" name="Google Shape;775;p51"/>
          <p:cNvGrpSpPr/>
          <p:nvPr/>
        </p:nvGrpSpPr>
        <p:grpSpPr>
          <a:xfrm>
            <a:off x="6269855" y="3102813"/>
            <a:ext cx="69327" cy="73808"/>
            <a:chOff x="2230550" y="1316100"/>
            <a:chExt cx="3151225" cy="3075350"/>
          </a:xfrm>
        </p:grpSpPr>
        <p:sp>
          <p:nvSpPr>
            <p:cNvPr id="776" name="Google Shape;776;p51"/>
            <p:cNvSpPr/>
            <p:nvPr/>
          </p:nvSpPr>
          <p:spPr>
            <a:xfrm>
              <a:off x="2230550" y="1316100"/>
              <a:ext cx="3151225" cy="3075350"/>
            </a:xfrm>
            <a:custGeom>
              <a:rect b="b" l="l" r="r" t="t"/>
              <a:pathLst>
                <a:path extrusionOk="0" h="123014" w="126049">
                  <a:moveTo>
                    <a:pt x="68214" y="6932"/>
                  </a:moveTo>
                  <a:cubicBezTo>
                    <a:pt x="69218" y="6932"/>
                    <a:pt x="70083" y="7211"/>
                    <a:pt x="70083" y="8411"/>
                  </a:cubicBezTo>
                  <a:cubicBezTo>
                    <a:pt x="70111" y="9610"/>
                    <a:pt x="69246" y="9917"/>
                    <a:pt x="68242" y="9945"/>
                  </a:cubicBezTo>
                  <a:lnTo>
                    <a:pt x="57807" y="9945"/>
                  </a:lnTo>
                  <a:cubicBezTo>
                    <a:pt x="56803" y="9917"/>
                    <a:pt x="55938" y="9638"/>
                    <a:pt x="55938" y="8439"/>
                  </a:cubicBezTo>
                  <a:cubicBezTo>
                    <a:pt x="55938" y="7239"/>
                    <a:pt x="56775" y="6932"/>
                    <a:pt x="57807" y="6932"/>
                  </a:cubicBezTo>
                  <a:close/>
                  <a:moveTo>
                    <a:pt x="118683" y="27019"/>
                  </a:moveTo>
                  <a:cubicBezTo>
                    <a:pt x="121696" y="27019"/>
                    <a:pt x="123091" y="28386"/>
                    <a:pt x="123091" y="31372"/>
                  </a:cubicBezTo>
                  <a:cubicBezTo>
                    <a:pt x="123091" y="39044"/>
                    <a:pt x="123091" y="46716"/>
                    <a:pt x="123091" y="54388"/>
                  </a:cubicBezTo>
                  <a:cubicBezTo>
                    <a:pt x="123091" y="57401"/>
                    <a:pt x="121724" y="58796"/>
                    <a:pt x="118711" y="58796"/>
                  </a:cubicBezTo>
                  <a:cubicBezTo>
                    <a:pt x="115028" y="58810"/>
                    <a:pt x="111346" y="58817"/>
                    <a:pt x="107663" y="58817"/>
                  </a:cubicBezTo>
                  <a:cubicBezTo>
                    <a:pt x="103980" y="58817"/>
                    <a:pt x="100298" y="58810"/>
                    <a:pt x="96615" y="58796"/>
                  </a:cubicBezTo>
                  <a:cubicBezTo>
                    <a:pt x="95611" y="58796"/>
                    <a:pt x="94802" y="59020"/>
                    <a:pt x="93965" y="59605"/>
                  </a:cubicBezTo>
                  <a:cubicBezTo>
                    <a:pt x="91203" y="61558"/>
                    <a:pt x="88413" y="63455"/>
                    <a:pt x="85400" y="65520"/>
                  </a:cubicBezTo>
                  <a:cubicBezTo>
                    <a:pt x="85400" y="63734"/>
                    <a:pt x="85428" y="62200"/>
                    <a:pt x="85400" y="60693"/>
                  </a:cubicBezTo>
                  <a:cubicBezTo>
                    <a:pt x="85372" y="59243"/>
                    <a:pt x="84925" y="58852"/>
                    <a:pt x="83502" y="58796"/>
                  </a:cubicBezTo>
                  <a:cubicBezTo>
                    <a:pt x="78704" y="58685"/>
                    <a:pt x="77951" y="57904"/>
                    <a:pt x="77951" y="53077"/>
                  </a:cubicBezTo>
                  <a:cubicBezTo>
                    <a:pt x="77951" y="45851"/>
                    <a:pt x="77951" y="38625"/>
                    <a:pt x="77951" y="31399"/>
                  </a:cubicBezTo>
                  <a:cubicBezTo>
                    <a:pt x="77951" y="28386"/>
                    <a:pt x="79318" y="27019"/>
                    <a:pt x="82331" y="27019"/>
                  </a:cubicBezTo>
                  <a:close/>
                  <a:moveTo>
                    <a:pt x="43579" y="52631"/>
                  </a:moveTo>
                  <a:cubicBezTo>
                    <a:pt x="46759" y="52631"/>
                    <a:pt x="48099" y="53970"/>
                    <a:pt x="48099" y="57150"/>
                  </a:cubicBezTo>
                  <a:cubicBezTo>
                    <a:pt x="48099" y="64795"/>
                    <a:pt x="48099" y="72411"/>
                    <a:pt x="48099" y="80028"/>
                  </a:cubicBezTo>
                  <a:cubicBezTo>
                    <a:pt x="48099" y="83041"/>
                    <a:pt x="46731" y="84408"/>
                    <a:pt x="43718" y="84436"/>
                  </a:cubicBezTo>
                  <a:cubicBezTo>
                    <a:pt x="43514" y="84436"/>
                    <a:pt x="43309" y="84423"/>
                    <a:pt x="43105" y="84423"/>
                  </a:cubicBezTo>
                  <a:cubicBezTo>
                    <a:pt x="43002" y="84423"/>
                    <a:pt x="42900" y="84426"/>
                    <a:pt x="42798" y="84436"/>
                  </a:cubicBezTo>
                  <a:cubicBezTo>
                    <a:pt x="41040" y="84436"/>
                    <a:pt x="40649" y="84826"/>
                    <a:pt x="40649" y="86584"/>
                  </a:cubicBezTo>
                  <a:cubicBezTo>
                    <a:pt x="40649" y="88035"/>
                    <a:pt x="40649" y="89457"/>
                    <a:pt x="40649" y="91159"/>
                  </a:cubicBezTo>
                  <a:cubicBezTo>
                    <a:pt x="37636" y="89095"/>
                    <a:pt x="34846" y="87198"/>
                    <a:pt x="32084" y="85245"/>
                  </a:cubicBezTo>
                  <a:cubicBezTo>
                    <a:pt x="31248" y="84631"/>
                    <a:pt x="30411" y="84408"/>
                    <a:pt x="29406" y="84408"/>
                  </a:cubicBezTo>
                  <a:cubicBezTo>
                    <a:pt x="22097" y="84436"/>
                    <a:pt x="14759" y="84436"/>
                    <a:pt x="7450" y="84436"/>
                  </a:cubicBezTo>
                  <a:cubicBezTo>
                    <a:pt x="4269" y="84436"/>
                    <a:pt x="2958" y="83096"/>
                    <a:pt x="2958" y="79888"/>
                  </a:cubicBezTo>
                  <a:cubicBezTo>
                    <a:pt x="2958" y="72300"/>
                    <a:pt x="2958" y="64711"/>
                    <a:pt x="2958" y="57150"/>
                  </a:cubicBezTo>
                  <a:cubicBezTo>
                    <a:pt x="2958" y="53970"/>
                    <a:pt x="4297" y="52631"/>
                    <a:pt x="7505" y="52631"/>
                  </a:cubicBezTo>
                  <a:close/>
                  <a:moveTo>
                    <a:pt x="95499" y="16836"/>
                  </a:moveTo>
                  <a:cubicBezTo>
                    <a:pt x="96476" y="16836"/>
                    <a:pt x="96894" y="17004"/>
                    <a:pt x="96810" y="18092"/>
                  </a:cubicBezTo>
                  <a:cubicBezTo>
                    <a:pt x="96699" y="19654"/>
                    <a:pt x="96727" y="21244"/>
                    <a:pt x="96810" y="22807"/>
                  </a:cubicBezTo>
                  <a:cubicBezTo>
                    <a:pt x="96864" y="23748"/>
                    <a:pt x="96658" y="24119"/>
                    <a:pt x="95667" y="24119"/>
                  </a:cubicBezTo>
                  <a:cubicBezTo>
                    <a:pt x="95631" y="24119"/>
                    <a:pt x="95593" y="24119"/>
                    <a:pt x="95555" y="24118"/>
                  </a:cubicBezTo>
                  <a:cubicBezTo>
                    <a:pt x="93309" y="24076"/>
                    <a:pt x="91063" y="24062"/>
                    <a:pt x="88817" y="24062"/>
                  </a:cubicBezTo>
                  <a:cubicBezTo>
                    <a:pt x="86571" y="24062"/>
                    <a:pt x="84326" y="24076"/>
                    <a:pt x="82080" y="24090"/>
                  </a:cubicBezTo>
                  <a:cubicBezTo>
                    <a:pt x="77672" y="24090"/>
                    <a:pt x="75021" y="26740"/>
                    <a:pt x="75021" y="31176"/>
                  </a:cubicBezTo>
                  <a:cubicBezTo>
                    <a:pt x="75021" y="39016"/>
                    <a:pt x="75021" y="46856"/>
                    <a:pt x="75021" y="54695"/>
                  </a:cubicBezTo>
                  <a:cubicBezTo>
                    <a:pt x="75021" y="58852"/>
                    <a:pt x="77476" y="61475"/>
                    <a:pt x="81633" y="61726"/>
                  </a:cubicBezTo>
                  <a:cubicBezTo>
                    <a:pt x="82414" y="61754"/>
                    <a:pt x="82442" y="62088"/>
                    <a:pt x="82442" y="62646"/>
                  </a:cubicBezTo>
                  <a:cubicBezTo>
                    <a:pt x="82414" y="64265"/>
                    <a:pt x="82414" y="65883"/>
                    <a:pt x="82414" y="67501"/>
                  </a:cubicBezTo>
                  <a:cubicBezTo>
                    <a:pt x="82414" y="68338"/>
                    <a:pt x="82359" y="69175"/>
                    <a:pt x="83279" y="69649"/>
                  </a:cubicBezTo>
                  <a:cubicBezTo>
                    <a:pt x="83513" y="69777"/>
                    <a:pt x="83728" y="69830"/>
                    <a:pt x="83931" y="69830"/>
                  </a:cubicBezTo>
                  <a:cubicBezTo>
                    <a:pt x="84478" y="69830"/>
                    <a:pt x="84931" y="69445"/>
                    <a:pt x="85400" y="69119"/>
                  </a:cubicBezTo>
                  <a:cubicBezTo>
                    <a:pt x="88720" y="66831"/>
                    <a:pt x="92068" y="64516"/>
                    <a:pt x="95387" y="62228"/>
                  </a:cubicBezTo>
                  <a:cubicBezTo>
                    <a:pt x="95682" y="62024"/>
                    <a:pt x="95958" y="61729"/>
                    <a:pt x="96305" y="61729"/>
                  </a:cubicBezTo>
                  <a:cubicBezTo>
                    <a:pt x="96385" y="61729"/>
                    <a:pt x="96470" y="61745"/>
                    <a:pt x="96559" y="61782"/>
                  </a:cubicBezTo>
                  <a:cubicBezTo>
                    <a:pt x="97061" y="62033"/>
                    <a:pt x="96782" y="62563"/>
                    <a:pt x="96782" y="62953"/>
                  </a:cubicBezTo>
                  <a:cubicBezTo>
                    <a:pt x="96782" y="76931"/>
                    <a:pt x="96782" y="90936"/>
                    <a:pt x="96810" y="104914"/>
                  </a:cubicBezTo>
                  <a:cubicBezTo>
                    <a:pt x="96810" y="105974"/>
                    <a:pt x="96476" y="106169"/>
                    <a:pt x="95499" y="106169"/>
                  </a:cubicBezTo>
                  <a:cubicBezTo>
                    <a:pt x="84674" y="106155"/>
                    <a:pt x="73849" y="106148"/>
                    <a:pt x="63025" y="106148"/>
                  </a:cubicBezTo>
                  <a:cubicBezTo>
                    <a:pt x="52200" y="106148"/>
                    <a:pt x="41375" y="106155"/>
                    <a:pt x="30550" y="106169"/>
                  </a:cubicBezTo>
                  <a:cubicBezTo>
                    <a:pt x="29546" y="106169"/>
                    <a:pt x="29211" y="105974"/>
                    <a:pt x="29239" y="104886"/>
                  </a:cubicBezTo>
                  <a:cubicBezTo>
                    <a:pt x="29295" y="99445"/>
                    <a:pt x="29267" y="94005"/>
                    <a:pt x="29267" y="88565"/>
                  </a:cubicBezTo>
                  <a:cubicBezTo>
                    <a:pt x="29267" y="88174"/>
                    <a:pt x="28988" y="87644"/>
                    <a:pt x="29518" y="87421"/>
                  </a:cubicBezTo>
                  <a:cubicBezTo>
                    <a:pt x="29607" y="87384"/>
                    <a:pt x="29692" y="87368"/>
                    <a:pt x="29772" y="87368"/>
                  </a:cubicBezTo>
                  <a:cubicBezTo>
                    <a:pt x="30119" y="87368"/>
                    <a:pt x="30395" y="87663"/>
                    <a:pt x="30690" y="87867"/>
                  </a:cubicBezTo>
                  <a:cubicBezTo>
                    <a:pt x="34037" y="90183"/>
                    <a:pt x="37413" y="92526"/>
                    <a:pt x="40761" y="94842"/>
                  </a:cubicBezTo>
                  <a:cubicBezTo>
                    <a:pt x="41200" y="95141"/>
                    <a:pt x="41638" y="95468"/>
                    <a:pt x="42148" y="95468"/>
                  </a:cubicBezTo>
                  <a:cubicBezTo>
                    <a:pt x="42351" y="95468"/>
                    <a:pt x="42567" y="95416"/>
                    <a:pt x="42798" y="95288"/>
                  </a:cubicBezTo>
                  <a:cubicBezTo>
                    <a:pt x="43579" y="94842"/>
                    <a:pt x="43635" y="94144"/>
                    <a:pt x="43635" y="93363"/>
                  </a:cubicBezTo>
                  <a:cubicBezTo>
                    <a:pt x="43635" y="91661"/>
                    <a:pt x="43635" y="89988"/>
                    <a:pt x="43635" y="88286"/>
                  </a:cubicBezTo>
                  <a:cubicBezTo>
                    <a:pt x="43607" y="87672"/>
                    <a:pt x="43663" y="87393"/>
                    <a:pt x="44444" y="87337"/>
                  </a:cubicBezTo>
                  <a:cubicBezTo>
                    <a:pt x="48573" y="87114"/>
                    <a:pt x="51028" y="84464"/>
                    <a:pt x="51028" y="80307"/>
                  </a:cubicBezTo>
                  <a:cubicBezTo>
                    <a:pt x="51028" y="72467"/>
                    <a:pt x="51028" y="64627"/>
                    <a:pt x="51028" y="56788"/>
                  </a:cubicBezTo>
                  <a:cubicBezTo>
                    <a:pt x="51028" y="52407"/>
                    <a:pt x="48350" y="49729"/>
                    <a:pt x="43942" y="49729"/>
                  </a:cubicBezTo>
                  <a:cubicBezTo>
                    <a:pt x="41682" y="49715"/>
                    <a:pt x="39415" y="49708"/>
                    <a:pt x="37148" y="49708"/>
                  </a:cubicBezTo>
                  <a:cubicBezTo>
                    <a:pt x="34881" y="49708"/>
                    <a:pt x="32615" y="49715"/>
                    <a:pt x="30355" y="49729"/>
                  </a:cubicBezTo>
                  <a:cubicBezTo>
                    <a:pt x="29546" y="49729"/>
                    <a:pt x="29239" y="49590"/>
                    <a:pt x="29239" y="48697"/>
                  </a:cubicBezTo>
                  <a:cubicBezTo>
                    <a:pt x="29267" y="38458"/>
                    <a:pt x="29267" y="28219"/>
                    <a:pt x="29239" y="17980"/>
                  </a:cubicBezTo>
                  <a:cubicBezTo>
                    <a:pt x="29239" y="17031"/>
                    <a:pt x="29518" y="16836"/>
                    <a:pt x="30411" y="16836"/>
                  </a:cubicBezTo>
                  <a:cubicBezTo>
                    <a:pt x="41291" y="16864"/>
                    <a:pt x="52200" y="16864"/>
                    <a:pt x="63080" y="16864"/>
                  </a:cubicBezTo>
                  <a:cubicBezTo>
                    <a:pt x="68479" y="16864"/>
                    <a:pt x="73884" y="16871"/>
                    <a:pt x="79290" y="16871"/>
                  </a:cubicBezTo>
                  <a:cubicBezTo>
                    <a:pt x="84695" y="16871"/>
                    <a:pt x="90101" y="16864"/>
                    <a:pt x="95499" y="16836"/>
                  </a:cubicBezTo>
                  <a:close/>
                  <a:moveTo>
                    <a:pt x="55602" y="113254"/>
                  </a:moveTo>
                  <a:cubicBezTo>
                    <a:pt x="55649" y="113254"/>
                    <a:pt x="55696" y="113254"/>
                    <a:pt x="55743" y="113255"/>
                  </a:cubicBezTo>
                  <a:cubicBezTo>
                    <a:pt x="56561" y="113265"/>
                    <a:pt x="57383" y="113268"/>
                    <a:pt x="58206" y="113268"/>
                  </a:cubicBezTo>
                  <a:cubicBezTo>
                    <a:pt x="59853" y="113268"/>
                    <a:pt x="61509" y="113255"/>
                    <a:pt x="63164" y="113255"/>
                  </a:cubicBezTo>
                  <a:lnTo>
                    <a:pt x="70334" y="113255"/>
                  </a:lnTo>
                  <a:cubicBezTo>
                    <a:pt x="71645" y="113283"/>
                    <a:pt x="72427" y="113813"/>
                    <a:pt x="72343" y="114762"/>
                  </a:cubicBezTo>
                  <a:cubicBezTo>
                    <a:pt x="72259" y="115989"/>
                    <a:pt x="71366" y="116213"/>
                    <a:pt x="70306" y="116213"/>
                  </a:cubicBezTo>
                  <a:lnTo>
                    <a:pt x="55715" y="116213"/>
                  </a:lnTo>
                  <a:cubicBezTo>
                    <a:pt x="54376" y="116213"/>
                    <a:pt x="53595" y="115655"/>
                    <a:pt x="53678" y="114734"/>
                  </a:cubicBezTo>
                  <a:cubicBezTo>
                    <a:pt x="53785" y="113560"/>
                    <a:pt x="54581" y="113254"/>
                    <a:pt x="55602" y="113254"/>
                  </a:cubicBezTo>
                  <a:close/>
                  <a:moveTo>
                    <a:pt x="81689" y="1"/>
                  </a:moveTo>
                  <a:cubicBezTo>
                    <a:pt x="75477" y="1"/>
                    <a:pt x="69265" y="13"/>
                    <a:pt x="63052" y="13"/>
                  </a:cubicBezTo>
                  <a:lnTo>
                    <a:pt x="35460" y="13"/>
                  </a:lnTo>
                  <a:cubicBezTo>
                    <a:pt x="34010" y="13"/>
                    <a:pt x="32587" y="69"/>
                    <a:pt x="31192" y="459"/>
                  </a:cubicBezTo>
                  <a:cubicBezTo>
                    <a:pt x="25389" y="2133"/>
                    <a:pt x="21818" y="7099"/>
                    <a:pt x="21790" y="13516"/>
                  </a:cubicBezTo>
                  <a:cubicBezTo>
                    <a:pt x="21790" y="25122"/>
                    <a:pt x="21790" y="36700"/>
                    <a:pt x="21818" y="48306"/>
                  </a:cubicBezTo>
                  <a:cubicBezTo>
                    <a:pt x="21818" y="49358"/>
                    <a:pt x="21661" y="49758"/>
                    <a:pt x="20566" y="49758"/>
                  </a:cubicBezTo>
                  <a:cubicBezTo>
                    <a:pt x="20529" y="49758"/>
                    <a:pt x="20490" y="49758"/>
                    <a:pt x="20451" y="49757"/>
                  </a:cubicBezTo>
                  <a:cubicBezTo>
                    <a:pt x="18205" y="49715"/>
                    <a:pt x="15959" y="49701"/>
                    <a:pt x="13713" y="49701"/>
                  </a:cubicBezTo>
                  <a:cubicBezTo>
                    <a:pt x="11467" y="49701"/>
                    <a:pt x="9221" y="49715"/>
                    <a:pt x="6975" y="49729"/>
                  </a:cubicBezTo>
                  <a:cubicBezTo>
                    <a:pt x="2763" y="49729"/>
                    <a:pt x="28" y="52491"/>
                    <a:pt x="28" y="56676"/>
                  </a:cubicBezTo>
                  <a:cubicBezTo>
                    <a:pt x="1" y="64544"/>
                    <a:pt x="1" y="72439"/>
                    <a:pt x="28" y="80334"/>
                  </a:cubicBezTo>
                  <a:cubicBezTo>
                    <a:pt x="28" y="84603"/>
                    <a:pt x="2763" y="87365"/>
                    <a:pt x="7031" y="87365"/>
                  </a:cubicBezTo>
                  <a:cubicBezTo>
                    <a:pt x="9641" y="87381"/>
                    <a:pt x="12259" y="87397"/>
                    <a:pt x="14877" y="87397"/>
                  </a:cubicBezTo>
                  <a:cubicBezTo>
                    <a:pt x="16793" y="87397"/>
                    <a:pt x="18708" y="87389"/>
                    <a:pt x="20618" y="87365"/>
                  </a:cubicBezTo>
                  <a:cubicBezTo>
                    <a:pt x="20662" y="87364"/>
                    <a:pt x="20705" y="87363"/>
                    <a:pt x="20747" y="87363"/>
                  </a:cubicBezTo>
                  <a:cubicBezTo>
                    <a:pt x="21642" y="87363"/>
                    <a:pt x="21844" y="87658"/>
                    <a:pt x="21818" y="88565"/>
                  </a:cubicBezTo>
                  <a:cubicBezTo>
                    <a:pt x="21790" y="95456"/>
                    <a:pt x="21818" y="102347"/>
                    <a:pt x="21818" y="109210"/>
                  </a:cubicBezTo>
                  <a:cubicBezTo>
                    <a:pt x="21818" y="110438"/>
                    <a:pt x="21846" y="111665"/>
                    <a:pt x="22125" y="112865"/>
                  </a:cubicBezTo>
                  <a:cubicBezTo>
                    <a:pt x="23547" y="119058"/>
                    <a:pt x="28513" y="122992"/>
                    <a:pt x="35070" y="122992"/>
                  </a:cubicBezTo>
                  <a:cubicBezTo>
                    <a:pt x="44374" y="123006"/>
                    <a:pt x="53678" y="123013"/>
                    <a:pt x="62983" y="123013"/>
                  </a:cubicBezTo>
                  <a:cubicBezTo>
                    <a:pt x="72287" y="123013"/>
                    <a:pt x="81591" y="123006"/>
                    <a:pt x="90896" y="122992"/>
                  </a:cubicBezTo>
                  <a:cubicBezTo>
                    <a:pt x="91816" y="122992"/>
                    <a:pt x="92737" y="122964"/>
                    <a:pt x="93630" y="122797"/>
                  </a:cubicBezTo>
                  <a:cubicBezTo>
                    <a:pt x="100075" y="121597"/>
                    <a:pt x="104259" y="116408"/>
                    <a:pt x="104259" y="109573"/>
                  </a:cubicBezTo>
                  <a:cubicBezTo>
                    <a:pt x="104287" y="94089"/>
                    <a:pt x="104287" y="78633"/>
                    <a:pt x="104232" y="63177"/>
                  </a:cubicBezTo>
                  <a:cubicBezTo>
                    <a:pt x="104232" y="61986"/>
                    <a:pt x="104583" y="61724"/>
                    <a:pt x="105572" y="61724"/>
                  </a:cubicBezTo>
                  <a:cubicBezTo>
                    <a:pt x="105625" y="61724"/>
                    <a:pt x="105681" y="61724"/>
                    <a:pt x="105738" y="61726"/>
                  </a:cubicBezTo>
                  <a:cubicBezTo>
                    <a:pt x="107956" y="61754"/>
                    <a:pt x="110181" y="61761"/>
                    <a:pt x="112406" y="61761"/>
                  </a:cubicBezTo>
                  <a:cubicBezTo>
                    <a:pt x="114631" y="61761"/>
                    <a:pt x="116856" y="61754"/>
                    <a:pt x="119074" y="61754"/>
                  </a:cubicBezTo>
                  <a:cubicBezTo>
                    <a:pt x="123259" y="61726"/>
                    <a:pt x="126021" y="58936"/>
                    <a:pt x="126049" y="54751"/>
                  </a:cubicBezTo>
                  <a:cubicBezTo>
                    <a:pt x="126049" y="46883"/>
                    <a:pt x="126049" y="38988"/>
                    <a:pt x="126021" y="31093"/>
                  </a:cubicBezTo>
                  <a:cubicBezTo>
                    <a:pt x="126021" y="26824"/>
                    <a:pt x="123314" y="24090"/>
                    <a:pt x="119018" y="24090"/>
                  </a:cubicBezTo>
                  <a:cubicBezTo>
                    <a:pt x="117134" y="24078"/>
                    <a:pt x="115255" y="24072"/>
                    <a:pt x="113377" y="24072"/>
                  </a:cubicBezTo>
                  <a:cubicBezTo>
                    <a:pt x="110721" y="24072"/>
                    <a:pt x="108067" y="24085"/>
                    <a:pt x="105403" y="24118"/>
                  </a:cubicBezTo>
                  <a:cubicBezTo>
                    <a:pt x="104510" y="24118"/>
                    <a:pt x="104232" y="23922"/>
                    <a:pt x="104232" y="22974"/>
                  </a:cubicBezTo>
                  <a:cubicBezTo>
                    <a:pt x="104315" y="20491"/>
                    <a:pt x="104259" y="18008"/>
                    <a:pt x="104259" y="15525"/>
                  </a:cubicBezTo>
                  <a:cubicBezTo>
                    <a:pt x="104259" y="13684"/>
                    <a:pt x="104343" y="11842"/>
                    <a:pt x="103925" y="10057"/>
                  </a:cubicBezTo>
                  <a:cubicBezTo>
                    <a:pt x="102474" y="3919"/>
                    <a:pt x="97508" y="41"/>
                    <a:pt x="91007" y="13"/>
                  </a:cubicBezTo>
                  <a:cubicBezTo>
                    <a:pt x="87901" y="4"/>
                    <a:pt x="84795" y="1"/>
                    <a:pt x="816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2502575" y="2992975"/>
              <a:ext cx="733075" cy="75000"/>
            </a:xfrm>
            <a:custGeom>
              <a:rect b="b" l="l" r="r" t="t"/>
              <a:pathLst>
                <a:path extrusionOk="0" h="3000" w="29323">
                  <a:moveTo>
                    <a:pt x="1831" y="0"/>
                  </a:moveTo>
                  <a:cubicBezTo>
                    <a:pt x="1653" y="0"/>
                    <a:pt x="1479" y="7"/>
                    <a:pt x="1311" y="35"/>
                  </a:cubicBezTo>
                  <a:cubicBezTo>
                    <a:pt x="530" y="175"/>
                    <a:pt x="56" y="621"/>
                    <a:pt x="28" y="1430"/>
                  </a:cubicBezTo>
                  <a:cubicBezTo>
                    <a:pt x="0" y="2295"/>
                    <a:pt x="502" y="2797"/>
                    <a:pt x="1339" y="2965"/>
                  </a:cubicBezTo>
                  <a:cubicBezTo>
                    <a:pt x="1521" y="2993"/>
                    <a:pt x="1716" y="3000"/>
                    <a:pt x="1915" y="3000"/>
                  </a:cubicBezTo>
                  <a:cubicBezTo>
                    <a:pt x="2114" y="3000"/>
                    <a:pt x="2316" y="2993"/>
                    <a:pt x="2511" y="2993"/>
                  </a:cubicBezTo>
                  <a:lnTo>
                    <a:pt x="26811" y="2993"/>
                  </a:lnTo>
                  <a:cubicBezTo>
                    <a:pt x="27006" y="2993"/>
                    <a:pt x="27202" y="3000"/>
                    <a:pt x="27397" y="3000"/>
                  </a:cubicBezTo>
                  <a:cubicBezTo>
                    <a:pt x="27592" y="3000"/>
                    <a:pt x="27788" y="2993"/>
                    <a:pt x="27983" y="2965"/>
                  </a:cubicBezTo>
                  <a:cubicBezTo>
                    <a:pt x="28820" y="2797"/>
                    <a:pt x="29322" y="2267"/>
                    <a:pt x="29294" y="1430"/>
                  </a:cubicBezTo>
                  <a:cubicBezTo>
                    <a:pt x="29266" y="649"/>
                    <a:pt x="28764" y="147"/>
                    <a:pt x="27983" y="35"/>
                  </a:cubicBezTo>
                  <a:cubicBezTo>
                    <a:pt x="27802" y="7"/>
                    <a:pt x="27627" y="0"/>
                    <a:pt x="27453" y="0"/>
                  </a:cubicBezTo>
                  <a:cubicBezTo>
                    <a:pt x="27279" y="0"/>
                    <a:pt x="27104" y="7"/>
                    <a:pt x="26923" y="7"/>
                  </a:cubicBezTo>
                  <a:lnTo>
                    <a:pt x="2372" y="7"/>
                  </a:lnTo>
                  <a:cubicBezTo>
                    <a:pt x="2190" y="7"/>
                    <a:pt x="2009" y="0"/>
                    <a:pt x="18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2502575" y="2780425"/>
              <a:ext cx="735150" cy="73250"/>
            </a:xfrm>
            <a:custGeom>
              <a:rect b="b" l="l" r="r" t="t"/>
              <a:pathLst>
                <a:path extrusionOk="0" h="2930" w="29406">
                  <a:moveTo>
                    <a:pt x="1730" y="0"/>
                  </a:moveTo>
                  <a:cubicBezTo>
                    <a:pt x="670" y="0"/>
                    <a:pt x="0" y="447"/>
                    <a:pt x="28" y="1535"/>
                  </a:cubicBezTo>
                  <a:cubicBezTo>
                    <a:pt x="84" y="2595"/>
                    <a:pt x="837" y="2930"/>
                    <a:pt x="1842" y="2930"/>
                  </a:cubicBezTo>
                  <a:lnTo>
                    <a:pt x="27453" y="2930"/>
                  </a:lnTo>
                  <a:cubicBezTo>
                    <a:pt x="28653" y="2930"/>
                    <a:pt x="29406" y="2316"/>
                    <a:pt x="29294" y="1395"/>
                  </a:cubicBezTo>
                  <a:cubicBezTo>
                    <a:pt x="29183" y="251"/>
                    <a:pt x="28374" y="0"/>
                    <a:pt x="27341" y="0"/>
                  </a:cubicBezTo>
                  <a:cubicBezTo>
                    <a:pt x="25267" y="9"/>
                    <a:pt x="23191" y="13"/>
                    <a:pt x="21113" y="13"/>
                  </a:cubicBezTo>
                  <a:cubicBezTo>
                    <a:pt x="16957" y="13"/>
                    <a:pt x="12797" y="0"/>
                    <a:pt x="8649" y="0"/>
                  </a:cubicBezTo>
                  <a:cubicBezTo>
                    <a:pt x="7105" y="0"/>
                    <a:pt x="5561" y="13"/>
                    <a:pt x="4026" y="13"/>
                  </a:cubicBezTo>
                  <a:cubicBezTo>
                    <a:pt x="3258" y="13"/>
                    <a:pt x="2492" y="9"/>
                    <a:pt x="1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2501175" y="3206575"/>
              <a:ext cx="435950" cy="73950"/>
            </a:xfrm>
            <a:custGeom>
              <a:rect b="b" l="l" r="r" t="t"/>
              <a:pathLst>
                <a:path extrusionOk="0" h="2958" w="17438">
                  <a:moveTo>
                    <a:pt x="2009" y="0"/>
                  </a:moveTo>
                  <a:cubicBezTo>
                    <a:pt x="949" y="0"/>
                    <a:pt x="168" y="279"/>
                    <a:pt x="84" y="1451"/>
                  </a:cubicBezTo>
                  <a:cubicBezTo>
                    <a:pt x="0" y="2428"/>
                    <a:pt x="698" y="2930"/>
                    <a:pt x="2065" y="2930"/>
                  </a:cubicBezTo>
                  <a:cubicBezTo>
                    <a:pt x="2809" y="2939"/>
                    <a:pt x="3550" y="2942"/>
                    <a:pt x="4290" y="2942"/>
                  </a:cubicBezTo>
                  <a:cubicBezTo>
                    <a:pt x="5769" y="2942"/>
                    <a:pt x="7245" y="2930"/>
                    <a:pt x="8733" y="2930"/>
                  </a:cubicBezTo>
                  <a:cubicBezTo>
                    <a:pt x="11021" y="2930"/>
                    <a:pt x="13336" y="2930"/>
                    <a:pt x="15652" y="2958"/>
                  </a:cubicBezTo>
                  <a:cubicBezTo>
                    <a:pt x="16656" y="2958"/>
                    <a:pt x="17437" y="2651"/>
                    <a:pt x="17437" y="1507"/>
                  </a:cubicBezTo>
                  <a:cubicBezTo>
                    <a:pt x="17437" y="335"/>
                    <a:pt x="16656" y="0"/>
                    <a:pt x="155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>
              <a:off x="4366225" y="2145025"/>
              <a:ext cx="754700" cy="74125"/>
            </a:xfrm>
            <a:custGeom>
              <a:rect b="b" l="l" r="r" t="t"/>
              <a:pathLst>
                <a:path extrusionOk="0" h="2965" w="30188">
                  <a:moveTo>
                    <a:pt x="2316" y="0"/>
                  </a:moveTo>
                  <a:cubicBezTo>
                    <a:pt x="1981" y="0"/>
                    <a:pt x="1619" y="0"/>
                    <a:pt x="1284" y="56"/>
                  </a:cubicBezTo>
                  <a:cubicBezTo>
                    <a:pt x="531" y="140"/>
                    <a:pt x="140" y="586"/>
                    <a:pt x="56" y="1339"/>
                  </a:cubicBezTo>
                  <a:cubicBezTo>
                    <a:pt x="1" y="2176"/>
                    <a:pt x="447" y="2678"/>
                    <a:pt x="1200" y="2874"/>
                  </a:cubicBezTo>
                  <a:cubicBezTo>
                    <a:pt x="1442" y="2948"/>
                    <a:pt x="1696" y="2960"/>
                    <a:pt x="1954" y="2960"/>
                  </a:cubicBezTo>
                  <a:cubicBezTo>
                    <a:pt x="2084" y="2960"/>
                    <a:pt x="2214" y="2957"/>
                    <a:pt x="2344" y="2957"/>
                  </a:cubicBezTo>
                  <a:lnTo>
                    <a:pt x="27676" y="2957"/>
                  </a:lnTo>
                  <a:cubicBezTo>
                    <a:pt x="27844" y="2957"/>
                    <a:pt x="28018" y="2964"/>
                    <a:pt x="28193" y="2964"/>
                  </a:cubicBezTo>
                  <a:cubicBezTo>
                    <a:pt x="28367" y="2964"/>
                    <a:pt x="28541" y="2957"/>
                    <a:pt x="28709" y="2929"/>
                  </a:cubicBezTo>
                  <a:cubicBezTo>
                    <a:pt x="29601" y="2818"/>
                    <a:pt x="30187" y="2316"/>
                    <a:pt x="30132" y="1395"/>
                  </a:cubicBezTo>
                  <a:cubicBezTo>
                    <a:pt x="30104" y="530"/>
                    <a:pt x="29546" y="84"/>
                    <a:pt x="28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>
              <a:off x="4367625" y="2350850"/>
              <a:ext cx="753300" cy="74575"/>
            </a:xfrm>
            <a:custGeom>
              <a:rect b="b" l="l" r="r" t="t"/>
              <a:pathLst>
                <a:path extrusionOk="0" h="2983" w="30132">
                  <a:moveTo>
                    <a:pt x="1758" y="0"/>
                  </a:moveTo>
                  <a:cubicBezTo>
                    <a:pt x="1628" y="0"/>
                    <a:pt x="1498" y="7"/>
                    <a:pt x="1367" y="25"/>
                  </a:cubicBezTo>
                  <a:cubicBezTo>
                    <a:pt x="558" y="165"/>
                    <a:pt x="0" y="611"/>
                    <a:pt x="0" y="1504"/>
                  </a:cubicBezTo>
                  <a:cubicBezTo>
                    <a:pt x="28" y="2397"/>
                    <a:pt x="503" y="2871"/>
                    <a:pt x="1367" y="2955"/>
                  </a:cubicBezTo>
                  <a:cubicBezTo>
                    <a:pt x="1702" y="2983"/>
                    <a:pt x="2065" y="2983"/>
                    <a:pt x="2400" y="2983"/>
                  </a:cubicBezTo>
                  <a:lnTo>
                    <a:pt x="27732" y="2983"/>
                  </a:lnTo>
                  <a:cubicBezTo>
                    <a:pt x="28123" y="2983"/>
                    <a:pt x="28513" y="2983"/>
                    <a:pt x="28904" y="2899"/>
                  </a:cubicBezTo>
                  <a:cubicBezTo>
                    <a:pt x="29629" y="2787"/>
                    <a:pt x="30048" y="2285"/>
                    <a:pt x="30076" y="1560"/>
                  </a:cubicBezTo>
                  <a:cubicBezTo>
                    <a:pt x="30131" y="834"/>
                    <a:pt x="29713" y="304"/>
                    <a:pt x="29015" y="109"/>
                  </a:cubicBezTo>
                  <a:cubicBezTo>
                    <a:pt x="28755" y="35"/>
                    <a:pt x="28470" y="22"/>
                    <a:pt x="28176" y="22"/>
                  </a:cubicBezTo>
                  <a:cubicBezTo>
                    <a:pt x="28030" y="22"/>
                    <a:pt x="27881" y="25"/>
                    <a:pt x="27732" y="25"/>
                  </a:cubicBezTo>
                  <a:lnTo>
                    <a:pt x="2539" y="25"/>
                  </a:lnTo>
                  <a:cubicBezTo>
                    <a:pt x="2279" y="25"/>
                    <a:pt x="2018" y="0"/>
                    <a:pt x="1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>
              <a:off x="4367625" y="2558625"/>
              <a:ext cx="468700" cy="73300"/>
            </a:xfrm>
            <a:custGeom>
              <a:rect b="b" l="l" r="r" t="t"/>
              <a:pathLst>
                <a:path extrusionOk="0" h="2932" w="18748">
                  <a:moveTo>
                    <a:pt x="1925" y="0"/>
                  </a:moveTo>
                  <a:cubicBezTo>
                    <a:pt x="865" y="0"/>
                    <a:pt x="28" y="251"/>
                    <a:pt x="28" y="1451"/>
                  </a:cubicBezTo>
                  <a:cubicBezTo>
                    <a:pt x="0" y="2651"/>
                    <a:pt x="809" y="2930"/>
                    <a:pt x="1870" y="2930"/>
                  </a:cubicBezTo>
                  <a:lnTo>
                    <a:pt x="16879" y="2930"/>
                  </a:lnTo>
                  <a:cubicBezTo>
                    <a:pt x="16915" y="2931"/>
                    <a:pt x="16951" y="2931"/>
                    <a:pt x="16986" y="2931"/>
                  </a:cubicBezTo>
                  <a:cubicBezTo>
                    <a:pt x="18018" y="2931"/>
                    <a:pt x="18748" y="2529"/>
                    <a:pt x="18721" y="1423"/>
                  </a:cubicBezTo>
                  <a:cubicBezTo>
                    <a:pt x="18693" y="363"/>
                    <a:pt x="17967" y="0"/>
                    <a:pt x="16935" y="0"/>
                  </a:cubicBezTo>
                  <a:cubicBezTo>
                    <a:pt x="14396" y="28"/>
                    <a:pt x="11885" y="28"/>
                    <a:pt x="9347" y="28"/>
                  </a:cubicBezTo>
                  <a:cubicBezTo>
                    <a:pt x="6863" y="28"/>
                    <a:pt x="4408" y="28"/>
                    <a:pt x="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9450" lIns="19450" spcFirstLastPara="1" rIns="19450" wrap="square" tIns="1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83" name="Google Shape;783;p51"/>
          <p:cNvCxnSpPr/>
          <p:nvPr/>
        </p:nvCxnSpPr>
        <p:spPr>
          <a:xfrm>
            <a:off x="6242367" y="4117598"/>
            <a:ext cx="1800" cy="87600"/>
          </a:xfrm>
          <a:prstGeom prst="straightConnector1">
            <a:avLst/>
          </a:prstGeom>
          <a:noFill/>
          <a:ln cap="flat" cmpd="sng" w="890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1"/>
          <p:cNvSpPr/>
          <p:nvPr/>
        </p:nvSpPr>
        <p:spPr>
          <a:xfrm>
            <a:off x="4482128" y="-3240777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73.181</a:t>
            </a:r>
            <a:endParaRPr b="1" sz="10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5" name="Google Shape;785;p51"/>
          <p:cNvSpPr/>
          <p:nvPr/>
        </p:nvSpPr>
        <p:spPr>
          <a:xfrm>
            <a:off x="4482128" y="-3249636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2613550" y="-3240776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15.793.427</a:t>
            </a:r>
            <a:endParaRPr b="1" sz="10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7" name="Google Shape;787;p51"/>
          <p:cNvSpPr/>
          <p:nvPr/>
        </p:nvSpPr>
        <p:spPr>
          <a:xfrm>
            <a:off x="2613550" y="-3249634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6319091" y="-3236340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1.782.747</a:t>
            </a:r>
            <a:endParaRPr b="1" sz="10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9" name="Google Shape;789;p51"/>
          <p:cNvSpPr/>
          <p:nvPr/>
        </p:nvSpPr>
        <p:spPr>
          <a:xfrm>
            <a:off x="6319091" y="-3245198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0" name="Google Shape;790;p51"/>
          <p:cNvSpPr/>
          <p:nvPr/>
        </p:nvSpPr>
        <p:spPr>
          <a:xfrm>
            <a:off x="4482128" y="-2493171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34.483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1" name="Google Shape;791;p51"/>
          <p:cNvSpPr/>
          <p:nvPr/>
        </p:nvSpPr>
        <p:spPr>
          <a:xfrm>
            <a:off x="4482128" y="-2502030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2" name="Google Shape;792;p51"/>
          <p:cNvSpPr/>
          <p:nvPr/>
        </p:nvSpPr>
        <p:spPr>
          <a:xfrm>
            <a:off x="2613550" y="-2493169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2.567.696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3" name="Google Shape;793;p51"/>
          <p:cNvSpPr/>
          <p:nvPr/>
        </p:nvSpPr>
        <p:spPr>
          <a:xfrm>
            <a:off x="2613550" y="-2502028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4" name="Google Shape;794;p51"/>
          <p:cNvSpPr/>
          <p:nvPr/>
        </p:nvSpPr>
        <p:spPr>
          <a:xfrm>
            <a:off x="6319091" y="-2488734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308.879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5" name="Google Shape;795;p51"/>
          <p:cNvSpPr/>
          <p:nvPr/>
        </p:nvSpPr>
        <p:spPr>
          <a:xfrm>
            <a:off x="6319091" y="-2497592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6" name="Google Shape;796;p51"/>
          <p:cNvSpPr/>
          <p:nvPr/>
        </p:nvSpPr>
        <p:spPr>
          <a:xfrm>
            <a:off x="4516131" y="-1756376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46.021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7" name="Google Shape;797;p51"/>
          <p:cNvSpPr/>
          <p:nvPr/>
        </p:nvSpPr>
        <p:spPr>
          <a:xfrm>
            <a:off x="4516131" y="-1765234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8" name="Google Shape;798;p51"/>
          <p:cNvSpPr/>
          <p:nvPr/>
        </p:nvSpPr>
        <p:spPr>
          <a:xfrm>
            <a:off x="2647553" y="-1756374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7.387.326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9" name="Google Shape;799;p51"/>
          <p:cNvSpPr/>
          <p:nvPr/>
        </p:nvSpPr>
        <p:spPr>
          <a:xfrm>
            <a:off x="2647553" y="-1765232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0" name="Google Shape;800;p51"/>
          <p:cNvSpPr/>
          <p:nvPr/>
        </p:nvSpPr>
        <p:spPr>
          <a:xfrm>
            <a:off x="6353093" y="-1751938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-</a:t>
            </a:r>
            <a:endParaRPr b="1" sz="10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1" name="Google Shape;801;p51"/>
          <p:cNvSpPr/>
          <p:nvPr/>
        </p:nvSpPr>
        <p:spPr>
          <a:xfrm>
            <a:off x="6353093" y="-1760797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2" name="Google Shape;802;p51"/>
          <p:cNvSpPr/>
          <p:nvPr/>
        </p:nvSpPr>
        <p:spPr>
          <a:xfrm>
            <a:off x="4516131" y="-1045302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27.326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3" name="Google Shape;803;p51"/>
          <p:cNvSpPr/>
          <p:nvPr/>
        </p:nvSpPr>
        <p:spPr>
          <a:xfrm>
            <a:off x="4516131" y="-1054161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4" name="Google Shape;804;p51"/>
          <p:cNvSpPr/>
          <p:nvPr/>
        </p:nvSpPr>
        <p:spPr>
          <a:xfrm>
            <a:off x="2647553" y="-1045300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12.742.329</a:t>
            </a:r>
            <a:endParaRPr b="1" sz="1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5" name="Google Shape;805;p51"/>
          <p:cNvSpPr/>
          <p:nvPr/>
        </p:nvSpPr>
        <p:spPr>
          <a:xfrm>
            <a:off x="2647553" y="-1054159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51"/>
          <p:cNvSpPr/>
          <p:nvPr/>
        </p:nvSpPr>
        <p:spPr>
          <a:xfrm>
            <a:off x="6353093" y="-1040865"/>
            <a:ext cx="1727100" cy="515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7925" lIns="133150" spcFirstLastPara="1" rIns="134125" wrap="square" tIns="26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latin typeface="Archivo"/>
                <a:ea typeface="Archivo"/>
                <a:cs typeface="Archivo"/>
                <a:sym typeface="Archivo"/>
              </a:rPr>
              <a:t>-</a:t>
            </a:r>
            <a:endParaRPr b="1" sz="10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7" name="Google Shape;807;p51"/>
          <p:cNvSpPr/>
          <p:nvPr/>
        </p:nvSpPr>
        <p:spPr>
          <a:xfrm>
            <a:off x="6353093" y="-1049723"/>
            <a:ext cx="1727100" cy="2346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34125" lIns="134125" spcFirstLastPara="1" rIns="134125" wrap="square" tIns="134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10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8" name="Google Shape;808;p51"/>
          <p:cNvSpPr/>
          <p:nvPr/>
        </p:nvSpPr>
        <p:spPr>
          <a:xfrm>
            <a:off x="-120825" y="-2966375"/>
            <a:ext cx="2213100" cy="3738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800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Desalojo - 6 campañas</a:t>
            </a:r>
            <a:endParaRPr b="1"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9" name="Google Shape;809;p51"/>
          <p:cNvSpPr/>
          <p:nvPr/>
        </p:nvSpPr>
        <p:spPr>
          <a:xfrm>
            <a:off x="-120825" y="-3275725"/>
            <a:ext cx="2213082" cy="515376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1.101.777</a:t>
            </a:r>
            <a:endParaRPr sz="2000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10" name="Google Shape;810;p51"/>
          <p:cNvSpPr/>
          <p:nvPr/>
        </p:nvSpPr>
        <p:spPr>
          <a:xfrm>
            <a:off x="-120825" y="-2219118"/>
            <a:ext cx="2213100" cy="3738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8000" lIns="91425" spcFirstLastPara="1" rIns="91425" wrap="square" tIns="72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Avenidas porteñas  - 1 campañas</a:t>
            </a:r>
            <a:endParaRPr b="1"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1" name="Google Shape;811;p51"/>
          <p:cNvSpPr/>
          <p:nvPr/>
        </p:nvSpPr>
        <p:spPr>
          <a:xfrm>
            <a:off x="-120825" y="-2528468"/>
            <a:ext cx="2213082" cy="515376"/>
          </a:xfrm>
          <a:prstGeom prst="flowChartDocument">
            <a:avLst/>
          </a:prstGeom>
          <a:solidFill>
            <a:srgbClr val="8FE1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184.030</a:t>
            </a:r>
            <a:endParaRPr sz="2000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12" name="Google Shape;812;p51"/>
          <p:cNvSpPr/>
          <p:nvPr/>
        </p:nvSpPr>
        <p:spPr>
          <a:xfrm>
            <a:off x="-120837" y="-1474206"/>
            <a:ext cx="2213100" cy="3738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8000" lIns="91425" spcFirstLastPara="1" rIns="91425" wrap="square" tIns="72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Puntos seguros  - 1 campañas</a:t>
            </a:r>
            <a:endParaRPr b="1"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-120837" y="-1783556"/>
            <a:ext cx="2213082" cy="515376"/>
          </a:xfrm>
          <a:prstGeom prst="flowChartDocumen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978.523</a:t>
            </a:r>
            <a:endParaRPr sz="2000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14" name="Google Shape;814;p51"/>
          <p:cNvSpPr/>
          <p:nvPr/>
        </p:nvSpPr>
        <p:spPr>
          <a:xfrm>
            <a:off x="-120850" y="-751943"/>
            <a:ext cx="2213100" cy="3738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8000" lIns="91425" spcFirstLastPara="1" rIns="91425" wrap="square" tIns="72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Estaciones de subtes - 3 campañas</a:t>
            </a:r>
            <a:endParaRPr b="1" sz="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5" name="Google Shape;815;p51"/>
          <p:cNvSpPr/>
          <p:nvPr/>
        </p:nvSpPr>
        <p:spPr>
          <a:xfrm>
            <a:off x="-120850" y="-1061293"/>
            <a:ext cx="2213082" cy="515376"/>
          </a:xfrm>
          <a:prstGeom prst="flowChartDocumen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1.242.288</a:t>
            </a:r>
            <a:endParaRPr sz="2000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816" name="Google Shape;816;p51"/>
          <p:cNvCxnSpPr/>
          <p:nvPr/>
        </p:nvCxnSpPr>
        <p:spPr>
          <a:xfrm>
            <a:off x="7978642" y="4274096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51"/>
          <p:cNvCxnSpPr/>
          <p:nvPr/>
        </p:nvCxnSpPr>
        <p:spPr>
          <a:xfrm>
            <a:off x="3036209" y="4086098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51"/>
          <p:cNvCxnSpPr/>
          <p:nvPr/>
        </p:nvCxnSpPr>
        <p:spPr>
          <a:xfrm>
            <a:off x="1272635" y="4086098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51"/>
          <p:cNvSpPr/>
          <p:nvPr/>
        </p:nvSpPr>
        <p:spPr>
          <a:xfrm>
            <a:off x="449900" y="2849130"/>
            <a:ext cx="13479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{{m2_clics_a}}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0" name="Google Shape;820;p51"/>
          <p:cNvSpPr/>
          <p:nvPr/>
        </p:nvSpPr>
        <p:spPr>
          <a:xfrm>
            <a:off x="449900" y="2840653"/>
            <a:ext cx="13479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1" name="Google Shape;821;p51"/>
          <p:cNvSpPr/>
          <p:nvPr/>
        </p:nvSpPr>
        <p:spPr>
          <a:xfrm>
            <a:off x="449900" y="2228068"/>
            <a:ext cx="13479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{{m2_aud_a}}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2" name="Google Shape;822;p51"/>
          <p:cNvSpPr/>
          <p:nvPr/>
        </p:nvSpPr>
        <p:spPr>
          <a:xfrm>
            <a:off x="449900" y="2222866"/>
            <a:ext cx="13479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3" name="Google Shape;823;p51"/>
          <p:cNvSpPr/>
          <p:nvPr/>
        </p:nvSpPr>
        <p:spPr>
          <a:xfrm>
            <a:off x="449900" y="3469411"/>
            <a:ext cx="13479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{{m2_vis_a}}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449900" y="3460935"/>
            <a:ext cx="13479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5" name="Google Shape;825;p51"/>
          <p:cNvSpPr/>
          <p:nvPr/>
        </p:nvSpPr>
        <p:spPr>
          <a:xfrm>
            <a:off x="4022198" y="2849130"/>
            <a:ext cx="13479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{{m2_clics_b}}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6" name="Google Shape;826;p51"/>
          <p:cNvSpPr/>
          <p:nvPr/>
        </p:nvSpPr>
        <p:spPr>
          <a:xfrm>
            <a:off x="4022198" y="2840653"/>
            <a:ext cx="13479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7" name="Google Shape;827;p51"/>
          <p:cNvSpPr/>
          <p:nvPr/>
        </p:nvSpPr>
        <p:spPr>
          <a:xfrm>
            <a:off x="4022198" y="2228068"/>
            <a:ext cx="13479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{{m2_aud_b}}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8" name="Google Shape;828;p51"/>
          <p:cNvSpPr/>
          <p:nvPr/>
        </p:nvSpPr>
        <p:spPr>
          <a:xfrm>
            <a:off x="4022198" y="2222866"/>
            <a:ext cx="13479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9" name="Google Shape;829;p51"/>
          <p:cNvSpPr/>
          <p:nvPr/>
        </p:nvSpPr>
        <p:spPr>
          <a:xfrm>
            <a:off x="2246405" y="2849130"/>
            <a:ext cx="13272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{{m2_clics_c}}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0" name="Google Shape;830;p51"/>
          <p:cNvSpPr/>
          <p:nvPr/>
        </p:nvSpPr>
        <p:spPr>
          <a:xfrm>
            <a:off x="2246405" y="2840653"/>
            <a:ext cx="13272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1" name="Google Shape;831;p51"/>
          <p:cNvSpPr/>
          <p:nvPr/>
        </p:nvSpPr>
        <p:spPr>
          <a:xfrm>
            <a:off x="2246405" y="2228068"/>
            <a:ext cx="13272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{{m2_aud_c}}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2" name="Google Shape;832;p51"/>
          <p:cNvSpPr/>
          <p:nvPr/>
        </p:nvSpPr>
        <p:spPr>
          <a:xfrm>
            <a:off x="2246405" y="2222866"/>
            <a:ext cx="13272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3" name="Google Shape;833;p51"/>
          <p:cNvSpPr/>
          <p:nvPr/>
        </p:nvSpPr>
        <p:spPr>
          <a:xfrm>
            <a:off x="5662250" y="2849130"/>
            <a:ext cx="14928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{{m2_clics_d}}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5662250" y="2840653"/>
            <a:ext cx="14928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5" name="Google Shape;835;p51"/>
          <p:cNvSpPr/>
          <p:nvPr/>
        </p:nvSpPr>
        <p:spPr>
          <a:xfrm>
            <a:off x="5662250" y="2228068"/>
            <a:ext cx="14928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{{m2_aud_d}}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6" name="Google Shape;836;p51"/>
          <p:cNvSpPr/>
          <p:nvPr/>
        </p:nvSpPr>
        <p:spPr>
          <a:xfrm>
            <a:off x="5662250" y="2222866"/>
            <a:ext cx="14928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7" name="Google Shape;837;p51"/>
          <p:cNvSpPr/>
          <p:nvPr/>
        </p:nvSpPr>
        <p:spPr>
          <a:xfrm>
            <a:off x="260300" y="1672510"/>
            <a:ext cx="1727100" cy="4617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7225" lIns="87475" spcFirstLastPara="1" rIns="87475" wrap="square" tIns="874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Subtes</a:t>
            </a:r>
            <a:endParaRPr b="1" sz="10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260363" y="1119794"/>
            <a:ext cx="1726974" cy="79396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6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766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{{m2_subtes_imp}}</a:t>
            </a:r>
            <a:endParaRPr sz="181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39" name="Google Shape;839;p51"/>
          <p:cNvSpPr/>
          <p:nvPr/>
        </p:nvSpPr>
        <p:spPr>
          <a:xfrm>
            <a:off x="3832598" y="1639776"/>
            <a:ext cx="1727100" cy="4617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7225" lIns="87475" spcFirstLastPara="1" rIns="87475" wrap="square" tIns="68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Tránsito</a:t>
            </a:r>
            <a:endParaRPr b="1" sz="105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0" name="Google Shape;840;p51"/>
          <p:cNvSpPr/>
          <p:nvPr/>
        </p:nvSpPr>
        <p:spPr>
          <a:xfrm>
            <a:off x="3832661" y="1119794"/>
            <a:ext cx="1726974" cy="793962"/>
          </a:xfrm>
          <a:prstGeom prst="flowChartDocument">
            <a:avLst/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6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766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{{m2_transito_imp}}</a:t>
            </a:r>
            <a:endParaRPr sz="181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1" name="Google Shape;841;p51"/>
          <p:cNvSpPr/>
          <p:nvPr/>
        </p:nvSpPr>
        <p:spPr>
          <a:xfrm>
            <a:off x="2059805" y="1723980"/>
            <a:ext cx="1700400" cy="3981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7225" lIns="87475" spcFirstLastPara="1" rIns="87475" wrap="square" tIns="68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Desalojos </a:t>
            </a:r>
            <a:endParaRPr b="1" sz="95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2" name="Google Shape;842;p51"/>
          <p:cNvSpPr/>
          <p:nvPr/>
        </p:nvSpPr>
        <p:spPr>
          <a:xfrm>
            <a:off x="2059802" y="1119794"/>
            <a:ext cx="1700406" cy="793962"/>
          </a:xfrm>
          <a:prstGeom prst="flowChartDocumen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6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766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{{m2_desalojos_imp}}</a:t>
            </a:r>
            <a:endParaRPr sz="181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3" name="Google Shape;843;p51"/>
          <p:cNvSpPr/>
          <p:nvPr/>
        </p:nvSpPr>
        <p:spPr>
          <a:xfrm>
            <a:off x="5632100" y="1707383"/>
            <a:ext cx="1553100" cy="3981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7225" lIns="87475" spcFirstLastPara="1" rIns="87475" wrap="square" tIns="68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Salud</a:t>
            </a:r>
            <a:endParaRPr b="1" sz="10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4" name="Google Shape;844;p51"/>
          <p:cNvSpPr/>
          <p:nvPr/>
        </p:nvSpPr>
        <p:spPr>
          <a:xfrm>
            <a:off x="5632184" y="1119794"/>
            <a:ext cx="1552932" cy="793962"/>
          </a:xfrm>
          <a:prstGeom prst="flowChartDocumen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6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766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1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{{m2_salud_imp}}</a:t>
            </a:r>
            <a:endParaRPr sz="181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45" name="Google Shape;845;p51"/>
          <p:cNvSpPr/>
          <p:nvPr/>
        </p:nvSpPr>
        <p:spPr>
          <a:xfrm>
            <a:off x="1275705" y="4516739"/>
            <a:ext cx="6519600" cy="379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{{m2_salud_camp}} </a:t>
            </a:r>
            <a:r>
              <a:rPr b="1" lang="es" sz="13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campañas</a:t>
            </a:r>
            <a:endParaRPr b="1" sz="13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846" name="Google Shape;846;p51"/>
          <p:cNvCxnSpPr/>
          <p:nvPr/>
        </p:nvCxnSpPr>
        <p:spPr>
          <a:xfrm>
            <a:off x="1122367" y="4392300"/>
            <a:ext cx="6867000" cy="354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7" name="Google Shape;847;p51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Digital | Status semanal de M2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48" name="Google Shape;848;p51"/>
          <p:cNvGrpSpPr/>
          <p:nvPr/>
        </p:nvGrpSpPr>
        <p:grpSpPr>
          <a:xfrm>
            <a:off x="234545" y="156446"/>
            <a:ext cx="250814" cy="250257"/>
            <a:chOff x="11899863" y="7646238"/>
            <a:chExt cx="563500" cy="562375"/>
          </a:xfrm>
        </p:grpSpPr>
        <p:sp>
          <p:nvSpPr>
            <p:cNvPr id="849" name="Google Shape;849;p51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105350" lIns="105350" spcFirstLastPara="1" rIns="105350" wrap="square" tIns="105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1" name="Google Shape;851;p51"/>
          <p:cNvSpPr/>
          <p:nvPr/>
        </p:nvSpPr>
        <p:spPr>
          <a:xfrm>
            <a:off x="2246405" y="3469411"/>
            <a:ext cx="13272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{{m2_vis_e}}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2" name="Google Shape;852;p51"/>
          <p:cNvSpPr/>
          <p:nvPr/>
        </p:nvSpPr>
        <p:spPr>
          <a:xfrm>
            <a:off x="2246405" y="3460935"/>
            <a:ext cx="13272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3" name="Google Shape;853;p51"/>
          <p:cNvSpPr/>
          <p:nvPr/>
        </p:nvSpPr>
        <p:spPr>
          <a:xfrm>
            <a:off x="7287750" y="2849130"/>
            <a:ext cx="14928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{{m2_clics_e}}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4" name="Google Shape;854;p51"/>
          <p:cNvSpPr/>
          <p:nvPr/>
        </p:nvSpPr>
        <p:spPr>
          <a:xfrm>
            <a:off x="7287750" y="2840653"/>
            <a:ext cx="14928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5" name="Google Shape;855;p51"/>
          <p:cNvSpPr/>
          <p:nvPr/>
        </p:nvSpPr>
        <p:spPr>
          <a:xfrm>
            <a:off x="7287750" y="2228068"/>
            <a:ext cx="1492800" cy="493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3700" lIns="127400" spcFirstLastPara="1" rIns="128350" wrap="square" tIns="254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latin typeface="Archivo"/>
                <a:ea typeface="Archivo"/>
                <a:cs typeface="Archivo"/>
                <a:sym typeface="Archivo"/>
              </a:rPr>
              <a:t>{{m2_seguridad_aud}}</a:t>
            </a:r>
            <a:endParaRPr b="1" sz="957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6" name="Google Shape;856;p51"/>
          <p:cNvSpPr/>
          <p:nvPr/>
        </p:nvSpPr>
        <p:spPr>
          <a:xfrm>
            <a:off x="7287750" y="2222866"/>
            <a:ext cx="1492800" cy="224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128350" lIns="128350" spcFirstLastPara="1" rIns="128350" wrap="square" tIns="128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957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7" name="Google Shape;857;p51"/>
          <p:cNvSpPr/>
          <p:nvPr/>
        </p:nvSpPr>
        <p:spPr>
          <a:xfrm>
            <a:off x="7257600" y="1707383"/>
            <a:ext cx="1553100" cy="3981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17225" lIns="87475" spcFirstLastPara="1" rIns="87475" wrap="square" tIns="68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Seguridad</a:t>
            </a:r>
            <a:endParaRPr b="1" sz="9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58" name="Google Shape;858;p51"/>
          <p:cNvSpPr/>
          <p:nvPr/>
        </p:nvSpPr>
        <p:spPr>
          <a:xfrm>
            <a:off x="7257684" y="1119794"/>
            <a:ext cx="1552932" cy="793962"/>
          </a:xfrm>
          <a:prstGeom prst="flowChartDocument">
            <a:avLst/>
          </a:prstGeom>
          <a:solidFill>
            <a:srgbClr val="D5A6BD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6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766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1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{{m2_seguridad_imp}}</a:t>
            </a:r>
            <a:endParaRPr sz="171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cxnSp>
        <p:nvCxnSpPr>
          <p:cNvPr id="859" name="Google Shape;859;p51"/>
          <p:cNvCxnSpPr/>
          <p:nvPr/>
        </p:nvCxnSpPr>
        <p:spPr>
          <a:xfrm>
            <a:off x="4696273" y="4256740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51"/>
          <p:cNvCxnSpPr/>
          <p:nvPr/>
        </p:nvCxnSpPr>
        <p:spPr>
          <a:xfrm>
            <a:off x="1123423" y="4236477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1"/>
          <p:cNvSpPr/>
          <p:nvPr/>
        </p:nvSpPr>
        <p:spPr>
          <a:xfrm>
            <a:off x="2389355" y="4039598"/>
            <a:ext cx="1041300" cy="2436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{{m2_camp1}} </a:t>
            </a:r>
            <a:r>
              <a:rPr b="1" lang="es" sz="8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campañas</a:t>
            </a:r>
            <a:endParaRPr b="1" sz="104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2" name="Google Shape;862;p51"/>
          <p:cNvSpPr/>
          <p:nvPr/>
        </p:nvSpPr>
        <p:spPr>
          <a:xfrm>
            <a:off x="615350" y="4039598"/>
            <a:ext cx="1017000" cy="2436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{{m2_camp2}} </a:t>
            </a:r>
            <a:r>
              <a:rPr b="1" lang="es" sz="8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campañas</a:t>
            </a:r>
            <a:endParaRPr b="1" sz="104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3" name="Google Shape;863;p51"/>
          <p:cNvSpPr/>
          <p:nvPr/>
        </p:nvSpPr>
        <p:spPr>
          <a:xfrm>
            <a:off x="4175498" y="4039598"/>
            <a:ext cx="1041300" cy="2436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{{m2_camp3}}  </a:t>
            </a: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campañas</a:t>
            </a:r>
            <a:endParaRPr b="1" sz="12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4" name="Google Shape;864;p51"/>
          <p:cNvSpPr/>
          <p:nvPr/>
        </p:nvSpPr>
        <p:spPr>
          <a:xfrm>
            <a:off x="5888000" y="4039598"/>
            <a:ext cx="1041300" cy="2436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{{m2_camp4}} </a:t>
            </a: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campaña</a:t>
            </a:r>
            <a:endParaRPr b="1" sz="12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5" name="Google Shape;865;p51"/>
          <p:cNvSpPr/>
          <p:nvPr/>
        </p:nvSpPr>
        <p:spPr>
          <a:xfrm>
            <a:off x="7513500" y="4039598"/>
            <a:ext cx="1041300" cy="2436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{{m2_camp5}} </a:t>
            </a:r>
            <a:r>
              <a:rPr b="1" lang="es" sz="957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campaña</a:t>
            </a:r>
            <a:endParaRPr b="1" sz="12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866" name="Google Shape;866;p51"/>
          <p:cNvCxnSpPr/>
          <p:nvPr/>
        </p:nvCxnSpPr>
        <p:spPr>
          <a:xfrm>
            <a:off x="2909848" y="4243916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51"/>
          <p:cNvCxnSpPr/>
          <p:nvPr/>
        </p:nvCxnSpPr>
        <p:spPr>
          <a:xfrm>
            <a:off x="6408498" y="4254153"/>
            <a:ext cx="300" cy="150600"/>
          </a:xfrm>
          <a:prstGeom prst="straightConnector1">
            <a:avLst/>
          </a:prstGeom>
          <a:noFill/>
          <a:ln cap="flat" cmpd="sng" w="91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2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52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52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76" name="Google Shape;876;p52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52"/>
          <p:cNvSpPr txBox="1"/>
          <p:nvPr/>
        </p:nvSpPr>
        <p:spPr>
          <a:xfrm>
            <a:off x="173400" y="2005545"/>
            <a:ext cx="8257500" cy="21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4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Campañas destacadas</a:t>
            </a:r>
            <a:endParaRPr b="1" sz="4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i="1" lang="es" sz="35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GCBA</a:t>
            </a:r>
            <a:endParaRPr i="1" sz="35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 i="1" sz="35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3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53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53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53"/>
          <p:cNvSpPr txBox="1"/>
          <p:nvPr/>
        </p:nvSpPr>
        <p:spPr>
          <a:xfrm>
            <a:off x="53850" y="1778997"/>
            <a:ext cx="8759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3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35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i="1" sz="34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886" name="Google Shape;886;p53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7" name="Google Shape;887;p53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Objetivo de la comunicación y período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3" name="Google Shape;893;p5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4" name="Google Shape;894;p5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95" name="Google Shape;895;p5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7" name="Google Shape;897;p5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2299613" y="1307688"/>
            <a:ext cx="46518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Objetivo de la comunicación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9" name="Google Shape;899;p54"/>
          <p:cNvSpPr/>
          <p:nvPr/>
        </p:nvSpPr>
        <p:spPr>
          <a:xfrm>
            <a:off x="2192788" y="1240015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sp>
        <p:nvSpPr>
          <p:cNvPr id="900" name="Google Shape;900;p54"/>
          <p:cNvSpPr/>
          <p:nvPr/>
        </p:nvSpPr>
        <p:spPr>
          <a:xfrm>
            <a:off x="1527300" y="1882895"/>
            <a:ext cx="6089400" cy="1433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01" name="Google Shape;901;p54"/>
          <p:cNvGrpSpPr/>
          <p:nvPr/>
        </p:nvGrpSpPr>
        <p:grpSpPr>
          <a:xfrm>
            <a:off x="2348796" y="1380265"/>
            <a:ext cx="190480" cy="211556"/>
            <a:chOff x="2169088" y="811743"/>
            <a:chExt cx="3848087" cy="4273857"/>
          </a:xfrm>
        </p:grpSpPr>
        <p:sp>
          <p:nvSpPr>
            <p:cNvPr id="902" name="Google Shape;902;p5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4" name="Google Shape;904;p54"/>
          <p:cNvSpPr/>
          <p:nvPr/>
        </p:nvSpPr>
        <p:spPr>
          <a:xfrm>
            <a:off x="1492800" y="3672250"/>
            <a:ext cx="6158400" cy="3669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Período: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{{camp_desde}}</a:t>
            </a:r>
            <a:r>
              <a:rPr b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al </a:t>
            </a:r>
            <a:r>
              <a:rPr b="1" i="1" lang="es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{{camp_hasta}}</a:t>
            </a:r>
            <a:endParaRPr b="1" i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0" name="Google Shape;910;p5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1" name="Google Shape;911;p5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12" name="Google Shape;912;p5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4" name="Google Shape;914;p55"/>
          <p:cNvSpPr txBox="1"/>
          <p:nvPr/>
        </p:nvSpPr>
        <p:spPr>
          <a:xfrm>
            <a:off x="758075" y="533075"/>
            <a:ext cx="2299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5" name="Google Shape;915;p55"/>
          <p:cNvSpPr/>
          <p:nvPr/>
        </p:nvSpPr>
        <p:spPr>
          <a:xfrm>
            <a:off x="330963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2422601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55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9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55"/>
          <p:cNvSpPr txBox="1"/>
          <p:nvPr/>
        </p:nvSpPr>
        <p:spPr>
          <a:xfrm>
            <a:off x="3193297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19" name="Google Shape;919;p55"/>
          <p:cNvSpPr txBox="1"/>
          <p:nvPr/>
        </p:nvSpPr>
        <p:spPr>
          <a:xfrm>
            <a:off x="5012498" y="1245800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0" name="Google Shape;920;p55"/>
          <p:cNvSpPr txBox="1"/>
          <p:nvPr/>
        </p:nvSpPr>
        <p:spPr>
          <a:xfrm>
            <a:off x="3169297" y="1757653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21" name="Google Shape;921;p55"/>
          <p:cNvGrpSpPr/>
          <p:nvPr/>
        </p:nvGrpSpPr>
        <p:grpSpPr>
          <a:xfrm>
            <a:off x="4571998" y="1225550"/>
            <a:ext cx="278967" cy="291012"/>
            <a:chOff x="4996508" y="7413327"/>
            <a:chExt cx="375056" cy="382710"/>
          </a:xfrm>
        </p:grpSpPr>
        <p:sp>
          <p:nvSpPr>
            <p:cNvPr id="922" name="Google Shape;922;p55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55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55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55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6" name="Google Shape;926;p55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590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55" title="correo-electronic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5825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55"/>
          <p:cNvSpPr txBox="1"/>
          <p:nvPr/>
        </p:nvSpPr>
        <p:spPr>
          <a:xfrm>
            <a:off x="6645704" y="1757659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9" name="Google Shape;929;p55"/>
          <p:cNvSpPr/>
          <p:nvPr/>
        </p:nvSpPr>
        <p:spPr>
          <a:xfrm>
            <a:off x="604900" y="3292475"/>
            <a:ext cx="3799800" cy="1614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{{camp_formato1}}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{{camp_formato2}}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{{camp_formato3}}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0" name="Google Shape;930;p55"/>
          <p:cNvSpPr/>
          <p:nvPr/>
        </p:nvSpPr>
        <p:spPr>
          <a:xfrm>
            <a:off x="4879500" y="3274975"/>
            <a:ext cx="4035300" cy="1631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{{camp_audiencia1}}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{{camp_audiencia2}}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{{camp_audiencia3}}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1" name="Google Shape;931;p55"/>
          <p:cNvSpPr/>
          <p:nvPr/>
        </p:nvSpPr>
        <p:spPr>
          <a:xfrm>
            <a:off x="691125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2" name="Google Shape;932;p55"/>
          <p:cNvSpPr/>
          <p:nvPr/>
        </p:nvSpPr>
        <p:spPr>
          <a:xfrm>
            <a:off x="584300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933" name="Google Shape;933;p55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934" name="Google Shape;934;p55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5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5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5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55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55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55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55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5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3" name="Google Shape;943;p55"/>
          <p:cNvCxnSpPr/>
          <p:nvPr/>
        </p:nvCxnSpPr>
        <p:spPr>
          <a:xfrm flipH="1" rot="10800000">
            <a:off x="4585160" y="3180151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4" name="Google Shape;944;p55"/>
          <p:cNvSpPr/>
          <p:nvPr/>
        </p:nvSpPr>
        <p:spPr>
          <a:xfrm>
            <a:off x="960363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55"/>
          <p:cNvSpPr/>
          <p:nvPr/>
        </p:nvSpPr>
        <p:spPr>
          <a:xfrm>
            <a:off x="1339912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6" name="Google Shape;946;p55"/>
          <p:cNvSpPr/>
          <p:nvPr/>
        </p:nvSpPr>
        <p:spPr>
          <a:xfrm>
            <a:off x="1037220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5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5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9" name="Google Shape;949;p55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5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1" name="Google Shape;951;p55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952" name="Google Shape;952;p55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953" name="Google Shape;953;p55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55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55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5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5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5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55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5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5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2" name="Google Shape;962;p55"/>
          <p:cNvSpPr txBox="1"/>
          <p:nvPr/>
        </p:nvSpPr>
        <p:spPr>
          <a:xfrm>
            <a:off x="6674547" y="1245806"/>
            <a:ext cx="581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IVR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63" name="Google Shape;963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4084" y="1231581"/>
            <a:ext cx="278950" cy="2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55"/>
          <p:cNvSpPr/>
          <p:nvPr/>
        </p:nvSpPr>
        <p:spPr>
          <a:xfrm>
            <a:off x="4598819" y="1753324"/>
            <a:ext cx="225332" cy="259784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61825" lIns="61825" spcFirstLastPara="1" rIns="61825" wrap="square" tIns="61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7"/>
          </a:p>
        </p:txBody>
      </p:sp>
      <p:sp>
        <p:nvSpPr>
          <p:cNvPr id="965" name="Google Shape;965;p55"/>
          <p:cNvSpPr txBox="1"/>
          <p:nvPr/>
        </p:nvSpPr>
        <p:spPr>
          <a:xfrm>
            <a:off x="5025877" y="1766325"/>
            <a:ext cx="9822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TikTok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5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6966041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971" name="Google Shape;971;p5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4944503" y="1015861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pic>
        <p:nvPicPr>
          <p:cNvPr id="972" name="Google Shape;972;p5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793052" y="1023527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973" name="Google Shape;973;p5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4" name="Google Shape;974;p5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5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76" name="Google Shape;976;p5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56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56"/>
          <p:cNvSpPr/>
          <p:nvPr/>
        </p:nvSpPr>
        <p:spPr>
          <a:xfrm>
            <a:off x="771002" y="4332485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0" name="Google Shape;980;p56"/>
          <p:cNvSpPr/>
          <p:nvPr/>
        </p:nvSpPr>
        <p:spPr>
          <a:xfrm>
            <a:off x="4922453" y="4324820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1" name="Google Shape;981;p56"/>
          <p:cNvSpPr/>
          <p:nvPr/>
        </p:nvSpPr>
        <p:spPr>
          <a:xfrm>
            <a:off x="6943991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2" name="Google Shape;982;p56"/>
          <p:cNvSpPr/>
          <p:nvPr/>
        </p:nvSpPr>
        <p:spPr>
          <a:xfrm>
            <a:off x="2870140" y="4324819"/>
            <a:ext cx="1632900" cy="292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83" name="Google Shape;983;p56" title="mobile mockup.png"/>
          <p:cNvPicPr preferRelativeResize="0"/>
          <p:nvPr/>
        </p:nvPicPr>
        <p:blipFill rotWithShape="1">
          <a:blip r:embed="rId3">
            <a:alphaModFix/>
          </a:blip>
          <a:srcRect b="10688" l="36229" r="36958" t="16559"/>
          <a:stretch/>
        </p:blipFill>
        <p:spPr>
          <a:xfrm>
            <a:off x="2892190" y="1037836"/>
            <a:ext cx="1588800" cy="32334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7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9" name="Google Shape;989;p57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0" name="Google Shape;990;p57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91" name="Google Shape;991;p5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5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3" name="Google Shape;993;p57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4" name="Google Shape;994;p57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995" name="Google Shape;995;p57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{{camp_entregados}}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96" name="Google Shape;996;p57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997" name="Google Shape;997;p57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8" name="Google Shape;998;p57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99" name="Google Shape;999;p57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1000" name="Google Shape;1000;p5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1001" name="Google Shape;1001;p5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1002" name="Google Shape;1002;p57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3" name="Google Shape;1003;p57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4" name="Google Shape;1004;p57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05" name="Google Shape;1005;p57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{{camp_alcance}}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06" name="Google Shape;1006;p57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07" name="Google Shape;1007;p57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{{camp_impresiones}}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08" name="Google Shape;1008;p57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9" name="Google Shape;1009;p57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0" name="Google Shape;1010;p57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11" name="Google Shape;1011;p57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{{camp_frecuencia}}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12" name="Google Shape;1012;p57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13" name="Google Shape;1013;p57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{{camp_dir_impl}}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14" name="Google Shape;1014;p57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1015" name="Google Shape;1015;p57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57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57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1" name="Google Shape;1021;p57"/>
          <p:cNvSpPr/>
          <p:nvPr/>
        </p:nvSpPr>
        <p:spPr>
          <a:xfrm>
            <a:off x="555256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1022" name="Google Shape;1022;p57"/>
          <p:cNvSpPr txBox="1"/>
          <p:nvPr/>
        </p:nvSpPr>
        <p:spPr>
          <a:xfrm>
            <a:off x="554792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{{camp_aperturas}}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1023" name="Google Shape;1023;p57"/>
          <p:cNvGrpSpPr/>
          <p:nvPr/>
        </p:nvGrpSpPr>
        <p:grpSpPr>
          <a:xfrm>
            <a:off x="6011632" y="2854285"/>
            <a:ext cx="255544" cy="313352"/>
            <a:chOff x="-2003511" y="3801687"/>
            <a:chExt cx="493805" cy="652953"/>
          </a:xfrm>
        </p:grpSpPr>
        <p:sp>
          <p:nvSpPr>
            <p:cNvPr id="1024" name="Google Shape;1024;p57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7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7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7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7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7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7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57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{{camp_clics}} ({{camp_ctor}}%)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32" name="Google Shape;1032;p57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7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4" name="Google Shape;1034;p57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57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7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37" name="Google Shape;1037;p57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7"/>
          <p:cNvSpPr/>
          <p:nvPr/>
        </p:nvSpPr>
        <p:spPr>
          <a:xfrm>
            <a:off x="554059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039" name="Google Shape;1039;p57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1040" name="Google Shape;1040;p57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7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" name="Google Shape;1042;p57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1043" name="Google Shape;1043;p57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5" name="Google Shape;1045;p57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{{camp_dig_impl}}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6" name="Google Shape;1046;p57"/>
          <p:cNvSpPr/>
          <p:nvPr/>
        </p:nvSpPr>
        <p:spPr>
          <a:xfrm>
            <a:off x="6872514" y="2790237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1047" name="Google Shape;1047;p57"/>
          <p:cNvSpPr txBox="1"/>
          <p:nvPr/>
        </p:nvSpPr>
        <p:spPr>
          <a:xfrm>
            <a:off x="6872606" y="3148121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{{camp_visualizaciones}}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048" name="Google Shape;1048;p57"/>
          <p:cNvSpPr/>
          <p:nvPr/>
        </p:nvSpPr>
        <p:spPr>
          <a:xfrm>
            <a:off x="686062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49" name="Google Shape;1049;p57"/>
          <p:cNvSpPr/>
          <p:nvPr/>
        </p:nvSpPr>
        <p:spPr>
          <a:xfrm>
            <a:off x="7501923" y="3069868"/>
            <a:ext cx="110654" cy="88522"/>
          </a:xfrm>
          <a:custGeom>
            <a:rect b="b" l="l" r="r" t="t"/>
            <a:pathLst>
              <a:path extrusionOk="0" h="105383" w="131731">
                <a:moveTo>
                  <a:pt x="70095" y="105384"/>
                </a:moveTo>
                <a:cubicBezTo>
                  <a:pt x="52384" y="105384"/>
                  <a:pt x="34526" y="105384"/>
                  <a:pt x="16815" y="105384"/>
                </a:cubicBezTo>
                <a:cubicBezTo>
                  <a:pt x="13595" y="105384"/>
                  <a:pt x="11106" y="104505"/>
                  <a:pt x="9057" y="102163"/>
                </a:cubicBezTo>
                <a:cubicBezTo>
                  <a:pt x="7008" y="99967"/>
                  <a:pt x="4812" y="97918"/>
                  <a:pt x="2617" y="95722"/>
                </a:cubicBezTo>
                <a:cubicBezTo>
                  <a:pt x="-896" y="92208"/>
                  <a:pt x="-896" y="89134"/>
                  <a:pt x="2763" y="85621"/>
                </a:cubicBezTo>
                <a:cubicBezTo>
                  <a:pt x="14473" y="73763"/>
                  <a:pt x="26329" y="62052"/>
                  <a:pt x="38185" y="50194"/>
                </a:cubicBezTo>
                <a:cubicBezTo>
                  <a:pt x="53701" y="34677"/>
                  <a:pt x="69363" y="19013"/>
                  <a:pt x="84878" y="3495"/>
                </a:cubicBezTo>
                <a:cubicBezTo>
                  <a:pt x="89562" y="-1189"/>
                  <a:pt x="92051" y="-1189"/>
                  <a:pt x="96734" y="3642"/>
                </a:cubicBezTo>
                <a:cubicBezTo>
                  <a:pt x="107273" y="14182"/>
                  <a:pt x="117666" y="24722"/>
                  <a:pt x="128351" y="35116"/>
                </a:cubicBezTo>
                <a:cubicBezTo>
                  <a:pt x="130839" y="37458"/>
                  <a:pt x="131864" y="40093"/>
                  <a:pt x="131718" y="43460"/>
                </a:cubicBezTo>
                <a:cubicBezTo>
                  <a:pt x="131571" y="61466"/>
                  <a:pt x="131718" y="79472"/>
                  <a:pt x="131718" y="97478"/>
                </a:cubicBezTo>
                <a:cubicBezTo>
                  <a:pt x="131718" y="103481"/>
                  <a:pt x="129815" y="105237"/>
                  <a:pt x="123813" y="105237"/>
                </a:cubicBezTo>
                <a:cubicBezTo>
                  <a:pt x="105956" y="105384"/>
                  <a:pt x="87952" y="105384"/>
                  <a:pt x="70095" y="105384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0" name="Google Shape;1050;p57"/>
          <p:cNvGrpSpPr/>
          <p:nvPr/>
        </p:nvGrpSpPr>
        <p:grpSpPr>
          <a:xfrm>
            <a:off x="7366564" y="2863517"/>
            <a:ext cx="199640" cy="268248"/>
            <a:chOff x="7372774" y="3031376"/>
            <a:chExt cx="199640" cy="268248"/>
          </a:xfrm>
        </p:grpSpPr>
        <p:sp>
          <p:nvSpPr>
            <p:cNvPr id="1051" name="Google Shape;1051;p57"/>
            <p:cNvSpPr/>
            <p:nvPr/>
          </p:nvSpPr>
          <p:spPr>
            <a:xfrm>
              <a:off x="7392817" y="3031376"/>
              <a:ext cx="137664" cy="235946"/>
            </a:xfrm>
            <a:custGeom>
              <a:rect b="b" l="l" r="r" t="t"/>
              <a:pathLst>
                <a:path extrusionOk="0" h="280888" w="163886">
                  <a:moveTo>
                    <a:pt x="151738" y="35390"/>
                  </a:moveTo>
                  <a:cubicBezTo>
                    <a:pt x="105045" y="35390"/>
                    <a:pt x="58498" y="35390"/>
                    <a:pt x="11805" y="35390"/>
                  </a:cubicBezTo>
                  <a:cubicBezTo>
                    <a:pt x="11805" y="52664"/>
                    <a:pt x="11805" y="69792"/>
                    <a:pt x="11805" y="87505"/>
                  </a:cubicBezTo>
                  <a:cubicBezTo>
                    <a:pt x="8000" y="85895"/>
                    <a:pt x="4633" y="84724"/>
                    <a:pt x="1413" y="83114"/>
                  </a:cubicBezTo>
                  <a:cubicBezTo>
                    <a:pt x="681" y="82821"/>
                    <a:pt x="96" y="81357"/>
                    <a:pt x="96" y="80479"/>
                  </a:cubicBezTo>
                  <a:cubicBezTo>
                    <a:pt x="96" y="62765"/>
                    <a:pt x="-197" y="44906"/>
                    <a:pt x="242" y="27192"/>
                  </a:cubicBezTo>
                  <a:cubicBezTo>
                    <a:pt x="535" y="12699"/>
                    <a:pt x="13562" y="256"/>
                    <a:pt x="28199" y="110"/>
                  </a:cubicBezTo>
                  <a:cubicBezTo>
                    <a:pt x="64061" y="-37"/>
                    <a:pt x="99776" y="-37"/>
                    <a:pt x="135637" y="110"/>
                  </a:cubicBezTo>
                  <a:cubicBezTo>
                    <a:pt x="151152" y="110"/>
                    <a:pt x="163740" y="13431"/>
                    <a:pt x="163887" y="29242"/>
                  </a:cubicBezTo>
                  <a:cubicBezTo>
                    <a:pt x="163887" y="66718"/>
                    <a:pt x="163887" y="104194"/>
                    <a:pt x="163887" y="141816"/>
                  </a:cubicBezTo>
                  <a:cubicBezTo>
                    <a:pt x="163887" y="177829"/>
                    <a:pt x="163887" y="213841"/>
                    <a:pt x="163887" y="250000"/>
                  </a:cubicBezTo>
                  <a:cubicBezTo>
                    <a:pt x="163887" y="268445"/>
                    <a:pt x="151445" y="280742"/>
                    <a:pt x="132856" y="280888"/>
                  </a:cubicBezTo>
                  <a:cubicBezTo>
                    <a:pt x="98897" y="280888"/>
                    <a:pt x="64939" y="280888"/>
                    <a:pt x="30980" y="280888"/>
                  </a:cubicBezTo>
                  <a:cubicBezTo>
                    <a:pt x="12537" y="280888"/>
                    <a:pt x="242" y="268445"/>
                    <a:pt x="96" y="249853"/>
                  </a:cubicBezTo>
                  <a:cubicBezTo>
                    <a:pt x="96" y="242973"/>
                    <a:pt x="96" y="236092"/>
                    <a:pt x="96" y="228773"/>
                  </a:cubicBezTo>
                  <a:cubicBezTo>
                    <a:pt x="1267" y="229212"/>
                    <a:pt x="2145" y="229358"/>
                    <a:pt x="2730" y="229651"/>
                  </a:cubicBezTo>
                  <a:cubicBezTo>
                    <a:pt x="8878" y="233604"/>
                    <a:pt x="15758" y="234043"/>
                    <a:pt x="22930" y="234043"/>
                  </a:cubicBezTo>
                  <a:cubicBezTo>
                    <a:pt x="64353" y="233897"/>
                    <a:pt x="105777" y="233897"/>
                    <a:pt x="147054" y="233897"/>
                  </a:cubicBezTo>
                  <a:cubicBezTo>
                    <a:pt x="148518" y="233897"/>
                    <a:pt x="149981" y="233897"/>
                    <a:pt x="151738" y="233897"/>
                  </a:cubicBezTo>
                  <a:cubicBezTo>
                    <a:pt x="151738" y="167874"/>
                    <a:pt x="151738" y="101705"/>
                    <a:pt x="151738" y="35390"/>
                  </a:cubicBezTo>
                  <a:close/>
                  <a:moveTo>
                    <a:pt x="82064" y="263175"/>
                  </a:moveTo>
                  <a:cubicBezTo>
                    <a:pt x="83967" y="263175"/>
                    <a:pt x="86017" y="263321"/>
                    <a:pt x="87919" y="263175"/>
                  </a:cubicBezTo>
                  <a:cubicBezTo>
                    <a:pt x="91140" y="262882"/>
                    <a:pt x="93481" y="260540"/>
                    <a:pt x="93481" y="257466"/>
                  </a:cubicBezTo>
                  <a:cubicBezTo>
                    <a:pt x="93628" y="254391"/>
                    <a:pt x="91140" y="251756"/>
                    <a:pt x="87773" y="251610"/>
                  </a:cubicBezTo>
                  <a:cubicBezTo>
                    <a:pt x="83821" y="251464"/>
                    <a:pt x="79722" y="251464"/>
                    <a:pt x="75770" y="251610"/>
                  </a:cubicBezTo>
                  <a:cubicBezTo>
                    <a:pt x="72550" y="251756"/>
                    <a:pt x="70208" y="254245"/>
                    <a:pt x="70208" y="257173"/>
                  </a:cubicBezTo>
                  <a:cubicBezTo>
                    <a:pt x="70062" y="260247"/>
                    <a:pt x="72404" y="262882"/>
                    <a:pt x="75917" y="263028"/>
                  </a:cubicBezTo>
                  <a:cubicBezTo>
                    <a:pt x="77966" y="263321"/>
                    <a:pt x="80015" y="263175"/>
                    <a:pt x="82064" y="26317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7"/>
            <p:cNvSpPr/>
            <p:nvPr/>
          </p:nvSpPr>
          <p:spPr>
            <a:xfrm>
              <a:off x="7444912" y="3109985"/>
              <a:ext cx="127502" cy="189639"/>
            </a:xfrm>
            <a:custGeom>
              <a:rect b="b" l="l" r="r" t="t"/>
              <a:pathLst>
                <a:path extrusionOk="0" h="225761" w="151788">
                  <a:moveTo>
                    <a:pt x="878" y="198883"/>
                  </a:moveTo>
                  <a:cubicBezTo>
                    <a:pt x="24591" y="198883"/>
                    <a:pt x="48303" y="199029"/>
                    <a:pt x="72162" y="198883"/>
                  </a:cubicBezTo>
                  <a:cubicBezTo>
                    <a:pt x="91776" y="198737"/>
                    <a:pt x="107877" y="186001"/>
                    <a:pt x="112268" y="166970"/>
                  </a:cubicBezTo>
                  <a:cubicBezTo>
                    <a:pt x="113146" y="163310"/>
                    <a:pt x="113293" y="159504"/>
                    <a:pt x="113293" y="155698"/>
                  </a:cubicBezTo>
                  <a:cubicBezTo>
                    <a:pt x="113293" y="105632"/>
                    <a:pt x="113293" y="55566"/>
                    <a:pt x="113293" y="5500"/>
                  </a:cubicBezTo>
                  <a:cubicBezTo>
                    <a:pt x="113293" y="4036"/>
                    <a:pt x="113293" y="2572"/>
                    <a:pt x="113293" y="1255"/>
                  </a:cubicBezTo>
                  <a:cubicBezTo>
                    <a:pt x="124710" y="-3137"/>
                    <a:pt x="136127" y="4622"/>
                    <a:pt x="137298" y="14869"/>
                  </a:cubicBezTo>
                  <a:cubicBezTo>
                    <a:pt x="138615" y="26288"/>
                    <a:pt x="139347" y="37853"/>
                    <a:pt x="140225" y="49418"/>
                  </a:cubicBezTo>
                  <a:cubicBezTo>
                    <a:pt x="141835" y="68888"/>
                    <a:pt x="143445" y="88504"/>
                    <a:pt x="145056" y="107974"/>
                  </a:cubicBezTo>
                  <a:cubicBezTo>
                    <a:pt x="145641" y="115147"/>
                    <a:pt x="146227" y="122320"/>
                    <a:pt x="146812" y="129493"/>
                  </a:cubicBezTo>
                  <a:cubicBezTo>
                    <a:pt x="147251" y="135642"/>
                    <a:pt x="147105" y="141937"/>
                    <a:pt x="151789" y="147060"/>
                  </a:cubicBezTo>
                  <a:cubicBezTo>
                    <a:pt x="150764" y="148085"/>
                    <a:pt x="150032" y="148964"/>
                    <a:pt x="149300" y="149696"/>
                  </a:cubicBezTo>
                  <a:cubicBezTo>
                    <a:pt x="124563" y="174436"/>
                    <a:pt x="99826" y="199176"/>
                    <a:pt x="75236" y="223916"/>
                  </a:cubicBezTo>
                  <a:cubicBezTo>
                    <a:pt x="73479" y="225673"/>
                    <a:pt x="72162" y="226404"/>
                    <a:pt x="69674" y="225087"/>
                  </a:cubicBezTo>
                  <a:cubicBezTo>
                    <a:pt x="63526" y="221720"/>
                    <a:pt x="56793" y="222306"/>
                    <a:pt x="50060" y="222306"/>
                  </a:cubicBezTo>
                  <a:cubicBezTo>
                    <a:pt x="38203" y="222452"/>
                    <a:pt x="27079" y="219670"/>
                    <a:pt x="17126" y="213229"/>
                  </a:cubicBezTo>
                  <a:cubicBezTo>
                    <a:pt x="11124" y="209423"/>
                    <a:pt x="5709" y="204446"/>
                    <a:pt x="0" y="200054"/>
                  </a:cubicBezTo>
                  <a:cubicBezTo>
                    <a:pt x="293" y="199761"/>
                    <a:pt x="586" y="199322"/>
                    <a:pt x="878" y="198883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7"/>
            <p:cNvSpPr/>
            <p:nvPr/>
          </p:nvSpPr>
          <p:spPr>
            <a:xfrm>
              <a:off x="7372774" y="3110253"/>
              <a:ext cx="50017" cy="107940"/>
            </a:xfrm>
            <a:custGeom>
              <a:rect b="b" l="l" r="r" t="t"/>
              <a:pathLst>
                <a:path extrusionOk="0" h="128500" w="59544">
                  <a:moveTo>
                    <a:pt x="54106" y="52758"/>
                  </a:moveTo>
                  <a:cubicBezTo>
                    <a:pt x="61132" y="62859"/>
                    <a:pt x="61132" y="77937"/>
                    <a:pt x="54253" y="87892"/>
                  </a:cubicBezTo>
                  <a:cubicBezTo>
                    <a:pt x="60986" y="96382"/>
                    <a:pt x="60108" y="106337"/>
                    <a:pt x="58059" y="115852"/>
                  </a:cubicBezTo>
                  <a:cubicBezTo>
                    <a:pt x="55717" y="126685"/>
                    <a:pt x="43568" y="131516"/>
                    <a:pt x="33614" y="126539"/>
                  </a:cubicBezTo>
                  <a:cubicBezTo>
                    <a:pt x="25857" y="122586"/>
                    <a:pt x="18099" y="118487"/>
                    <a:pt x="10487" y="114242"/>
                  </a:cubicBezTo>
                  <a:cubicBezTo>
                    <a:pt x="3901" y="110582"/>
                    <a:pt x="534" y="104873"/>
                    <a:pt x="680" y="97261"/>
                  </a:cubicBezTo>
                  <a:cubicBezTo>
                    <a:pt x="680" y="95065"/>
                    <a:pt x="827" y="92869"/>
                    <a:pt x="680" y="90673"/>
                  </a:cubicBezTo>
                  <a:cubicBezTo>
                    <a:pt x="388" y="85110"/>
                    <a:pt x="1851" y="80133"/>
                    <a:pt x="5218" y="76034"/>
                  </a:cubicBezTo>
                  <a:cubicBezTo>
                    <a:pt x="-1369" y="64030"/>
                    <a:pt x="-1369" y="52319"/>
                    <a:pt x="5072" y="40168"/>
                  </a:cubicBezTo>
                  <a:cubicBezTo>
                    <a:pt x="-1515" y="31677"/>
                    <a:pt x="-637" y="21576"/>
                    <a:pt x="1851" y="11915"/>
                  </a:cubicBezTo>
                  <a:cubicBezTo>
                    <a:pt x="4486" y="1521"/>
                    <a:pt x="16342" y="-2871"/>
                    <a:pt x="26003" y="1960"/>
                  </a:cubicBezTo>
                  <a:cubicBezTo>
                    <a:pt x="33907" y="5913"/>
                    <a:pt x="41811" y="10158"/>
                    <a:pt x="49569" y="14403"/>
                  </a:cubicBezTo>
                  <a:cubicBezTo>
                    <a:pt x="56009" y="17917"/>
                    <a:pt x="59083" y="23626"/>
                    <a:pt x="59083" y="30799"/>
                  </a:cubicBezTo>
                  <a:cubicBezTo>
                    <a:pt x="59083" y="33141"/>
                    <a:pt x="58937" y="35484"/>
                    <a:pt x="59083" y="37679"/>
                  </a:cubicBezTo>
                  <a:cubicBezTo>
                    <a:pt x="59230" y="43242"/>
                    <a:pt x="57912" y="48220"/>
                    <a:pt x="54106" y="52758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4" name="Google Shape;1054;p57"/>
          <p:cNvSpPr/>
          <p:nvPr/>
        </p:nvSpPr>
        <p:spPr>
          <a:xfrm>
            <a:off x="7357039" y="2871605"/>
            <a:ext cx="19562" cy="41155"/>
          </a:xfrm>
          <a:custGeom>
            <a:rect b="b" l="l" r="r" t="t"/>
            <a:pathLst>
              <a:path extrusionOk="0" h="48994" w="23288">
                <a:moveTo>
                  <a:pt x="23289" y="0"/>
                </a:moveTo>
                <a:cubicBezTo>
                  <a:pt x="23289" y="15810"/>
                  <a:pt x="23289" y="31328"/>
                  <a:pt x="23289" y="46845"/>
                </a:cubicBezTo>
                <a:cubicBezTo>
                  <a:pt x="17141" y="49919"/>
                  <a:pt x="17141" y="49919"/>
                  <a:pt x="12311" y="45381"/>
                </a:cubicBezTo>
                <a:cubicBezTo>
                  <a:pt x="10115" y="43332"/>
                  <a:pt x="7773" y="41282"/>
                  <a:pt x="5578" y="39086"/>
                </a:cubicBezTo>
                <a:cubicBezTo>
                  <a:pt x="-716" y="33084"/>
                  <a:pt x="-1741" y="24594"/>
                  <a:pt x="2796" y="17128"/>
                </a:cubicBezTo>
                <a:cubicBezTo>
                  <a:pt x="4699" y="14054"/>
                  <a:pt x="6602" y="10979"/>
                  <a:pt x="8798" y="7905"/>
                </a:cubicBezTo>
                <a:cubicBezTo>
                  <a:pt x="12311" y="3221"/>
                  <a:pt x="17141" y="439"/>
                  <a:pt x="23289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8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</a:t>
            </a:r>
            <a:endParaRPr b="1" i="1" sz="18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0" name="Google Shape;1060;p58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1" name="Google Shape;1061;p58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62" name="Google Shape;1062;p5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5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4" name="Google Shape;1064;p58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065" name="Google Shape;1065;p58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{A9F98ACE-0ED3-4DE1-9873-5BE970C4F1FE}</a:tableStyleId>
              </a:tblPr>
              <a:tblGrid>
                <a:gridCol w="1673625"/>
                <a:gridCol w="832700"/>
                <a:gridCol w="852400"/>
                <a:gridCol w="1139575"/>
                <a:gridCol w="995150"/>
                <a:gridCol w="868725"/>
                <a:gridCol w="755825"/>
                <a:gridCol w="966850"/>
                <a:gridCol w="687100"/>
              </a:tblGrid>
              <a:tr h="38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1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Google/YouTube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Clics/Vistas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308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1066" name="Google Shape;1066;p58"/>
          <p:cNvSpPr/>
          <p:nvPr/>
        </p:nvSpPr>
        <p:spPr>
          <a:xfrm>
            <a:off x="256550" y="3829516"/>
            <a:ext cx="8772000" cy="10128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{{camp_dig_insight}}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67" name="Google Shape;1067;p58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8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58"/>
          <p:cNvSpPr txBox="1"/>
          <p:nvPr/>
        </p:nvSpPr>
        <p:spPr>
          <a:xfrm>
            <a:off x="332800" y="3457542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{{camp_eje}}: Meta {{camp_bench_meta_ctr}}%. Google Ads {{camp_bench_google_ctr}}%. Programmatic {{camp_bench_prog_ctr}}%.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VTR {{camp_eje}}: Meta {{camp_bench_meta_vtr}}%. Google Ads {{camp_bench_google_vtr}}%. Programmatic {{camp_bench_prog_vtr}}%. 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070" name="Google Shape;1070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9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6" name="Google Shape;1076;p59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7" name="Google Shape;1077;p59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78" name="Google Shape;1078;p59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59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0" name="Google Shape;1080;p59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1" name="Google Shape;1081;p59"/>
          <p:cNvSpPr/>
          <p:nvPr/>
        </p:nvSpPr>
        <p:spPr>
          <a:xfrm>
            <a:off x="237750" y="3819319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25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2" name="Google Shape;1082;p59"/>
          <p:cNvSpPr txBox="1"/>
          <p:nvPr/>
        </p:nvSpPr>
        <p:spPr>
          <a:xfrm>
            <a:off x="305875" y="3857251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. {{camp_mail_insight}}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3" name="Google Shape;1083;p59"/>
          <p:cNvSpPr txBox="1"/>
          <p:nvPr/>
        </p:nvSpPr>
        <p:spPr>
          <a:xfrm>
            <a:off x="292461" y="4972080"/>
            <a:ext cx="2769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{{camp_remitente}}: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{{camp_bench_remitente}}% </a:t>
            </a:r>
            <a:endParaRPr i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084" name="Google Shape;1084;p59"/>
          <p:cNvGraphicFramePr/>
          <p:nvPr/>
        </p:nvGraphicFramePr>
        <p:xfrm>
          <a:off x="237600" y="857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{A9F98ACE-0ED3-4DE1-9873-5BE970C4F1FE}</a:tableStyleId>
              </a:tblPr>
              <a:tblGrid>
                <a:gridCol w="520475"/>
                <a:gridCol w="705325"/>
                <a:gridCol w="2159300"/>
                <a:gridCol w="949300"/>
                <a:gridCol w="987950"/>
                <a:gridCol w="1095925"/>
                <a:gridCol w="771875"/>
                <a:gridCol w="753850"/>
                <a:gridCol w="779300"/>
              </a:tblGrid>
              <a:tr h="34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 rowSpan="5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{{camp_env1_rem}}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{{camp_env1_aud}}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51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{{camp_env2_aud}}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3900"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{{camp_env3_aud}}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88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{{camp_env4_aud}}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32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{{camp_env5_fecha}}</a:t>
                      </a:r>
                      <a:endParaRPr b="1"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{{camp_env5_aud}}</a:t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60"/>
          <p:cNvPicPr preferRelativeResize="0"/>
          <p:nvPr/>
        </p:nvPicPr>
        <p:blipFill rotWithShape="1">
          <a:blip r:embed="rId3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60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1" name="Google Shape;1091;p60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2" name="Google Shape;1092;p60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1093" name="Google Shape;1093;p6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5" name="Google Shape;1095;p60"/>
          <p:cNvSpPr txBox="1"/>
          <p:nvPr/>
        </p:nvSpPr>
        <p:spPr>
          <a:xfrm>
            <a:off x="758075" y="533075"/>
            <a:ext cx="1974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{{camp_titulo}}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6" name="Google Shape;1096;p60"/>
          <p:cNvSpPr/>
          <p:nvPr/>
        </p:nvSpPr>
        <p:spPr>
          <a:xfrm>
            <a:off x="2481375" y="2878906"/>
            <a:ext cx="6597000" cy="21054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{{camp_resp_insight}}</a:t>
            </a:r>
            <a:endParaRPr sz="1231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097" name="Google Shape;1097;p60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{A9F98ACE-0ED3-4DE1-9873-5BE970C4F1FE}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{{camp_resp_total}}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{{camp_resp_pos}}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({{camp_resp_pos_pct}}%)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{{camp_resp_neu}}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({{camp_resp_neu_pct}}%)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{{camp_resp_neg}}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({{camp_resp_neg_pct}}%)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{{camp_resp_info}}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({{camp_resp_info_pct}}%)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{{camp_resp_sol}}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({{camp_resp_sol_pct}}%)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1098" name="Google Shape;1098;p60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{{camp_remitente}}</a:t>
            </a:r>
            <a:endParaRPr b="1" sz="17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9" name="Google Shape;1099;p60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pic>
        <p:nvPicPr>
          <p:cNvPr id="1100" name="Google Shape;1100;p60"/>
          <p:cNvPicPr preferRelativeResize="0"/>
          <p:nvPr/>
        </p:nvPicPr>
        <p:blipFill rotWithShape="1">
          <a:blip r:embed="rId4">
            <a:alphaModFix/>
          </a:blip>
          <a:srcRect b="21276" l="22225" r="20228" t="13957"/>
          <a:stretch/>
        </p:blipFill>
        <p:spPr>
          <a:xfrm>
            <a:off x="7702694" y="592492"/>
            <a:ext cx="466500" cy="471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01" name="Google Shape;1101;p60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zz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102" name="Google Shape;1102;p60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{{camp_tasa_resp}}%</a:t>
            </a:r>
            <a:endParaRPr b="1" sz="977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3C3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372" y="0"/>
            <a:ext cx="476660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61"/>
          <p:cNvPicPr preferRelativeResize="0"/>
          <p:nvPr/>
        </p:nvPicPr>
        <p:blipFill rotWithShape="1">
          <a:blip r:embed="rId3">
            <a:alphaModFix/>
          </a:blip>
          <a:srcRect b="0" l="0" r="-8613" t="0"/>
          <a:stretch/>
        </p:blipFill>
        <p:spPr>
          <a:xfrm>
            <a:off x="4805200" y="-14000"/>
            <a:ext cx="4719800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9" name="Google Shape;1109;p61"/>
          <p:cNvGrpSpPr/>
          <p:nvPr/>
        </p:nvGrpSpPr>
        <p:grpSpPr>
          <a:xfrm>
            <a:off x="-16575" y="88"/>
            <a:ext cx="4958874" cy="5143320"/>
            <a:chOff x="-4350" y="-25"/>
            <a:chExt cx="4648799" cy="5143320"/>
          </a:xfrm>
        </p:grpSpPr>
        <p:sp>
          <p:nvSpPr>
            <p:cNvPr id="1110" name="Google Shape;1110;p61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61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61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1"/>
          <p:cNvSpPr/>
          <p:nvPr/>
        </p:nvSpPr>
        <p:spPr>
          <a:xfrm rot="5400000">
            <a:off x="742450" y="3643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1"/>
          <p:cNvSpPr txBox="1"/>
          <p:nvPr/>
        </p:nvSpPr>
        <p:spPr>
          <a:xfrm>
            <a:off x="592154" y="2052856"/>
            <a:ext cx="4075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b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datos</a:t>
            </a:r>
            <a:endParaRPr b="1" sz="4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5" name="Google Shape;1115;p61"/>
          <p:cNvSpPr txBox="1"/>
          <p:nvPr/>
        </p:nvSpPr>
        <p:spPr>
          <a:xfrm>
            <a:off x="592154" y="16554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INFORME SEMANAL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1116" name="Google Shape;1116;p61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117" name="Google Shape;1117;p61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118" name="Google Shape;1118;p61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61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61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61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61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61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61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61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61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61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61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61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61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61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61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61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6" name="Google Shape;1136;p61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137" name="Google Shape;1137;p61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1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1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1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1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2" name="Google Shape;1142;p61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43" name="Google Shape;1143;p61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61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61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61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61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61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61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61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61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61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61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61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61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61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61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61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61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61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61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61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63" name="Google Shape;1163;p61"/>
          <p:cNvSpPr/>
          <p:nvPr/>
        </p:nvSpPr>
        <p:spPr>
          <a:xfrm rot="10800000">
            <a:off x="8618726" y="-15560"/>
            <a:ext cx="532199" cy="5158935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1"/>
          <p:cNvSpPr/>
          <p:nvPr/>
        </p:nvSpPr>
        <p:spPr>
          <a:xfrm>
            <a:off x="592149" y="909950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62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0" name="Google Shape;1170;p62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171" name="Google Shape;1171;p62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{FA863C56-484D-4538-8470-2CF4F1E8985F}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2" name="Google Shape;1172;p62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62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4" name="Google Shape;1174;p62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175" name="Google Shape;1175;p62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2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2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8" name="Google Shape;1178;p62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179" name="Google Shape;1179;p62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2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1" name="Google Shape;1181;p62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95%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2" name="Google Shape;1182;p62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3" name="Google Shape;1183;p62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4" name="Google Shape;1184;p62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5" name="Google Shape;1185;p62"/>
          <p:cNvSpPr/>
          <p:nvPr/>
        </p:nvSpPr>
        <p:spPr>
          <a:xfrm>
            <a:off x="375550" y="2827100"/>
            <a:ext cx="5031000" cy="11508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Respecto de la semana pasada, se registra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punto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general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None/>
            </a:pPr>
            <a:r>
              <a:t/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6" name="Google Shape;1186;p62"/>
          <p:cNvSpPr/>
          <p:nvPr/>
        </p:nvSpPr>
        <p:spPr>
          <a:xfrm>
            <a:off x="375475" y="2801734"/>
            <a:ext cx="50310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7" name="Google Shape;1187;p62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8.813 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Medio)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4.7M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usuarios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influencers y políticos liberales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involucraron en la conversación realizando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críticas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 ley de salud mental.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8" name="Google Shape;1188;p62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difusión de video de un hombre agrediendo a una niña en Palermo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89" name="Google Shape;1189;p62" title="Puntuación lograda"/>
          <p:cNvPicPr preferRelativeResize="0"/>
          <p:nvPr/>
        </p:nvPicPr>
        <p:blipFill rotWithShape="1">
          <a:blip r:embed="rId3">
            <a:alphaModFix/>
          </a:blip>
          <a:srcRect b="6580" l="2575" r="4807" t="4499"/>
          <a:stretch/>
        </p:blipFill>
        <p:spPr>
          <a:xfrm>
            <a:off x="5675125" y="1388622"/>
            <a:ext cx="2972796" cy="19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62"/>
          <p:cNvSpPr txBox="1"/>
          <p:nvPr/>
        </p:nvSpPr>
        <p:spPr>
          <a:xfrm>
            <a:off x="6516945" y="314005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1" name="Google Shape;1191;p62"/>
          <p:cNvSpPr txBox="1"/>
          <p:nvPr/>
        </p:nvSpPr>
        <p:spPr>
          <a:xfrm>
            <a:off x="6539400" y="295148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2" name="Google Shape;1192;p62"/>
          <p:cNvSpPr txBox="1"/>
          <p:nvPr/>
        </p:nvSpPr>
        <p:spPr>
          <a:xfrm>
            <a:off x="6539400" y="2762899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3" name="Google Shape;1193;p62"/>
          <p:cNvSpPr txBox="1"/>
          <p:nvPr/>
        </p:nvSpPr>
        <p:spPr>
          <a:xfrm>
            <a:off x="6539400" y="257335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4" name="Google Shape;1194;p62"/>
          <p:cNvSpPr txBox="1"/>
          <p:nvPr/>
        </p:nvSpPr>
        <p:spPr>
          <a:xfrm>
            <a:off x="6630366" y="238514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5" name="Google Shape;1195;p62"/>
          <p:cNvSpPr txBox="1"/>
          <p:nvPr/>
        </p:nvSpPr>
        <p:spPr>
          <a:xfrm>
            <a:off x="6689076" y="219021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6" name="Google Shape;1196;p62"/>
          <p:cNvSpPr txBox="1"/>
          <p:nvPr/>
        </p:nvSpPr>
        <p:spPr>
          <a:xfrm>
            <a:off x="6892890" y="199529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7" name="Google Shape;1197;p62"/>
          <p:cNvSpPr txBox="1"/>
          <p:nvPr/>
        </p:nvSpPr>
        <p:spPr>
          <a:xfrm>
            <a:off x="7892399" y="1806625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8" name="Google Shape;1198;p62"/>
          <p:cNvSpPr txBox="1"/>
          <p:nvPr/>
        </p:nvSpPr>
        <p:spPr>
          <a:xfrm>
            <a:off x="8156164" y="162986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99" name="Google Shape;1199;p62"/>
          <p:cNvSpPr txBox="1"/>
          <p:nvPr/>
        </p:nvSpPr>
        <p:spPr>
          <a:xfrm>
            <a:off x="8456054" y="1433512"/>
            <a:ext cx="2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00" name="Google Shape;1200;p62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01" name="Google Shape;1201;p62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202" name="Google Shape;1202;p62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{FA863C56-484D-4538-8470-2CF4F1E8985F}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{{rrss_c1_pct}}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{{rrss_c2_pct}}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{{rrss_c3_pct}}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{{rrss_c4_pct}}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3" name="Google Shape;1203;p62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62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5" name="Google Shape;1205;p62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206" name="Google Shape;1206;p62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2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2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62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210" name="Google Shape;1210;p62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2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2" name="Google Shape;1212;p62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{{rrss_prom}}%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3" name="Google Shape;1213;p62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4" name="Google Shape;1214;p62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5" name="Google Shape;1215;p62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6" name="Google Shape;1216;p62"/>
          <p:cNvSpPr/>
          <p:nvPr/>
        </p:nvSpPr>
        <p:spPr>
          <a:xfrm>
            <a:off x="375550" y="2827100"/>
            <a:ext cx="5031000" cy="11508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1039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{{rrss_area1}}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7" name="Google Shape;1217;p62"/>
          <p:cNvSpPr/>
          <p:nvPr/>
        </p:nvSpPr>
        <p:spPr>
          <a:xfrm>
            <a:off x="375475" y="2801734"/>
            <a:ext cx="50310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8" name="Google Shape;1218;p62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{{rrss_menciones}}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{{rrss_menciones_escala}})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{{rrss_visualizaciones}}M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{{rrss_vis_escala}}).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usuarios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influencers y políticos liberales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{{rrss_insight_texto}}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19" name="Google Shape;1219;p62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{{rrss_tema2}}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20" name="Google Shape;1220;p62" title="Puntuación lograda"/>
          <p:cNvPicPr preferRelativeResize="0"/>
          <p:nvPr/>
        </p:nvPicPr>
        <p:blipFill rotWithShape="1">
          <a:blip r:embed="rId4">
            <a:alphaModFix/>
          </a:blip>
          <a:srcRect b="6580" l="2575" r="4807" t="4499"/>
          <a:stretch/>
        </p:blipFill>
        <p:spPr>
          <a:xfrm>
            <a:off x="5675125" y="1388622"/>
            <a:ext cx="2972796" cy="198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62"/>
          <p:cNvSpPr txBox="1"/>
          <p:nvPr/>
        </p:nvSpPr>
        <p:spPr>
          <a:xfrm>
            <a:off x="6485969" y="314005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{{rrss_area1}}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2" name="Google Shape;1222;p62"/>
          <p:cNvSpPr txBox="1"/>
          <p:nvPr/>
        </p:nvSpPr>
        <p:spPr>
          <a:xfrm>
            <a:off x="6562632" y="295148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{{rrss_area2}}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3" name="Google Shape;1223;p62"/>
          <p:cNvSpPr txBox="1"/>
          <p:nvPr/>
        </p:nvSpPr>
        <p:spPr>
          <a:xfrm>
            <a:off x="6593608" y="2762899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{{rrss_area3}}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4" name="Google Shape;1224;p62"/>
          <p:cNvSpPr txBox="1"/>
          <p:nvPr/>
        </p:nvSpPr>
        <p:spPr>
          <a:xfrm>
            <a:off x="6659431" y="257335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{{rrss_area4}}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5" name="Google Shape;1225;p62"/>
          <p:cNvSpPr txBox="1"/>
          <p:nvPr/>
        </p:nvSpPr>
        <p:spPr>
          <a:xfrm>
            <a:off x="6692633" y="2385142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{{rrss_area5}}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6" name="Google Shape;1226;p62"/>
          <p:cNvSpPr txBox="1"/>
          <p:nvPr/>
        </p:nvSpPr>
        <p:spPr>
          <a:xfrm>
            <a:off x="6692633" y="219021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{{rrss_area6}}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7" name="Google Shape;1227;p62"/>
          <p:cNvSpPr txBox="1"/>
          <p:nvPr/>
        </p:nvSpPr>
        <p:spPr>
          <a:xfrm>
            <a:off x="6692633" y="1995297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{{rrss_area7}}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8" name="Google Shape;1228;p62"/>
          <p:cNvSpPr txBox="1"/>
          <p:nvPr/>
        </p:nvSpPr>
        <p:spPr>
          <a:xfrm>
            <a:off x="7013466" y="1806625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{{rrss_area8}}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29" name="Google Shape;1229;p62"/>
          <p:cNvSpPr txBox="1"/>
          <p:nvPr/>
        </p:nvSpPr>
        <p:spPr>
          <a:xfrm>
            <a:off x="7838664" y="1629863"/>
            <a:ext cx="2538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{{rrss_area9}}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30" name="Google Shape;1230;p62"/>
          <p:cNvSpPr txBox="1"/>
          <p:nvPr/>
        </p:nvSpPr>
        <p:spPr>
          <a:xfrm>
            <a:off x="8134682" y="1433512"/>
            <a:ext cx="2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{{rrss_area10}}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5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63"/>
          <p:cNvSpPr txBox="1"/>
          <p:nvPr/>
        </p:nvSpPr>
        <p:spPr>
          <a:xfrm>
            <a:off x="616050" y="2144625"/>
            <a:ext cx="79119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endParaRPr b="1" sz="429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29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6" name="Google Shape;1236;p63"/>
          <p:cNvSpPr/>
          <p:nvPr/>
        </p:nvSpPr>
        <p:spPr>
          <a:xfrm>
            <a:off x="4374750" y="3549663"/>
            <a:ext cx="394500" cy="15600"/>
          </a:xfrm>
          <a:prstGeom prst="roundRect">
            <a:avLst>
              <a:gd fmla="val 50000" name="adj"/>
            </a:avLst>
          </a:prstGeom>
          <a:solidFill>
            <a:srgbClr val="42677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63"/>
          <p:cNvSpPr/>
          <p:nvPr/>
        </p:nvSpPr>
        <p:spPr>
          <a:xfrm rot="-5400000">
            <a:off x="4479849" y="2256264"/>
            <a:ext cx="184301" cy="559017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3"/>
          <p:cNvSpPr/>
          <p:nvPr/>
        </p:nvSpPr>
        <p:spPr>
          <a:xfrm>
            <a:off x="4268949" y="130382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9" name="Google Shape;1239;p63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240" name="Google Shape;1240;p63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241" name="Google Shape;1241;p63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63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63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63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63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63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63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63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63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63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63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63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63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63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63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63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63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63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9" name="Google Shape;1259;p63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260" name="Google Shape;1260;p63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63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63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63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63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5" name="Google Shape;1265;p63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266" name="Google Shape;1266;p63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p63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63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63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63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63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63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63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63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63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63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63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63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63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63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63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63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63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63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63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