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  <p:sldMasterId id="214748368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5143500" cx="9144000"/>
  <p:notesSz cx="6858000" cy="9144000"/>
  <p:embeddedFontLst>
    <p:embeddedFont>
      <p:font typeface="Archivo ExtraBold"/>
      <p:bold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  <p:embeddedFont>
      <p:font typeface="Nunito Medium"/>
      <p:regular r:id="rId37"/>
      <p:bold r:id="rId38"/>
      <p:italic r:id="rId39"/>
      <p:boldItalic r:id="rId40"/>
    </p:embeddedFont>
    <p:embeddedFont>
      <p:font typeface="Poppins Thin"/>
      <p:regular r:id="rId41"/>
      <p:bold r:id="rId42"/>
      <p:italic r:id="rId43"/>
      <p:boldItalic r:id="rId44"/>
    </p:embeddedFont>
    <p:embeddedFont>
      <p:font typeface="Lexend"/>
      <p:regular r:id="rId45"/>
      <p:bold r:id="rId46"/>
    </p:embeddedFont>
    <p:embeddedFont>
      <p:font typeface="Poppins ExtraBold"/>
      <p:bold r:id="rId47"/>
      <p:boldItalic r:id="rId48"/>
    </p:embeddedFont>
    <p:embeddedFont>
      <p:font typeface="Archivo"/>
      <p:regular r:id="rId49"/>
      <p:bold r:id="rId50"/>
      <p:italic r:id="rId51"/>
      <p:boldItalic r:id="rId52"/>
    </p:embeddedFont>
    <p:embeddedFont>
      <p:font typeface="Archivo Black"/>
      <p:bold r:id="rId53"/>
      <p:boldItalic r:id="rId54"/>
    </p:embeddedFont>
    <p:embeddedFont>
      <p:font typeface="Archivo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5">
          <p15:clr>
            <a:srgbClr val="747775"/>
          </p15:clr>
        </p15:guide>
        <p15:guide id="2" orient="horz" pos="1170">
          <p15:clr>
            <a:srgbClr val="747775"/>
          </p15:clr>
        </p15:guide>
        <p15:guide id="3" orient="horz" pos="1399">
          <p15:clr>
            <a:srgbClr val="747775"/>
          </p15:clr>
        </p15:guide>
        <p15:guide id="4" pos="142">
          <p15:clr>
            <a:srgbClr val="747775"/>
          </p15:clr>
        </p15:guide>
        <p15:guide id="5" pos="5641">
          <p15:clr>
            <a:srgbClr val="747775"/>
          </p15:clr>
        </p15:guide>
        <p15:guide id="6" pos="2817">
          <p15:clr>
            <a:srgbClr val="747775"/>
          </p15:clr>
        </p15:guide>
        <p15:guide id="7" pos="2967">
          <p15:clr>
            <a:srgbClr val="747775"/>
          </p15:clr>
        </p15:guide>
        <p15:guide id="8" orient="horz" pos="3200">
          <p15:clr>
            <a:srgbClr val="747775"/>
          </p15:clr>
        </p15:guide>
        <p15:guide id="9" orient="horz" pos="916">
          <p15:clr>
            <a:srgbClr val="747775"/>
          </p15:clr>
        </p15:guide>
        <p15:guide id="10" orient="horz" pos="70">
          <p15:clr>
            <a:srgbClr val="747775"/>
          </p15:clr>
        </p15:guide>
        <p15:guide id="11" orient="horz" pos="148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D6F21A-42A2-4662-9338-570C3162B0AC}">
  <a:tblStyle styleId="{C1D6F21A-42A2-4662-9338-570C3162B0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F20A704-7781-42FC-9981-BC5DD700F6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5" orient="horz"/>
        <p:guide pos="1170" orient="horz"/>
        <p:guide pos="1399" orient="horz"/>
        <p:guide pos="142"/>
        <p:guide pos="5641"/>
        <p:guide pos="2817"/>
        <p:guide pos="2967"/>
        <p:guide pos="3200" orient="horz"/>
        <p:guide pos="916" orient="horz"/>
        <p:guide pos="70" orient="horz"/>
        <p:guide pos="148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Medium-boldItalic.fntdata"/><Relationship Id="rId42" Type="http://schemas.openxmlformats.org/officeDocument/2006/relationships/font" Target="fonts/PoppinsThin-bold.fntdata"/><Relationship Id="rId41" Type="http://schemas.openxmlformats.org/officeDocument/2006/relationships/font" Target="fonts/PoppinsThin-regular.fntdata"/><Relationship Id="rId44" Type="http://schemas.openxmlformats.org/officeDocument/2006/relationships/font" Target="fonts/PoppinsThin-boldItalic.fntdata"/><Relationship Id="rId43" Type="http://schemas.openxmlformats.org/officeDocument/2006/relationships/font" Target="fonts/PoppinsThin-italic.fntdata"/><Relationship Id="rId46" Type="http://schemas.openxmlformats.org/officeDocument/2006/relationships/font" Target="fonts/Lexend-bold.fntdata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ExtraBold-boldItalic.fntdata"/><Relationship Id="rId47" Type="http://schemas.openxmlformats.org/officeDocument/2006/relationships/font" Target="fonts/PoppinsExtraBold-bold.fntdata"/><Relationship Id="rId49" Type="http://schemas.openxmlformats.org/officeDocument/2006/relationships/font" Target="fonts/Archiv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33" Type="http://schemas.openxmlformats.org/officeDocument/2006/relationships/font" Target="fonts/PoppinsLight-regular.fntdata"/><Relationship Id="rId32" Type="http://schemas.openxmlformats.org/officeDocument/2006/relationships/font" Target="fonts/Poppins-boldItalic.fntdata"/><Relationship Id="rId35" Type="http://schemas.openxmlformats.org/officeDocument/2006/relationships/font" Target="fonts/PoppinsLight-italic.fntdata"/><Relationship Id="rId34" Type="http://schemas.openxmlformats.org/officeDocument/2006/relationships/font" Target="fonts/PoppinsLight-bold.fntdata"/><Relationship Id="rId37" Type="http://schemas.openxmlformats.org/officeDocument/2006/relationships/font" Target="fonts/NunitoMedium-regular.fntdata"/><Relationship Id="rId36" Type="http://schemas.openxmlformats.org/officeDocument/2006/relationships/font" Target="fonts/PoppinsLight-boldItalic.fntdata"/><Relationship Id="rId39" Type="http://schemas.openxmlformats.org/officeDocument/2006/relationships/font" Target="fonts/NunitoMedium-italic.fntdata"/><Relationship Id="rId38" Type="http://schemas.openxmlformats.org/officeDocument/2006/relationships/font" Target="fonts/NunitoMedium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ArchivoExtraBold-boldItalic.fntdata"/><Relationship Id="rId27" Type="http://schemas.openxmlformats.org/officeDocument/2006/relationships/font" Target="fonts/ArchivoExtraBold-bold.fntdata"/><Relationship Id="rId29" Type="http://schemas.openxmlformats.org/officeDocument/2006/relationships/font" Target="fonts/Poppins-regular.fntdata"/><Relationship Id="rId51" Type="http://schemas.openxmlformats.org/officeDocument/2006/relationships/font" Target="fonts/Archivo-italic.fntdata"/><Relationship Id="rId50" Type="http://schemas.openxmlformats.org/officeDocument/2006/relationships/font" Target="fonts/Archivo-bold.fntdata"/><Relationship Id="rId53" Type="http://schemas.openxmlformats.org/officeDocument/2006/relationships/font" Target="fonts/ArchivoBlack-bold.fntdata"/><Relationship Id="rId52" Type="http://schemas.openxmlformats.org/officeDocument/2006/relationships/font" Target="fonts/Archivo-boldItalic.fntdata"/><Relationship Id="rId11" Type="http://schemas.openxmlformats.org/officeDocument/2006/relationships/slide" Target="slides/slide4.xml"/><Relationship Id="rId55" Type="http://schemas.openxmlformats.org/officeDocument/2006/relationships/font" Target="fonts/ArchivoSemiBold-regular.fntdata"/><Relationship Id="rId10" Type="http://schemas.openxmlformats.org/officeDocument/2006/relationships/slide" Target="slides/slide3.xml"/><Relationship Id="rId54" Type="http://schemas.openxmlformats.org/officeDocument/2006/relationships/font" Target="fonts/ArchivoBlack-boldItalic.fntdata"/><Relationship Id="rId13" Type="http://schemas.openxmlformats.org/officeDocument/2006/relationships/slide" Target="slides/slide6.xml"/><Relationship Id="rId57" Type="http://schemas.openxmlformats.org/officeDocument/2006/relationships/font" Target="fonts/ArchivoSemiBold-italic.fntdata"/><Relationship Id="rId12" Type="http://schemas.openxmlformats.org/officeDocument/2006/relationships/slide" Target="slides/slide5.xml"/><Relationship Id="rId56" Type="http://schemas.openxmlformats.org/officeDocument/2006/relationships/font" Target="fonts/ArchivoSemiBold-bold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8" Type="http://schemas.openxmlformats.org/officeDocument/2006/relationships/font" Target="fonts/ArchivoSemiBold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130e5edd0_5_2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130e5edd0_5_2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9a55264f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9a55264f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a55264f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9a55264f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3f356817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f3f35681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f3f3568171_0_1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f3f356817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3f356817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f3f356817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f3f3568171_0_12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f3f3568171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 u="sng">
                <a:latin typeface="Archivo"/>
                <a:ea typeface="Archivo"/>
                <a:cs typeface="Archivo"/>
                <a:sym typeface="Archivo"/>
              </a:rPr>
              <a:t>ANTECEDENTES</a:t>
            </a:r>
            <a:endParaRPr b="1" sz="1200" u="sng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Seguridad en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Eje Oeste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el 14/03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audiencia)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521 inscriptos y 144 asistentes (28% de asistencia). 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-"/>
            </a:pP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Temática sobre </a:t>
            </a:r>
            <a:r>
              <a:rPr b="1" lang="es" sz="1200">
                <a:latin typeface="Archivo"/>
                <a:ea typeface="Archivo"/>
                <a:cs typeface="Archivo"/>
                <a:sym typeface="Archivo"/>
              </a:rPr>
              <a:t>Movilidad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 en Eje Sur el 26/03 </a:t>
            </a:r>
            <a:r>
              <a:rPr i="1" lang="es" sz="1200">
                <a:latin typeface="Archivo"/>
                <a:ea typeface="Archivo"/>
                <a:cs typeface="Archivo"/>
                <a:sym typeface="Archivo"/>
              </a:rPr>
              <a:t>(misma temática)</a:t>
            </a:r>
            <a:r>
              <a:rPr lang="es" sz="1200">
                <a:latin typeface="Archivo"/>
                <a:ea typeface="Archivo"/>
                <a:cs typeface="Archivo"/>
                <a:sym typeface="Archivo"/>
              </a:rPr>
              <a:t>: 698 inscriptos y 200 asistentes (29%). Esta vez hubo más inscriptos pero menor asistencia.</a:t>
            </a:r>
            <a:endParaRPr sz="1200"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f3f3568171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f3f3568171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f3f3568171_0_384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f3f3568171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f3f3568171_0_4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f3f3568171_0_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f3f3568171_0_50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f3f3568171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f3f3568171_0_556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f3f3568171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f3f3568171_0_571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f3f3568171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f3f3568171_0_642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f3f3568171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f3f3568171_0_657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f3f3568171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f3f3568171_0_670:notes"/>
          <p:cNvSpPr/>
          <p:nvPr>
            <p:ph idx="2" type="sldImg"/>
          </p:nvPr>
        </p:nvSpPr>
        <p:spPr>
          <a:xfrm>
            <a:off x="381257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f3f3568171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77d5f06139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77d5f06139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a74ec6ac9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a74ec6ac9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77d5f06139_0_1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5" name="Google Shape;1105;g377d5f06139_0_1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1" name="Google Shape;51;p12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2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60" name="Google Shape;60;p14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61" name="Google Shape;61;p14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" name="Google Shape;64;p14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5" name="Google Shape;65;p14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66" name="Google Shape;66;p14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4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5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15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76" name="Google Shape;76;p15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15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83" name="Google Shape;83;p15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84" name="Google Shape;84;p15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87" name="Google Shape;87;p15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88" name="Google Shape;88;p15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5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7" name="Google Shape;107;p15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5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5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" name="Google Shape;112;p15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" name="Google Shape;113;p15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5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" name="Google Shape;133;p15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6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137" name="Google Shape;137;p16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7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147" name="Google Shape;147;p17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" name="Google Shape;149;p1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7" name="Google Shape;157;p18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TITULAR">
  <p:cSld name="CUSTOM_4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/>
        </p:nvSpPr>
        <p:spPr>
          <a:xfrm>
            <a:off x="8206759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61BA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1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166" name="Google Shape;166;p21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21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170" name="Google Shape;170;p21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1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9" name="Google Shape;179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3" name="Google Shape;18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1" name="Google Shape;191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2" name="Google Shape;19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8" name="Google Shape;19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2" name="Google Shape;202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6" name="Google Shape;206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7" name="Google Shape;207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8" name="Google Shape;20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3" name="Google Shape;213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4" name="Google Shape;21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17" name="Google Shape;217;p33"/>
          <p:cNvSpPr/>
          <p:nvPr/>
        </p:nvSpPr>
        <p:spPr>
          <a:xfrm rot="10800000">
            <a:off x="1993750" y="0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3"/>
          <p:cNvSpPr/>
          <p:nvPr/>
        </p:nvSpPr>
        <p:spPr>
          <a:xfrm rot="-5400000">
            <a:off x="4537582" y="1624893"/>
            <a:ext cx="68874" cy="696834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3"/>
          <p:cNvSpPr/>
          <p:nvPr/>
        </p:nvSpPr>
        <p:spPr>
          <a:xfrm rot="10800000">
            <a:off x="9036301" y="713056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1">
  <p:cSld name="TITLE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/>
        </p:nvSpPr>
        <p:spPr>
          <a:xfrm>
            <a:off x="518750" y="93475"/>
            <a:ext cx="58266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Informe JM </a:t>
            </a:r>
            <a:r>
              <a:rPr i="0" lang="es" sz="800" u="none" cap="none" strike="noStrike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SEMANA DEL XX/XX AL XX/XX</a:t>
            </a:r>
            <a:endParaRPr i="0" sz="800" u="none" cap="none" strike="noStrike">
              <a:solidFill>
                <a:srgbClr val="43434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 03-DIGITAL 01">
  <p:cSld name="CUSTOM_10_2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803650" y="410400"/>
            <a:ext cx="7717800" cy="3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23546"/>
              </a:buClr>
              <a:buSzPts val="2000"/>
              <a:buFont typeface="Archivo"/>
              <a:buNone/>
              <a:defRPr b="1" sz="20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26" name="Google Shape;226;p35"/>
          <p:cNvGrpSpPr/>
          <p:nvPr/>
        </p:nvGrpSpPr>
        <p:grpSpPr>
          <a:xfrm flipH="1" rot="5400000">
            <a:off x="-2525101" y="2525074"/>
            <a:ext cx="5143531" cy="93320"/>
            <a:chOff x="1" y="3602363"/>
            <a:chExt cx="9144055" cy="96326"/>
          </a:xfrm>
        </p:grpSpPr>
        <p:sp>
          <p:nvSpPr>
            <p:cNvPr id="227" name="Google Shape;227;p35"/>
            <p:cNvSpPr/>
            <p:nvPr/>
          </p:nvSpPr>
          <p:spPr>
            <a:xfrm>
              <a:off x="7448756" y="3602363"/>
              <a:ext cx="16953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5"/>
            <p:cNvSpPr/>
            <p:nvPr/>
          </p:nvSpPr>
          <p:spPr>
            <a:xfrm>
              <a:off x="358045" y="3602363"/>
              <a:ext cx="81435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5"/>
            <p:cNvSpPr/>
            <p:nvPr/>
          </p:nvSpPr>
          <p:spPr>
            <a:xfrm>
              <a:off x="1" y="3602389"/>
              <a:ext cx="7749900" cy="96300"/>
            </a:xfrm>
            <a:prstGeom prst="round2SameRect">
              <a:avLst>
                <a:gd fmla="val 50000" name="adj1"/>
                <a:gd fmla="val 0" name="adj2"/>
              </a:avLst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" name="Google Shape;230;p35"/>
          <p:cNvSpPr txBox="1"/>
          <p:nvPr/>
        </p:nvSpPr>
        <p:spPr>
          <a:xfrm>
            <a:off x="8700696" y="4920450"/>
            <a:ext cx="4431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500">
                <a:solidFill>
                  <a:srgbClr val="94A4BA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 b="1" sz="500">
              <a:solidFill>
                <a:srgbClr val="94A4BA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31" name="Google Shape;231;p35"/>
          <p:cNvGrpSpPr/>
          <p:nvPr/>
        </p:nvGrpSpPr>
        <p:grpSpPr>
          <a:xfrm>
            <a:off x="4467627" y="4939200"/>
            <a:ext cx="208746" cy="39600"/>
            <a:chOff x="4427021" y="4962625"/>
            <a:chExt cx="208746" cy="39600"/>
          </a:xfrm>
        </p:grpSpPr>
        <p:sp>
          <p:nvSpPr>
            <p:cNvPr id="232" name="Google Shape;232;p35"/>
            <p:cNvSpPr/>
            <p:nvPr/>
          </p:nvSpPr>
          <p:spPr>
            <a:xfrm>
              <a:off x="4427021" y="4962625"/>
              <a:ext cx="40800" cy="39600"/>
            </a:xfrm>
            <a:prstGeom prst="ellipse">
              <a:avLst/>
            </a:prstGeom>
            <a:solidFill>
              <a:srgbClr val="FFCC0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5"/>
            <p:cNvSpPr/>
            <p:nvPr/>
          </p:nvSpPr>
          <p:spPr>
            <a:xfrm rot="10800000">
              <a:off x="4594967" y="4962625"/>
              <a:ext cx="40800" cy="39600"/>
            </a:xfrm>
            <a:prstGeom prst="ellipse">
              <a:avLst/>
            </a:pr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5"/>
            <p:cNvSpPr/>
            <p:nvPr/>
          </p:nvSpPr>
          <p:spPr>
            <a:xfrm rot="10800000">
              <a:off x="4510994" y="4962625"/>
              <a:ext cx="40800" cy="39600"/>
            </a:xfrm>
            <a:prstGeom prst="ellipse">
              <a:avLst/>
            </a:prstGeom>
            <a:solidFill>
              <a:srgbClr val="88DE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35"/>
          <p:cNvSpPr/>
          <p:nvPr/>
        </p:nvSpPr>
        <p:spPr>
          <a:xfrm>
            <a:off x="364825" y="406450"/>
            <a:ext cx="345900" cy="345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5"/>
          <p:cNvSpPr txBox="1"/>
          <p:nvPr/>
        </p:nvSpPr>
        <p:spPr>
          <a:xfrm>
            <a:off x="421200" y="201600"/>
            <a:ext cx="53244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800">
                <a:solidFill>
                  <a:srgbClr val="434343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Status </a:t>
            </a:r>
            <a:r>
              <a:rPr lang="es" sz="8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| 06-04</a:t>
            </a:r>
            <a:endParaRPr b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-PORTADA">
  <p:cSld name="CUSTOM_2_2">
    <p:bg>
      <p:bgPr>
        <a:solidFill>
          <a:srgbClr val="000000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36"/>
          <p:cNvPicPr preferRelativeResize="0"/>
          <p:nvPr/>
        </p:nvPicPr>
        <p:blipFill rotWithShape="1">
          <a:blip r:embed="rId2">
            <a:alphaModFix/>
          </a:blip>
          <a:srcRect b="14729" l="-6906" r="8248" t="1343"/>
          <a:stretch/>
        </p:blipFill>
        <p:spPr>
          <a:xfrm>
            <a:off x="4242750" y="75"/>
            <a:ext cx="48370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6" title="WhatsApp-Image-2025-07-11-at-09.39.png"/>
          <p:cNvPicPr preferRelativeResize="0"/>
          <p:nvPr/>
        </p:nvPicPr>
        <p:blipFill rotWithShape="1">
          <a:blip r:embed="rId3">
            <a:alphaModFix/>
          </a:blip>
          <a:srcRect b="0" l="1381" r="0" t="0"/>
          <a:stretch/>
        </p:blipFill>
        <p:spPr>
          <a:xfrm>
            <a:off x="-16575" y="0"/>
            <a:ext cx="916057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36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242" name="Google Shape;242;p36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36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" name="Google Shape;244;p36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6"/>
          <p:cNvSpPr/>
          <p:nvPr/>
        </p:nvSpPr>
        <p:spPr>
          <a:xfrm rot="5400000">
            <a:off x="742450" y="3262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 txBox="1"/>
          <p:nvPr/>
        </p:nvSpPr>
        <p:spPr>
          <a:xfrm>
            <a:off x="592154" y="2205256"/>
            <a:ext cx="40752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endParaRPr b="1" sz="410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8" name="Google Shape;248;p36"/>
          <p:cNvSpPr txBox="1"/>
          <p:nvPr/>
        </p:nvSpPr>
        <p:spPr>
          <a:xfrm>
            <a:off x="592154" y="18078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JM - GCBA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249" name="Google Shape;249;p36"/>
          <p:cNvGrpSpPr/>
          <p:nvPr/>
        </p:nvGrpSpPr>
        <p:grpSpPr>
          <a:xfrm rot="5400000">
            <a:off x="592150" y="1148611"/>
            <a:ext cx="432600" cy="432600"/>
            <a:chOff x="318200" y="2355425"/>
            <a:chExt cx="432600" cy="432600"/>
          </a:xfrm>
        </p:grpSpPr>
        <p:sp>
          <p:nvSpPr>
            <p:cNvPr id="250" name="Google Shape;250;p36"/>
            <p:cNvSpPr/>
            <p:nvPr/>
          </p:nvSpPr>
          <p:spPr>
            <a:xfrm>
              <a:off x="318200" y="2355425"/>
              <a:ext cx="432600" cy="432600"/>
            </a:xfrm>
            <a:prstGeom prst="donut">
              <a:avLst>
                <a:gd fmla="val 3508" name="adj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6"/>
            <p:cNvSpPr/>
            <p:nvPr/>
          </p:nvSpPr>
          <p:spPr>
            <a:xfrm rot="8100000">
              <a:off x="415595" y="2488270"/>
              <a:ext cx="167160" cy="167160"/>
            </a:xfrm>
            <a:prstGeom prst="halfFrame">
              <a:avLst>
                <a:gd fmla="val 8365" name="adj1"/>
                <a:gd fmla="val 8037" name="adj2"/>
              </a:avLst>
            </a:prstGeom>
            <a:solidFill>
              <a:srgbClr val="FFFFFF">
                <a:alpha val="151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36"/>
          <p:cNvGrpSpPr/>
          <p:nvPr/>
        </p:nvGrpSpPr>
        <p:grpSpPr>
          <a:xfrm>
            <a:off x="592150" y="3732777"/>
            <a:ext cx="2715406" cy="254456"/>
            <a:chOff x="634234" y="3780477"/>
            <a:chExt cx="2288392" cy="214441"/>
          </a:xfrm>
        </p:grpSpPr>
        <p:grpSp>
          <p:nvGrpSpPr>
            <p:cNvPr id="253" name="Google Shape;253;p36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254" name="Google Shape;254;p36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36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36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36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36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36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36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36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36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36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36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36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36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36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36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36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36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36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2" name="Google Shape;272;p36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273" name="Google Shape;273;p36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36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6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6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6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36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279" name="Google Shape;279;p36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36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36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36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36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36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36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36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36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36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36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36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36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36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36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36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36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36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36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36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9" name="Google Shape;299;p36"/>
          <p:cNvSpPr/>
          <p:nvPr/>
        </p:nvSpPr>
        <p:spPr>
          <a:xfrm>
            <a:off x="592151" y="2825448"/>
            <a:ext cx="295800" cy="295500"/>
          </a:xfrm>
          <a:prstGeom prst="ellipse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6"/>
          <p:cNvSpPr/>
          <p:nvPr/>
        </p:nvSpPr>
        <p:spPr>
          <a:xfrm>
            <a:off x="663634" y="2893451"/>
            <a:ext cx="151799" cy="145356"/>
          </a:xfrm>
          <a:custGeom>
            <a:rect b="b" l="l" r="r" t="t"/>
            <a:pathLst>
              <a:path extrusionOk="0" h="857" w="881">
                <a:moveTo>
                  <a:pt x="784" y="477"/>
                </a:moveTo>
                <a:cubicBezTo>
                  <a:pt x="784" y="487"/>
                  <a:pt x="776" y="495"/>
                  <a:pt x="767" y="495"/>
                </a:cubicBezTo>
                <a:lnTo>
                  <a:pt x="639" y="495"/>
                </a:lnTo>
                <a:cubicBezTo>
                  <a:pt x="631" y="495"/>
                  <a:pt x="625" y="488"/>
                  <a:pt x="623" y="480"/>
                </a:cubicBezTo>
                <a:lnTo>
                  <a:pt x="623" y="479"/>
                </a:lnTo>
                <a:lnTo>
                  <a:pt x="623" y="477"/>
                </a:lnTo>
                <a:lnTo>
                  <a:pt x="623" y="355"/>
                </a:lnTo>
                <a:cubicBezTo>
                  <a:pt x="623" y="345"/>
                  <a:pt x="630" y="337"/>
                  <a:pt x="639" y="337"/>
                </a:cubicBezTo>
                <a:lnTo>
                  <a:pt x="767" y="337"/>
                </a:lnTo>
                <a:cubicBezTo>
                  <a:pt x="775" y="337"/>
                  <a:pt x="781" y="343"/>
                  <a:pt x="783" y="350"/>
                </a:cubicBezTo>
                <a:cubicBezTo>
                  <a:pt x="783" y="351"/>
                  <a:pt x="784" y="353"/>
                  <a:pt x="784" y="355"/>
                </a:cubicBezTo>
                <a:lnTo>
                  <a:pt x="784" y="477"/>
                </a:lnTo>
                <a:close/>
                <a:moveTo>
                  <a:pt x="784" y="715"/>
                </a:moveTo>
                <a:cubicBezTo>
                  <a:pt x="784" y="725"/>
                  <a:pt x="776" y="733"/>
                  <a:pt x="767" y="733"/>
                </a:cubicBezTo>
                <a:lnTo>
                  <a:pt x="639" y="733"/>
                </a:lnTo>
                <a:cubicBezTo>
                  <a:pt x="630" y="733"/>
                  <a:pt x="623" y="725"/>
                  <a:pt x="623" y="715"/>
                </a:cubicBezTo>
                <a:lnTo>
                  <a:pt x="623" y="593"/>
                </a:lnTo>
                <a:cubicBezTo>
                  <a:pt x="623" y="583"/>
                  <a:pt x="630" y="575"/>
                  <a:pt x="639" y="575"/>
                </a:cubicBezTo>
                <a:lnTo>
                  <a:pt x="767" y="575"/>
                </a:lnTo>
                <a:cubicBezTo>
                  <a:pt x="776" y="575"/>
                  <a:pt x="784" y="583"/>
                  <a:pt x="784" y="593"/>
                </a:cubicBezTo>
                <a:lnTo>
                  <a:pt x="784" y="715"/>
                </a:lnTo>
                <a:close/>
                <a:moveTo>
                  <a:pt x="522" y="715"/>
                </a:moveTo>
                <a:cubicBezTo>
                  <a:pt x="522" y="725"/>
                  <a:pt x="514" y="733"/>
                  <a:pt x="505" y="733"/>
                </a:cubicBezTo>
                <a:lnTo>
                  <a:pt x="377" y="733"/>
                </a:lnTo>
                <a:cubicBezTo>
                  <a:pt x="368" y="733"/>
                  <a:pt x="360" y="725"/>
                  <a:pt x="360" y="715"/>
                </a:cubicBezTo>
                <a:lnTo>
                  <a:pt x="360" y="593"/>
                </a:lnTo>
                <a:cubicBezTo>
                  <a:pt x="360" y="583"/>
                  <a:pt x="368" y="575"/>
                  <a:pt x="377" y="575"/>
                </a:cubicBezTo>
                <a:lnTo>
                  <a:pt x="505" y="575"/>
                </a:lnTo>
                <a:cubicBezTo>
                  <a:pt x="514" y="575"/>
                  <a:pt x="522" y="583"/>
                  <a:pt x="522" y="593"/>
                </a:cubicBezTo>
                <a:lnTo>
                  <a:pt x="522" y="715"/>
                </a:lnTo>
                <a:close/>
                <a:moveTo>
                  <a:pt x="259" y="715"/>
                </a:moveTo>
                <a:cubicBezTo>
                  <a:pt x="259" y="725"/>
                  <a:pt x="252" y="733"/>
                  <a:pt x="242" y="733"/>
                </a:cubicBezTo>
                <a:lnTo>
                  <a:pt x="114" y="733"/>
                </a:lnTo>
                <a:cubicBezTo>
                  <a:pt x="105" y="733"/>
                  <a:pt x="98" y="725"/>
                  <a:pt x="98" y="715"/>
                </a:cubicBezTo>
                <a:lnTo>
                  <a:pt x="98" y="593"/>
                </a:lnTo>
                <a:cubicBezTo>
                  <a:pt x="98" y="583"/>
                  <a:pt x="105" y="575"/>
                  <a:pt x="114" y="575"/>
                </a:cubicBezTo>
                <a:lnTo>
                  <a:pt x="242" y="575"/>
                </a:lnTo>
                <a:cubicBezTo>
                  <a:pt x="252" y="575"/>
                  <a:pt x="259" y="583"/>
                  <a:pt x="259" y="593"/>
                </a:cubicBezTo>
                <a:lnTo>
                  <a:pt x="259" y="715"/>
                </a:lnTo>
                <a:close/>
                <a:moveTo>
                  <a:pt x="98" y="417"/>
                </a:moveTo>
                <a:lnTo>
                  <a:pt x="98" y="417"/>
                </a:lnTo>
                <a:lnTo>
                  <a:pt x="98" y="355"/>
                </a:lnTo>
                <a:cubicBezTo>
                  <a:pt x="98" y="345"/>
                  <a:pt x="105" y="337"/>
                  <a:pt x="114" y="337"/>
                </a:cubicBezTo>
                <a:lnTo>
                  <a:pt x="242" y="337"/>
                </a:lnTo>
                <a:cubicBezTo>
                  <a:pt x="251" y="337"/>
                  <a:pt x="259" y="345"/>
                  <a:pt x="259" y="354"/>
                </a:cubicBezTo>
                <a:lnTo>
                  <a:pt x="259" y="355"/>
                </a:lnTo>
                <a:lnTo>
                  <a:pt x="259" y="477"/>
                </a:lnTo>
                <a:lnTo>
                  <a:pt x="259" y="480"/>
                </a:lnTo>
                <a:lnTo>
                  <a:pt x="259" y="480"/>
                </a:lnTo>
                <a:cubicBezTo>
                  <a:pt x="257" y="488"/>
                  <a:pt x="251" y="495"/>
                  <a:pt x="242" y="495"/>
                </a:cubicBezTo>
                <a:lnTo>
                  <a:pt x="114" y="495"/>
                </a:lnTo>
                <a:cubicBezTo>
                  <a:pt x="105" y="495"/>
                  <a:pt x="98" y="487"/>
                  <a:pt x="98" y="477"/>
                </a:cubicBezTo>
                <a:lnTo>
                  <a:pt x="98" y="417"/>
                </a:lnTo>
                <a:close/>
                <a:moveTo>
                  <a:pt x="377" y="337"/>
                </a:moveTo>
                <a:lnTo>
                  <a:pt x="505" y="337"/>
                </a:lnTo>
                <a:cubicBezTo>
                  <a:pt x="514" y="337"/>
                  <a:pt x="522" y="345"/>
                  <a:pt x="522" y="355"/>
                </a:cubicBezTo>
                <a:lnTo>
                  <a:pt x="522" y="477"/>
                </a:lnTo>
                <a:cubicBezTo>
                  <a:pt x="522" y="487"/>
                  <a:pt x="514" y="495"/>
                  <a:pt x="505" y="495"/>
                </a:cubicBezTo>
                <a:lnTo>
                  <a:pt x="377" y="495"/>
                </a:lnTo>
                <a:cubicBezTo>
                  <a:pt x="368" y="495"/>
                  <a:pt x="360" y="487"/>
                  <a:pt x="360" y="477"/>
                </a:cubicBezTo>
                <a:lnTo>
                  <a:pt x="360" y="355"/>
                </a:lnTo>
                <a:cubicBezTo>
                  <a:pt x="360" y="345"/>
                  <a:pt x="368" y="337"/>
                  <a:pt x="377" y="337"/>
                </a:cubicBezTo>
                <a:close/>
                <a:moveTo>
                  <a:pt x="881" y="180"/>
                </a:moveTo>
                <a:cubicBezTo>
                  <a:pt x="881" y="133"/>
                  <a:pt x="840" y="95"/>
                  <a:pt x="790" y="95"/>
                </a:cubicBezTo>
                <a:lnTo>
                  <a:pt x="659" y="95"/>
                </a:lnTo>
                <a:lnTo>
                  <a:pt x="659" y="51"/>
                </a:lnTo>
                <a:cubicBezTo>
                  <a:pt x="659" y="23"/>
                  <a:pt x="637" y="0"/>
                  <a:pt x="609" y="0"/>
                </a:cubicBezTo>
                <a:lnTo>
                  <a:pt x="609" y="0"/>
                </a:lnTo>
                <a:lnTo>
                  <a:pt x="609" y="0"/>
                </a:lnTo>
                <a:cubicBezTo>
                  <a:pt x="581" y="0"/>
                  <a:pt x="558" y="23"/>
                  <a:pt x="558" y="51"/>
                </a:cubicBezTo>
                <a:lnTo>
                  <a:pt x="558" y="95"/>
                </a:lnTo>
                <a:lnTo>
                  <a:pt x="324" y="95"/>
                </a:lnTo>
                <a:lnTo>
                  <a:pt x="324" y="51"/>
                </a:lnTo>
                <a:cubicBezTo>
                  <a:pt x="324" y="23"/>
                  <a:pt x="301" y="0"/>
                  <a:pt x="273" y="0"/>
                </a:cubicBezTo>
                <a:lnTo>
                  <a:pt x="273" y="0"/>
                </a:lnTo>
                <a:lnTo>
                  <a:pt x="273" y="0"/>
                </a:lnTo>
                <a:cubicBezTo>
                  <a:pt x="245" y="0"/>
                  <a:pt x="222" y="23"/>
                  <a:pt x="222" y="51"/>
                </a:cubicBezTo>
                <a:lnTo>
                  <a:pt x="222" y="95"/>
                </a:lnTo>
                <a:lnTo>
                  <a:pt x="92" y="95"/>
                </a:lnTo>
                <a:cubicBezTo>
                  <a:pt x="72" y="95"/>
                  <a:pt x="54" y="101"/>
                  <a:pt x="39" y="111"/>
                </a:cubicBezTo>
                <a:cubicBezTo>
                  <a:pt x="16" y="126"/>
                  <a:pt x="0" y="152"/>
                  <a:pt x="0" y="180"/>
                </a:cubicBezTo>
                <a:lnTo>
                  <a:pt x="0" y="420"/>
                </a:lnTo>
                <a:lnTo>
                  <a:pt x="0" y="772"/>
                </a:lnTo>
                <a:cubicBezTo>
                  <a:pt x="0" y="819"/>
                  <a:pt x="42" y="857"/>
                  <a:pt x="92" y="857"/>
                </a:cubicBezTo>
                <a:lnTo>
                  <a:pt x="387" y="857"/>
                </a:lnTo>
                <a:lnTo>
                  <a:pt x="790" y="857"/>
                </a:lnTo>
                <a:cubicBezTo>
                  <a:pt x="840" y="857"/>
                  <a:pt x="881" y="819"/>
                  <a:pt x="881" y="772"/>
                </a:cubicBezTo>
                <a:lnTo>
                  <a:pt x="881" y="420"/>
                </a:lnTo>
                <a:lnTo>
                  <a:pt x="881" y="18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 1">
  <p:cSld name="CUSTOM_2_2_1_1_1"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37"/>
          <p:cNvGrpSpPr/>
          <p:nvPr/>
        </p:nvGrpSpPr>
        <p:grpSpPr>
          <a:xfrm>
            <a:off x="-16575" y="75"/>
            <a:ext cx="7915664" cy="5143320"/>
            <a:chOff x="-4350" y="-25"/>
            <a:chExt cx="5771538" cy="5143320"/>
          </a:xfrm>
        </p:grpSpPr>
        <p:sp>
          <p:nvSpPr>
            <p:cNvPr id="303" name="Google Shape;303;p37"/>
            <p:cNvSpPr/>
            <p:nvPr/>
          </p:nvSpPr>
          <p:spPr>
            <a:xfrm>
              <a:off x="4590897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37"/>
            <p:cNvSpPr/>
            <p:nvPr/>
          </p:nvSpPr>
          <p:spPr>
            <a:xfrm>
              <a:off x="-4350" y="0"/>
              <a:ext cx="49893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5" name="Google Shape;305;p37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D0D7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7"/>
          <p:cNvSpPr/>
          <p:nvPr/>
        </p:nvSpPr>
        <p:spPr>
          <a:xfrm rot="10800000">
            <a:off x="1993650" y="-125"/>
            <a:ext cx="5156700" cy="701100"/>
          </a:xfrm>
          <a:prstGeom prst="round2SameRect">
            <a:avLst>
              <a:gd fmla="val 23984" name="adj1"/>
              <a:gd fmla="val 0" name="adj2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INTRO 1">
  <p:cSld name="CUSTOM_2_2_1_1_2">
    <p:bg>
      <p:bgPr>
        <a:solidFill>
          <a:srgbClr val="000000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07599" y="-125"/>
            <a:ext cx="5143326" cy="514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8"/>
          <p:cNvGrpSpPr/>
          <p:nvPr/>
        </p:nvGrpSpPr>
        <p:grpSpPr>
          <a:xfrm>
            <a:off x="-16575" y="75"/>
            <a:ext cx="4958874" cy="5143320"/>
            <a:chOff x="-4350" y="-25"/>
            <a:chExt cx="4648799" cy="5143320"/>
          </a:xfrm>
        </p:grpSpPr>
        <p:sp>
          <p:nvSpPr>
            <p:cNvPr id="313" name="Google Shape;313;p38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8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5" name="Google Shape;315;p38"/>
          <p:cNvSpPr/>
          <p:nvPr/>
        </p:nvSpPr>
        <p:spPr>
          <a:xfrm rot="10800000">
            <a:off x="8618726" y="-123"/>
            <a:ext cx="532199" cy="5143500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8"/>
          <p:cNvSpPr txBox="1"/>
          <p:nvPr/>
        </p:nvSpPr>
        <p:spPr>
          <a:xfrm>
            <a:off x="393796" y="4946800"/>
            <a:ext cx="32388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">
                <a:solidFill>
                  <a:srgbClr val="153245"/>
                </a:solidFill>
                <a:latin typeface="Poppins"/>
                <a:ea typeface="Poppins"/>
                <a:cs typeface="Poppins"/>
                <a:sym typeface="Poppins"/>
              </a:rPr>
              <a:t>INFORME SEMANAL</a:t>
            </a:r>
            <a:r>
              <a:rPr b="1" lang="es" sz="500">
                <a:solidFill>
                  <a:srgbClr val="727D8B"/>
                </a:solidFill>
                <a:latin typeface="Poppins"/>
                <a:ea typeface="Poppins"/>
                <a:cs typeface="Poppins"/>
                <a:sym typeface="Poppins"/>
              </a:rPr>
              <a:t> JM</a:t>
            </a:r>
            <a:endParaRPr b="1" sz="500">
              <a:solidFill>
                <a:srgbClr val="94A6B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286896" y="4949713"/>
            <a:ext cx="70625" cy="71275"/>
          </a:xfrm>
          <a:custGeom>
            <a:rect b="b" l="l" r="r" t="t"/>
            <a:pathLst>
              <a:path extrusionOk="0" h="684" w="685">
                <a:moveTo>
                  <a:pt x="414" y="370"/>
                </a:moveTo>
                <a:lnTo>
                  <a:pt x="291" y="456"/>
                </a:lnTo>
                <a:cubicBezTo>
                  <a:pt x="276" y="467"/>
                  <a:pt x="255" y="456"/>
                  <a:pt x="255" y="437"/>
                </a:cubicBezTo>
                <a:lnTo>
                  <a:pt x="255" y="264"/>
                </a:lnTo>
                <a:cubicBezTo>
                  <a:pt x="255" y="246"/>
                  <a:pt x="276" y="235"/>
                  <a:pt x="291" y="246"/>
                </a:cubicBezTo>
                <a:lnTo>
                  <a:pt x="414" y="332"/>
                </a:lnTo>
                <a:cubicBezTo>
                  <a:pt x="427" y="341"/>
                  <a:pt x="427" y="361"/>
                  <a:pt x="414" y="370"/>
                </a:cubicBezTo>
                <a:close/>
                <a:moveTo>
                  <a:pt x="343" y="0"/>
                </a:moveTo>
                <a:cubicBezTo>
                  <a:pt x="154" y="0"/>
                  <a:pt x="0" y="153"/>
                  <a:pt x="0" y="342"/>
                </a:cubicBezTo>
                <a:cubicBezTo>
                  <a:pt x="0" y="531"/>
                  <a:pt x="154" y="684"/>
                  <a:pt x="343" y="684"/>
                </a:cubicBezTo>
                <a:cubicBezTo>
                  <a:pt x="532" y="684"/>
                  <a:pt x="685" y="531"/>
                  <a:pt x="685" y="342"/>
                </a:cubicBezTo>
                <a:cubicBezTo>
                  <a:pt x="685" y="153"/>
                  <a:pt x="532" y="0"/>
                  <a:pt x="34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0" y="713084"/>
            <a:ext cx="107699" cy="371736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15324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 21 1">
  <p:cSld name="TITLE_21_1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9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9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9"/>
          <p:cNvSpPr/>
          <p:nvPr/>
        </p:nvSpPr>
        <p:spPr>
          <a:xfrm>
            <a:off x="8483900" y="4618925"/>
            <a:ext cx="302100" cy="302100"/>
          </a:xfrm>
          <a:prstGeom prst="roundRect">
            <a:avLst>
              <a:gd fmla="val 16667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s" sz="8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‹#›</a:t>
            </a:fld>
            <a:endParaRPr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23" name="Google Shape;323;p39"/>
          <p:cNvSpPr/>
          <p:nvPr/>
        </p:nvSpPr>
        <p:spPr>
          <a:xfrm flipH="1" rot="10800000">
            <a:off x="0" y="0"/>
            <a:ext cx="68604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uerpo 2 1">
  <p:cSld name="TITLE_AND_BODY_2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/>
          <p:nvPr/>
        </p:nvSpPr>
        <p:spPr>
          <a:xfrm>
            <a:off x="4111425" y="0"/>
            <a:ext cx="5032800" cy="473100"/>
          </a:xfrm>
          <a:prstGeom prst="rect">
            <a:avLst/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/>
          <p:nvPr/>
        </p:nvSpPr>
        <p:spPr>
          <a:xfrm>
            <a:off x="0" y="5086350"/>
            <a:ext cx="9144000" cy="57000"/>
          </a:xfrm>
          <a:prstGeom prst="rect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 flipH="1" rot="10800000">
            <a:off x="0" y="0"/>
            <a:ext cx="6715800" cy="594300"/>
          </a:xfrm>
          <a:prstGeom prst="round1Rect">
            <a:avLst>
              <a:gd fmla="val 32479" name="adj"/>
            </a:avLst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9.xml"/><Relationship Id="rId6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image" Target="../media/image8.png"/><Relationship Id="rId7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gif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hyperlink" Target="http://www.youtube.com/watch?v=VDZzTS0r7Xg" TargetMode="External"/><Relationship Id="rId7" Type="http://schemas.openxmlformats.org/officeDocument/2006/relationships/image" Target="../media/image1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5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x.com/gzinny/status/2089464536919142409" TargetMode="External"/><Relationship Id="rId4" Type="http://schemas.openxmlformats.org/officeDocument/2006/relationships/hyperlink" Target="https://x.com/slospennato/status/2089460016990290376" TargetMode="External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/>
        </p:nvSpPr>
        <p:spPr>
          <a:xfrm>
            <a:off x="1012979" y="2873056"/>
            <a:ext cx="407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r>
              <a:rPr b="1" lang="es" sz="150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/08  AL 21/08</a:t>
            </a:r>
            <a:endParaRPr sz="1500">
              <a:solidFill>
                <a:srgbClr val="8DE2D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34" name="Google Shape;334;p42"/>
          <p:cNvSpPr/>
          <p:nvPr/>
        </p:nvSpPr>
        <p:spPr>
          <a:xfrm>
            <a:off x="503549" y="103177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 - JM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0" name="Google Shape;340;p43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1" name="Google Shape;341;p43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2" name="Google Shape;342;p43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43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344" name="Google Shape;344;p43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5" name="Google Shape;345;p43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905.782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6" name="Google Shape;346;p43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7" name="Google Shape;347;p43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3.415.037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48" name="Google Shape;348;p43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49" name="Google Shape;349;p43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" name="Google Shape;351;p43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352" name="Google Shape;352;p43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353" name="Google Shape;353;p43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4" name="Google Shape;354;p43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5" name="Google Shape;355;p43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356" name="Google Shape;356;p43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357" name="Google Shape;357;p43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358" name="Google Shape;358;p43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43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360" name="Google Shape;360;p43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1" name="Google Shape;361;p43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2" name="Google Shape;362;p43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3" name="Google Shape;363;p43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10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4" name="Google Shape;364;p43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10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43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67" name="Google Shape;367;p43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3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69" name="Google Shape;369;p43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6.487.855</a:t>
            </a:r>
            <a:endParaRPr b="1" sz="1777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0" name="Google Shape;370;p43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71" name="Google Shape;371;p43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72" name="Google Shape;372;p43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3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74" name="Google Shape;374;p43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5" name="Google Shape;375;p43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376" name="Google Shape;376;p43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43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80" name="Google Shape;380;p43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1" name="Google Shape;381;p43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538.291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t/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2" name="Google Shape;382;p43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208.765 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(39%)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383" name="Google Shape;383;p43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84" name="Google Shape;384;p43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3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5" name="Google Shape;385;p43"/>
          <p:cNvSpPr/>
          <p:nvPr/>
        </p:nvSpPr>
        <p:spPr>
          <a:xfrm>
            <a:off x="6947250" y="2090637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6.851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6" name="Google Shape;386;p43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1.616 </a:t>
            </a: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(24%)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87" name="Google Shape;387;p43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388" name="Google Shape;388;p43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389" name="Google Shape;389;p43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390" name="Google Shape;390;p43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43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2" name="Google Shape;392;p43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3" name="Google Shape;393;p43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2.167.036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43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43" title="meta-12361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4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 </a:t>
            </a:r>
            <a:r>
              <a:rPr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- GCBA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1" name="Google Shape;401;p44"/>
          <p:cNvSpPr/>
          <p:nvPr/>
        </p:nvSpPr>
        <p:spPr>
          <a:xfrm>
            <a:off x="608013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Contenido Digital</a:t>
            </a:r>
            <a:endParaRPr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2" name="Google Shape;402;p44"/>
          <p:cNvSpPr/>
          <p:nvPr/>
        </p:nvSpPr>
        <p:spPr>
          <a:xfrm>
            <a:off x="5158700" y="860725"/>
            <a:ext cx="3399300" cy="369300"/>
          </a:xfrm>
          <a:prstGeom prst="roundRect">
            <a:avLst>
              <a:gd fmla="val 50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Comunicación Directa</a:t>
            </a:r>
            <a:endParaRPr b="1" sz="12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3" name="Google Shape;403;p44"/>
          <p:cNvSpPr/>
          <p:nvPr/>
        </p:nvSpPr>
        <p:spPr>
          <a:xfrm>
            <a:off x="243325" y="1553288"/>
            <a:ext cx="1957200" cy="750000"/>
          </a:xfrm>
          <a:prstGeom prst="roundRect">
            <a:avLst>
              <a:gd fmla="val 16726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Total de contenidos implementados</a:t>
            </a:r>
            <a:endParaRPr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4" name="Google Shape;404;p44"/>
          <p:cNvSpPr/>
          <p:nvPr/>
        </p:nvSpPr>
        <p:spPr>
          <a:xfrm>
            <a:off x="2469350" y="1553381"/>
            <a:ext cx="19572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Pauta Digital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6945400" y="1562225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8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campañas de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Call 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Center 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6" name="Google Shape;406;p44"/>
          <p:cNvSpPr/>
          <p:nvPr/>
        </p:nvSpPr>
        <p:spPr>
          <a:xfrm>
            <a:off x="2431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270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7" name="Google Shape;407;p44"/>
          <p:cNvSpPr txBox="1"/>
          <p:nvPr/>
        </p:nvSpPr>
        <p:spPr>
          <a:xfrm>
            <a:off x="243100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*Meta: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95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8" name="Google Shape;408;p44"/>
          <p:cNvSpPr txBox="1"/>
          <p:nvPr/>
        </p:nvSpPr>
        <p:spPr>
          <a:xfrm>
            <a:off x="873156" y="2705478"/>
            <a:ext cx="63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63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09" name="Google Shape;409;p44"/>
          <p:cNvSpPr txBox="1"/>
          <p:nvPr/>
        </p:nvSpPr>
        <p:spPr>
          <a:xfrm>
            <a:off x="1503225" y="2705478"/>
            <a:ext cx="69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r>
              <a:rPr b="1"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b="1"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112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0" name="Google Shape;410;p44"/>
          <p:cNvSpPr/>
          <p:nvPr/>
        </p:nvSpPr>
        <p:spPr>
          <a:xfrm>
            <a:off x="1002412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11" name="Google Shape;411;p44"/>
          <p:cNvCxnSpPr/>
          <p:nvPr/>
        </p:nvCxnSpPr>
        <p:spPr>
          <a:xfrm>
            <a:off x="870375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4"/>
          <p:cNvCxnSpPr/>
          <p:nvPr/>
        </p:nvCxnSpPr>
        <p:spPr>
          <a:xfrm>
            <a:off x="1503224" y="2754755"/>
            <a:ext cx="0" cy="333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3" name="Google Shape;413;p44"/>
          <p:cNvSpPr/>
          <p:nvPr/>
        </p:nvSpPr>
        <p:spPr>
          <a:xfrm>
            <a:off x="2469325" y="2081975"/>
            <a:ext cx="1957200" cy="1060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1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1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2"/>
              <a:buFont typeface="Arial"/>
              <a:buNone/>
            </a:pPr>
            <a:r>
              <a:rPr b="1" lang="es" sz="20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92.552.008</a:t>
            </a:r>
            <a:endParaRPr b="1" sz="20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4" name="Google Shape;414;p44"/>
          <p:cNvSpPr txBox="1"/>
          <p:nvPr/>
        </p:nvSpPr>
        <p:spPr>
          <a:xfrm>
            <a:off x="2618584" y="2788875"/>
            <a:ext cx="16587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Frecuencia: </a:t>
            </a:r>
            <a:endParaRPr sz="7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18,5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5" name="Google Shape;415;p44"/>
          <p:cNvSpPr/>
          <p:nvPr/>
        </p:nvSpPr>
        <p:spPr>
          <a:xfrm>
            <a:off x="3262075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16" name="Google Shape;416;p44"/>
          <p:cNvCxnSpPr/>
          <p:nvPr/>
        </p:nvCxnSpPr>
        <p:spPr>
          <a:xfrm flipH="1" rot="10800000">
            <a:off x="410763" y="262260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4"/>
          <p:cNvCxnSpPr/>
          <p:nvPr/>
        </p:nvCxnSpPr>
        <p:spPr>
          <a:xfrm flipH="1" rot="10800000">
            <a:off x="2618575" y="2722850"/>
            <a:ext cx="16551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18" name="Google Shape;418;p44"/>
          <p:cNvSpPr/>
          <p:nvPr/>
        </p:nvSpPr>
        <p:spPr>
          <a:xfrm>
            <a:off x="16403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9" name="Google Shape;419;p44"/>
          <p:cNvSpPr/>
          <p:nvPr/>
        </p:nvSpPr>
        <p:spPr>
          <a:xfrm>
            <a:off x="16403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19.363.578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0" name="Google Shape;420;p44"/>
          <p:cNvSpPr/>
          <p:nvPr/>
        </p:nvSpPr>
        <p:spPr>
          <a:xfrm>
            <a:off x="6947250" y="2090651"/>
            <a:ext cx="20076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00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Base discada: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19.788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1" name="Google Shape;421;p44"/>
          <p:cNvSpPr/>
          <p:nvPr/>
        </p:nvSpPr>
        <p:spPr>
          <a:xfrm>
            <a:off x="7737449" y="1304075"/>
            <a:ext cx="371700" cy="371700"/>
          </a:xfrm>
          <a:prstGeom prst="ellipse">
            <a:avLst/>
          </a:prstGeom>
          <a:solidFill>
            <a:srgbClr val="F3F3F3"/>
          </a:solidFill>
          <a:ln cap="flat" cmpd="sng" w="190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725" lIns="60725" spcFirstLastPara="1" rIns="60725" wrap="square" tIns="60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30"/>
          </a:p>
        </p:txBody>
      </p:sp>
      <p:cxnSp>
        <p:nvCxnSpPr>
          <p:cNvPr id="422" name="Google Shape;422;p44"/>
          <p:cNvCxnSpPr/>
          <p:nvPr/>
        </p:nvCxnSpPr>
        <p:spPr>
          <a:xfrm flipH="1" rot="10800000">
            <a:off x="7100346" y="2821295"/>
            <a:ext cx="1697700" cy="3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3" name="Google Shape;423;p44"/>
          <p:cNvSpPr/>
          <p:nvPr/>
        </p:nvSpPr>
        <p:spPr>
          <a:xfrm>
            <a:off x="31134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4" name="Google Shape;424;p44"/>
          <p:cNvSpPr/>
          <p:nvPr/>
        </p:nvSpPr>
        <p:spPr>
          <a:xfrm>
            <a:off x="31134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45.183.256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25" name="Google Shape;425;p44"/>
          <p:cNvCxnSpPr/>
          <p:nvPr/>
        </p:nvCxnSpPr>
        <p:spPr>
          <a:xfrm>
            <a:off x="4613750" y="949450"/>
            <a:ext cx="0" cy="37056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26" name="Google Shape;426;p44"/>
          <p:cNvSpPr/>
          <p:nvPr/>
        </p:nvSpPr>
        <p:spPr>
          <a:xfrm>
            <a:off x="1088419" y="1390076"/>
            <a:ext cx="199451" cy="199697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44"/>
          <p:cNvGrpSpPr/>
          <p:nvPr/>
        </p:nvGrpSpPr>
        <p:grpSpPr>
          <a:xfrm>
            <a:off x="3356471" y="1405142"/>
            <a:ext cx="179312" cy="178565"/>
            <a:chOff x="2248675" y="1389825"/>
            <a:chExt cx="3034050" cy="3021400"/>
          </a:xfrm>
        </p:grpSpPr>
        <p:sp>
          <p:nvSpPr>
            <p:cNvPr id="428" name="Google Shape;428;p44"/>
            <p:cNvSpPr/>
            <p:nvPr/>
          </p:nvSpPr>
          <p:spPr>
            <a:xfrm>
              <a:off x="2396550" y="1389825"/>
              <a:ext cx="2886175" cy="2869275"/>
            </a:xfrm>
            <a:custGeom>
              <a:rect b="b" l="l" r="r" t="t"/>
              <a:pathLst>
                <a:path extrusionOk="0" h="114771" w="115447">
                  <a:moveTo>
                    <a:pt x="106883" y="0"/>
                  </a:moveTo>
                  <a:cubicBezTo>
                    <a:pt x="105969" y="0"/>
                    <a:pt x="105018" y="149"/>
                    <a:pt x="104036" y="440"/>
                  </a:cubicBezTo>
                  <a:cubicBezTo>
                    <a:pt x="71450" y="10177"/>
                    <a:pt x="38864" y="19858"/>
                    <a:pt x="6278" y="29566"/>
                  </a:cubicBezTo>
                  <a:cubicBezTo>
                    <a:pt x="2679" y="30654"/>
                    <a:pt x="363" y="33500"/>
                    <a:pt x="196" y="37043"/>
                  </a:cubicBezTo>
                  <a:cubicBezTo>
                    <a:pt x="1" y="40782"/>
                    <a:pt x="1953" y="43739"/>
                    <a:pt x="5608" y="45246"/>
                  </a:cubicBezTo>
                  <a:cubicBezTo>
                    <a:pt x="18693" y="50658"/>
                    <a:pt x="31750" y="56043"/>
                    <a:pt x="44834" y="61455"/>
                  </a:cubicBezTo>
                  <a:cubicBezTo>
                    <a:pt x="45616" y="61762"/>
                    <a:pt x="46341" y="62292"/>
                    <a:pt x="47122" y="62348"/>
                  </a:cubicBezTo>
                  <a:cubicBezTo>
                    <a:pt x="47145" y="62349"/>
                    <a:pt x="47167" y="62350"/>
                    <a:pt x="47188" y="62350"/>
                  </a:cubicBezTo>
                  <a:cubicBezTo>
                    <a:pt x="48081" y="62350"/>
                    <a:pt x="48308" y="61246"/>
                    <a:pt x="48880" y="60674"/>
                  </a:cubicBezTo>
                  <a:cubicBezTo>
                    <a:pt x="55687" y="53950"/>
                    <a:pt x="62467" y="47143"/>
                    <a:pt x="69246" y="40363"/>
                  </a:cubicBezTo>
                  <a:cubicBezTo>
                    <a:pt x="69553" y="40056"/>
                    <a:pt x="69860" y="39750"/>
                    <a:pt x="70195" y="39471"/>
                  </a:cubicBezTo>
                  <a:cubicBezTo>
                    <a:pt x="70895" y="38911"/>
                    <a:pt x="71734" y="38628"/>
                    <a:pt x="72566" y="38628"/>
                  </a:cubicBezTo>
                  <a:cubicBezTo>
                    <a:pt x="73227" y="38628"/>
                    <a:pt x="73883" y="38806"/>
                    <a:pt x="74463" y="39164"/>
                  </a:cubicBezTo>
                  <a:cubicBezTo>
                    <a:pt x="75858" y="40029"/>
                    <a:pt x="76444" y="41340"/>
                    <a:pt x="76249" y="42930"/>
                  </a:cubicBezTo>
                  <a:cubicBezTo>
                    <a:pt x="76137" y="43934"/>
                    <a:pt x="75579" y="44688"/>
                    <a:pt x="74882" y="45385"/>
                  </a:cubicBezTo>
                  <a:cubicBezTo>
                    <a:pt x="67907" y="52360"/>
                    <a:pt x="60960" y="59307"/>
                    <a:pt x="53985" y="66282"/>
                  </a:cubicBezTo>
                  <a:cubicBezTo>
                    <a:pt x="53734" y="66533"/>
                    <a:pt x="53511" y="66840"/>
                    <a:pt x="53204" y="66951"/>
                  </a:cubicBezTo>
                  <a:cubicBezTo>
                    <a:pt x="52311" y="67314"/>
                    <a:pt x="52534" y="67844"/>
                    <a:pt x="52813" y="68514"/>
                  </a:cubicBezTo>
                  <a:cubicBezTo>
                    <a:pt x="54376" y="72224"/>
                    <a:pt x="55910" y="75963"/>
                    <a:pt x="57445" y="79701"/>
                  </a:cubicBezTo>
                  <a:cubicBezTo>
                    <a:pt x="61518" y="89605"/>
                    <a:pt x="65619" y="99537"/>
                    <a:pt x="69692" y="109441"/>
                  </a:cubicBezTo>
                  <a:cubicBezTo>
                    <a:pt x="71115" y="112845"/>
                    <a:pt x="73682" y="114603"/>
                    <a:pt x="76723" y="114770"/>
                  </a:cubicBezTo>
                  <a:cubicBezTo>
                    <a:pt x="76750" y="114770"/>
                    <a:pt x="76776" y="114770"/>
                    <a:pt x="76803" y="114770"/>
                  </a:cubicBezTo>
                  <a:cubicBezTo>
                    <a:pt x="81250" y="114770"/>
                    <a:pt x="84207" y="112459"/>
                    <a:pt x="85372" y="108549"/>
                  </a:cubicBezTo>
                  <a:cubicBezTo>
                    <a:pt x="95053" y="76018"/>
                    <a:pt x="104762" y="43460"/>
                    <a:pt x="114470" y="10930"/>
                  </a:cubicBezTo>
                  <a:cubicBezTo>
                    <a:pt x="115447" y="7638"/>
                    <a:pt x="114861" y="4764"/>
                    <a:pt x="112462" y="2393"/>
                  </a:cubicBezTo>
                  <a:cubicBezTo>
                    <a:pt x="110836" y="767"/>
                    <a:pt x="108954" y="0"/>
                    <a:pt x="106883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4"/>
            <p:cNvSpPr/>
            <p:nvPr/>
          </p:nvSpPr>
          <p:spPr>
            <a:xfrm>
              <a:off x="2484425" y="3418750"/>
              <a:ext cx="779125" cy="750450"/>
            </a:xfrm>
            <a:custGeom>
              <a:rect b="b" l="l" r="r" t="t"/>
              <a:pathLst>
                <a:path extrusionOk="0" h="30018" w="31165">
                  <a:moveTo>
                    <a:pt x="26464" y="1"/>
                  </a:moveTo>
                  <a:cubicBezTo>
                    <a:pt x="25229" y="1"/>
                    <a:pt x="24273" y="664"/>
                    <a:pt x="23380" y="1557"/>
                  </a:cubicBezTo>
                  <a:cubicBezTo>
                    <a:pt x="16182" y="8783"/>
                    <a:pt x="8956" y="15981"/>
                    <a:pt x="1758" y="23179"/>
                  </a:cubicBezTo>
                  <a:cubicBezTo>
                    <a:pt x="1479" y="23458"/>
                    <a:pt x="1200" y="23737"/>
                    <a:pt x="977" y="24072"/>
                  </a:cubicBezTo>
                  <a:cubicBezTo>
                    <a:pt x="112" y="25327"/>
                    <a:pt x="1" y="26666"/>
                    <a:pt x="698" y="28005"/>
                  </a:cubicBezTo>
                  <a:cubicBezTo>
                    <a:pt x="1368" y="29317"/>
                    <a:pt x="2512" y="29958"/>
                    <a:pt x="3962" y="30014"/>
                  </a:cubicBezTo>
                  <a:cubicBezTo>
                    <a:pt x="4011" y="30016"/>
                    <a:pt x="4059" y="30017"/>
                    <a:pt x="4107" y="30017"/>
                  </a:cubicBezTo>
                  <a:cubicBezTo>
                    <a:pt x="5372" y="30017"/>
                    <a:pt x="6310" y="29312"/>
                    <a:pt x="7171" y="28452"/>
                  </a:cubicBezTo>
                  <a:cubicBezTo>
                    <a:pt x="14341" y="21282"/>
                    <a:pt x="21511" y="14084"/>
                    <a:pt x="28681" y="6914"/>
                  </a:cubicBezTo>
                  <a:cubicBezTo>
                    <a:pt x="29016" y="6579"/>
                    <a:pt x="29351" y="6244"/>
                    <a:pt x="29630" y="5854"/>
                  </a:cubicBezTo>
                  <a:cubicBezTo>
                    <a:pt x="31164" y="3510"/>
                    <a:pt x="29825" y="497"/>
                    <a:pt x="27063" y="51"/>
                  </a:cubicBezTo>
                  <a:cubicBezTo>
                    <a:pt x="26856" y="17"/>
                    <a:pt x="26657" y="1"/>
                    <a:pt x="2646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4"/>
            <p:cNvSpPr/>
            <p:nvPr/>
          </p:nvSpPr>
          <p:spPr>
            <a:xfrm>
              <a:off x="3253050" y="3923800"/>
              <a:ext cx="504300" cy="487425"/>
            </a:xfrm>
            <a:custGeom>
              <a:rect b="b" l="l" r="r" t="t"/>
              <a:pathLst>
                <a:path extrusionOk="0" h="19497" w="20172">
                  <a:moveTo>
                    <a:pt x="15994" y="0"/>
                  </a:moveTo>
                  <a:cubicBezTo>
                    <a:pt x="15103" y="0"/>
                    <a:pt x="14211" y="330"/>
                    <a:pt x="13504" y="1024"/>
                  </a:cubicBezTo>
                  <a:cubicBezTo>
                    <a:pt x="9375" y="5097"/>
                    <a:pt x="5274" y="9171"/>
                    <a:pt x="1228" y="13328"/>
                  </a:cubicBezTo>
                  <a:cubicBezTo>
                    <a:pt x="112" y="14443"/>
                    <a:pt x="1" y="15894"/>
                    <a:pt x="670" y="17345"/>
                  </a:cubicBezTo>
                  <a:cubicBezTo>
                    <a:pt x="1312" y="18796"/>
                    <a:pt x="2512" y="19465"/>
                    <a:pt x="4074" y="19493"/>
                  </a:cubicBezTo>
                  <a:cubicBezTo>
                    <a:pt x="4127" y="19496"/>
                    <a:pt x="4179" y="19497"/>
                    <a:pt x="4231" y="19497"/>
                  </a:cubicBezTo>
                  <a:cubicBezTo>
                    <a:pt x="5352" y="19497"/>
                    <a:pt x="6202" y="18927"/>
                    <a:pt x="6975" y="18154"/>
                  </a:cubicBezTo>
                  <a:cubicBezTo>
                    <a:pt x="9207" y="15922"/>
                    <a:pt x="11467" y="13662"/>
                    <a:pt x="13699" y="11430"/>
                  </a:cubicBezTo>
                  <a:cubicBezTo>
                    <a:pt x="15373" y="9756"/>
                    <a:pt x="17075" y="8138"/>
                    <a:pt x="18693" y="6436"/>
                  </a:cubicBezTo>
                  <a:cubicBezTo>
                    <a:pt x="20172" y="4846"/>
                    <a:pt x="20144" y="2614"/>
                    <a:pt x="18665" y="1136"/>
                  </a:cubicBezTo>
                  <a:cubicBezTo>
                    <a:pt x="17937" y="393"/>
                    <a:pt x="16966" y="0"/>
                    <a:pt x="15994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4"/>
            <p:cNvSpPr/>
            <p:nvPr/>
          </p:nvSpPr>
          <p:spPr>
            <a:xfrm>
              <a:off x="2248675" y="2912125"/>
              <a:ext cx="497325" cy="487425"/>
            </a:xfrm>
            <a:custGeom>
              <a:rect b="b" l="l" r="r" t="t"/>
              <a:pathLst>
                <a:path extrusionOk="0" h="19497" w="19893">
                  <a:moveTo>
                    <a:pt x="15775" y="0"/>
                  </a:moveTo>
                  <a:cubicBezTo>
                    <a:pt x="14785" y="0"/>
                    <a:pt x="13767" y="426"/>
                    <a:pt x="12890" y="1288"/>
                  </a:cubicBezTo>
                  <a:cubicBezTo>
                    <a:pt x="8957" y="5166"/>
                    <a:pt x="5079" y="9100"/>
                    <a:pt x="1173" y="13006"/>
                  </a:cubicBezTo>
                  <a:cubicBezTo>
                    <a:pt x="419" y="13759"/>
                    <a:pt x="1" y="14624"/>
                    <a:pt x="29" y="15517"/>
                  </a:cubicBezTo>
                  <a:cubicBezTo>
                    <a:pt x="1" y="17275"/>
                    <a:pt x="838" y="18614"/>
                    <a:pt x="2289" y="19172"/>
                  </a:cubicBezTo>
                  <a:cubicBezTo>
                    <a:pt x="2818" y="19391"/>
                    <a:pt x="3329" y="19496"/>
                    <a:pt x="3821" y="19496"/>
                  </a:cubicBezTo>
                  <a:cubicBezTo>
                    <a:pt x="4832" y="19496"/>
                    <a:pt x="5759" y="19049"/>
                    <a:pt x="6585" y="18223"/>
                  </a:cubicBezTo>
                  <a:cubicBezTo>
                    <a:pt x="10463" y="14345"/>
                    <a:pt x="14341" y="10495"/>
                    <a:pt x="18219" y="6589"/>
                  </a:cubicBezTo>
                  <a:cubicBezTo>
                    <a:pt x="19837" y="4943"/>
                    <a:pt x="19893" y="2628"/>
                    <a:pt x="18359" y="1121"/>
                  </a:cubicBezTo>
                  <a:cubicBezTo>
                    <a:pt x="17615" y="377"/>
                    <a:pt x="16707" y="0"/>
                    <a:pt x="15775" y="0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60725" lIns="60725" spcFirstLastPara="1" rIns="60725" wrap="square" tIns="60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2" name="Google Shape;432;p44"/>
          <p:cNvSpPr/>
          <p:nvPr/>
        </p:nvSpPr>
        <p:spPr>
          <a:xfrm>
            <a:off x="196375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44"/>
          <p:cNvGrpSpPr/>
          <p:nvPr/>
        </p:nvGrpSpPr>
        <p:grpSpPr>
          <a:xfrm>
            <a:off x="1986659" y="3758825"/>
            <a:ext cx="105849" cy="108006"/>
            <a:chOff x="12889203" y="1739505"/>
            <a:chExt cx="197923" cy="201956"/>
          </a:xfrm>
        </p:grpSpPr>
        <p:grpSp>
          <p:nvGrpSpPr>
            <p:cNvPr id="434" name="Google Shape;434;p44"/>
            <p:cNvGrpSpPr/>
            <p:nvPr/>
          </p:nvGrpSpPr>
          <p:grpSpPr>
            <a:xfrm>
              <a:off x="12889203" y="1739505"/>
              <a:ext cx="197917" cy="201956"/>
              <a:chOff x="4996508" y="7413327"/>
              <a:chExt cx="375056" cy="382710"/>
            </a:xfrm>
          </p:grpSpPr>
          <p:sp>
            <p:nvSpPr>
              <p:cNvPr id="435" name="Google Shape;435;p44"/>
              <p:cNvSpPr/>
              <p:nvPr/>
            </p:nvSpPr>
            <p:spPr>
              <a:xfrm>
                <a:off x="4996508" y="7520486"/>
                <a:ext cx="84196" cy="168392"/>
              </a:xfrm>
              <a:custGeom>
                <a:rect b="b" l="l" r="r" t="t"/>
                <a:pathLst>
                  <a:path extrusionOk="0" h="286" w="142">
                    <a:moveTo>
                      <a:pt x="133" y="143"/>
                    </a:moveTo>
                    <a:cubicBezTo>
                      <a:pt x="133" y="122"/>
                      <a:pt x="136" y="102"/>
                      <a:pt x="142" y="83"/>
                    </a:cubicBezTo>
                    <a:lnTo>
                      <a:pt x="33" y="0"/>
                    </a:lnTo>
                    <a:cubicBezTo>
                      <a:pt x="12" y="43"/>
                      <a:pt x="0" y="91"/>
                      <a:pt x="0" y="143"/>
                    </a:cubicBezTo>
                    <a:cubicBezTo>
                      <a:pt x="0" y="194"/>
                      <a:pt x="12" y="243"/>
                      <a:pt x="33" y="286"/>
                    </a:cubicBezTo>
                    <a:lnTo>
                      <a:pt x="142" y="203"/>
                    </a:lnTo>
                    <a:cubicBezTo>
                      <a:pt x="136" y="184"/>
                      <a:pt x="133" y="164"/>
                      <a:pt x="133" y="143"/>
                    </a:cubicBezTo>
                  </a:path>
                </a:pathLst>
              </a:custGeom>
              <a:solidFill>
                <a:srgbClr val="F9B41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36" name="Google Shape;436;p44"/>
              <p:cNvSpPr/>
              <p:nvPr/>
            </p:nvSpPr>
            <p:spPr>
              <a:xfrm>
                <a:off x="5015644" y="7413327"/>
                <a:ext cx="302338" cy="156910"/>
              </a:xfrm>
              <a:custGeom>
                <a:rect b="b" l="l" r="r" t="t"/>
                <a:pathLst>
                  <a:path extrusionOk="0" h="264" w="505">
                    <a:moveTo>
                      <a:pt x="291" y="133"/>
                    </a:moveTo>
                    <a:cubicBezTo>
                      <a:pt x="337" y="133"/>
                      <a:pt x="378" y="149"/>
                      <a:pt x="410" y="175"/>
                    </a:cubicBezTo>
                    <a:lnTo>
                      <a:pt x="505" y="81"/>
                    </a:lnTo>
                    <a:cubicBezTo>
                      <a:pt x="447" y="31"/>
                      <a:pt x="374" y="0"/>
                      <a:pt x="291" y="0"/>
                    </a:cubicBezTo>
                    <a:cubicBezTo>
                      <a:pt x="163" y="0"/>
                      <a:pt x="53" y="74"/>
                      <a:pt x="0" y="181"/>
                    </a:cubicBezTo>
                    <a:lnTo>
                      <a:pt x="109" y="264"/>
                    </a:lnTo>
                    <a:cubicBezTo>
                      <a:pt x="135" y="188"/>
                      <a:pt x="206" y="133"/>
                      <a:pt x="291" y="133"/>
                    </a:cubicBezTo>
                    <a:close/>
                  </a:path>
                </a:pathLst>
              </a:custGeom>
              <a:solidFill>
                <a:srgbClr val="F0393A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37" name="Google Shape;437;p44"/>
              <p:cNvSpPr/>
              <p:nvPr/>
            </p:nvSpPr>
            <p:spPr>
              <a:xfrm>
                <a:off x="5015644" y="7642953"/>
                <a:ext cx="298513" cy="153084"/>
              </a:xfrm>
              <a:custGeom>
                <a:rect b="b" l="l" r="r" t="t"/>
                <a:pathLst>
                  <a:path extrusionOk="0" h="263" w="502">
                    <a:moveTo>
                      <a:pt x="291" y="131"/>
                    </a:moveTo>
                    <a:cubicBezTo>
                      <a:pt x="206" y="131"/>
                      <a:pt x="135" y="76"/>
                      <a:pt x="109" y="0"/>
                    </a:cubicBezTo>
                    <a:lnTo>
                      <a:pt x="0" y="83"/>
                    </a:lnTo>
                    <a:cubicBezTo>
                      <a:pt x="53" y="190"/>
                      <a:pt x="163" y="263"/>
                      <a:pt x="291" y="263"/>
                    </a:cubicBezTo>
                    <a:cubicBezTo>
                      <a:pt x="370" y="263"/>
                      <a:pt x="446" y="235"/>
                      <a:pt x="502" y="183"/>
                    </a:cubicBezTo>
                    <a:lnTo>
                      <a:pt x="399" y="103"/>
                    </a:lnTo>
                    <a:cubicBezTo>
                      <a:pt x="369" y="121"/>
                      <a:pt x="333" y="131"/>
                      <a:pt x="291" y="131"/>
                    </a:cubicBezTo>
                    <a:close/>
                  </a:path>
                </a:pathLst>
              </a:custGeom>
              <a:solidFill>
                <a:srgbClr val="3FB758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  <p:sp>
            <p:nvSpPr>
              <p:cNvPr id="438" name="Google Shape;438;p44"/>
              <p:cNvSpPr/>
              <p:nvPr/>
            </p:nvSpPr>
            <p:spPr>
              <a:xfrm>
                <a:off x="5187863" y="7570237"/>
                <a:ext cx="183701" cy="179873"/>
              </a:xfrm>
              <a:custGeom>
                <a:rect b="b" l="l" r="r" t="t"/>
                <a:pathLst>
                  <a:path extrusionOk="0" h="302" w="309">
                    <a:moveTo>
                      <a:pt x="309" y="59"/>
                    </a:moveTo>
                    <a:cubicBezTo>
                      <a:pt x="309" y="40"/>
                      <a:pt x="306" y="19"/>
                      <a:pt x="302" y="0"/>
                    </a:cubicBezTo>
                    <a:lnTo>
                      <a:pt x="0" y="0"/>
                    </a:lnTo>
                    <a:lnTo>
                      <a:pt x="0" y="125"/>
                    </a:lnTo>
                    <a:lnTo>
                      <a:pt x="174" y="125"/>
                    </a:lnTo>
                    <a:cubicBezTo>
                      <a:pt x="165" y="168"/>
                      <a:pt x="141" y="200"/>
                      <a:pt x="108" y="222"/>
                    </a:cubicBezTo>
                    <a:lnTo>
                      <a:pt x="211" y="302"/>
                    </a:lnTo>
                    <a:cubicBezTo>
                      <a:pt x="271" y="247"/>
                      <a:pt x="309" y="164"/>
                      <a:pt x="309" y="59"/>
                    </a:cubicBezTo>
                    <a:close/>
                  </a:path>
                </a:pathLst>
              </a:custGeom>
              <a:solidFill>
                <a:srgbClr val="5277C4"/>
              </a:solidFill>
              <a:ln>
                <a:noFill/>
              </a:ln>
            </p:spPr>
            <p:txBody>
              <a:bodyPr anchorCtr="0" anchor="t" bIns="4575" lIns="9175" spcFirstLastPara="1" rIns="9175" wrap="square" tIns="457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0" sz="100" u="none">
                  <a:solidFill>
                    <a:srgbClr val="000000"/>
                  </a:solidFill>
                  <a:latin typeface="Nunito Medium"/>
                  <a:ea typeface="Nunito Medium"/>
                  <a:cs typeface="Nunito Medium"/>
                  <a:sym typeface="Nunito Medium"/>
                </a:endParaRPr>
              </a:p>
            </p:txBody>
          </p:sp>
        </p:grpSp>
        <p:sp>
          <p:nvSpPr>
            <p:cNvPr id="439" name="Google Shape;439;p44"/>
            <p:cNvSpPr/>
            <p:nvPr/>
          </p:nvSpPr>
          <p:spPr>
            <a:xfrm>
              <a:off x="12990186" y="1822314"/>
              <a:ext cx="96939" cy="94919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5277C4"/>
            </a:solidFill>
            <a:ln>
              <a:noFill/>
            </a:ln>
          </p:spPr>
          <p:txBody>
            <a:bodyPr anchorCtr="0" anchor="t" bIns="4575" lIns="9175" spcFirstLastPara="1" rIns="9175" wrap="square" tIns="45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00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grpSp>
        <p:nvGrpSpPr>
          <p:cNvPr id="440" name="Google Shape;440;p44"/>
          <p:cNvGrpSpPr/>
          <p:nvPr/>
        </p:nvGrpSpPr>
        <p:grpSpPr>
          <a:xfrm>
            <a:off x="7844682" y="1394505"/>
            <a:ext cx="157056" cy="199654"/>
            <a:chOff x="3731750" y="3001050"/>
            <a:chExt cx="1526300" cy="1940275"/>
          </a:xfrm>
        </p:grpSpPr>
        <p:sp>
          <p:nvSpPr>
            <p:cNvPr id="441" name="Google Shape;441;p44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4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75225" lIns="75225" spcFirstLastPara="1" rIns="75225" wrap="square" tIns="75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3" name="Google Shape;443;p44"/>
          <p:cNvSpPr/>
          <p:nvPr/>
        </p:nvSpPr>
        <p:spPr>
          <a:xfrm>
            <a:off x="3299325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3324200" y="3772925"/>
            <a:ext cx="103100" cy="79801"/>
          </a:xfrm>
          <a:custGeom>
            <a:rect b="b" l="l" r="r" t="t"/>
            <a:pathLst>
              <a:path extrusionOk="0" h="553" w="711">
                <a:moveTo>
                  <a:pt x="637" y="427"/>
                </a:moveTo>
                <a:lnTo>
                  <a:pt x="74" y="427"/>
                </a:lnTo>
                <a:cubicBezTo>
                  <a:pt x="70" y="427"/>
                  <a:pt x="66" y="423"/>
                  <a:pt x="66" y="419"/>
                </a:cubicBezTo>
                <a:lnTo>
                  <a:pt x="66" y="66"/>
                </a:lnTo>
                <a:cubicBezTo>
                  <a:pt x="66" y="61"/>
                  <a:pt x="70" y="57"/>
                  <a:pt x="74" y="57"/>
                </a:cubicBezTo>
                <a:lnTo>
                  <a:pt x="637" y="57"/>
                </a:lnTo>
                <a:cubicBezTo>
                  <a:pt x="641" y="57"/>
                  <a:pt x="645" y="61"/>
                  <a:pt x="645" y="66"/>
                </a:cubicBezTo>
                <a:lnTo>
                  <a:pt x="645" y="419"/>
                </a:lnTo>
                <a:cubicBezTo>
                  <a:pt x="645" y="423"/>
                  <a:pt x="641" y="427"/>
                  <a:pt x="637" y="427"/>
                </a:cubicBezTo>
                <a:moveTo>
                  <a:pt x="711" y="424"/>
                </a:moveTo>
                <a:lnTo>
                  <a:pt x="711" y="51"/>
                </a:lnTo>
                <a:cubicBezTo>
                  <a:pt x="711" y="23"/>
                  <a:pt x="688" y="0"/>
                  <a:pt x="660" y="0"/>
                </a:cubicBezTo>
                <a:lnTo>
                  <a:pt x="51" y="0"/>
                </a:lnTo>
                <a:cubicBezTo>
                  <a:pt x="23" y="0"/>
                  <a:pt x="0" y="23"/>
                  <a:pt x="0" y="51"/>
                </a:cubicBezTo>
                <a:lnTo>
                  <a:pt x="0" y="509"/>
                </a:lnTo>
                <a:cubicBezTo>
                  <a:pt x="1" y="534"/>
                  <a:pt x="21" y="553"/>
                  <a:pt x="45" y="553"/>
                </a:cubicBezTo>
                <a:lnTo>
                  <a:pt x="666" y="553"/>
                </a:lnTo>
                <a:cubicBezTo>
                  <a:pt x="690" y="553"/>
                  <a:pt x="710" y="534"/>
                  <a:pt x="711" y="509"/>
                </a:cubicBezTo>
                <a:lnTo>
                  <a:pt x="711" y="424"/>
                </a:lnTo>
              </a:path>
            </a:pathLst>
          </a:custGeom>
          <a:solidFill>
            <a:srgbClr val="2DB7B6"/>
          </a:solidFill>
          <a:ln>
            <a:noFill/>
          </a:ln>
        </p:spPr>
        <p:txBody>
          <a:bodyPr anchorCtr="0" anchor="t" bIns="8575" lIns="17150" spcFirstLastPara="1" rIns="17150" wrap="square" tIns="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00" u="none">
              <a:solidFill>
                <a:srgbClr val="000000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4775775" y="1565350"/>
            <a:ext cx="2007600" cy="7500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91425" lIns="91425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73</a:t>
            </a:r>
            <a:r>
              <a:rPr b="1" lang="es" sz="1000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 envíos de Mail</a:t>
            </a:r>
            <a:endParaRPr b="1" sz="1000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46" name="Google Shape;446;p44"/>
          <p:cNvSpPr/>
          <p:nvPr/>
        </p:nvSpPr>
        <p:spPr>
          <a:xfrm>
            <a:off x="5544959" y="1321751"/>
            <a:ext cx="395400" cy="344700"/>
          </a:xfrm>
          <a:prstGeom prst="ellipse">
            <a:avLst/>
          </a:prstGeom>
          <a:solidFill>
            <a:srgbClr val="F3F3F3"/>
          </a:solidFill>
          <a:ln cap="flat" cmpd="sng" w="201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575" lIns="64575" spcFirstLastPara="1" rIns="64575" wrap="square" tIns="64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89"/>
          </a:p>
        </p:txBody>
      </p:sp>
      <p:sp>
        <p:nvSpPr>
          <p:cNvPr id="447" name="Google Shape;447;p44"/>
          <p:cNvSpPr/>
          <p:nvPr/>
        </p:nvSpPr>
        <p:spPr>
          <a:xfrm>
            <a:off x="5647636" y="1415443"/>
            <a:ext cx="189740" cy="165354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213B55"/>
          </a:solidFill>
          <a:ln>
            <a:noFill/>
          </a:ln>
        </p:spPr>
        <p:txBody>
          <a:bodyPr anchorCtr="0" anchor="ctr" bIns="97200" lIns="97200" spcFirstLastPara="1" rIns="97200" wrap="square" tIns="9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8" name="Google Shape;448;p44"/>
          <p:cNvCxnSpPr/>
          <p:nvPr/>
        </p:nvCxnSpPr>
        <p:spPr>
          <a:xfrm flipH="1" rot="10800000">
            <a:off x="4953411" y="2572609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49" name="Google Shape;449;p44"/>
          <p:cNvSpPr/>
          <p:nvPr/>
        </p:nvSpPr>
        <p:spPr>
          <a:xfrm>
            <a:off x="4748401" y="2090629"/>
            <a:ext cx="2046000" cy="11559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97200" lIns="97200" spcFirstLastPara="1" rIns="97200" wrap="square" tIns="9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2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Mails entregados:</a:t>
            </a:r>
            <a:endParaRPr b="1" sz="12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9"/>
              <a:buFont typeface="Arial"/>
              <a:buNone/>
            </a:pPr>
            <a:r>
              <a:rPr b="1" lang="es" sz="18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2.407.173</a:t>
            </a:r>
            <a:endParaRPr b="1" sz="18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0" name="Google Shape;450;p44"/>
          <p:cNvSpPr txBox="1"/>
          <p:nvPr/>
        </p:nvSpPr>
        <p:spPr>
          <a:xfrm>
            <a:off x="4907072" y="2899339"/>
            <a:ext cx="17634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38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Aperturas:</a:t>
            </a:r>
            <a:endParaRPr sz="638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631.920</a:t>
            </a:r>
            <a:r>
              <a:rPr b="1" lang="es" sz="1276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(26%)</a:t>
            </a:r>
            <a:endParaRPr b="1" sz="1276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51" name="Google Shape;451;p44"/>
          <p:cNvCxnSpPr/>
          <p:nvPr/>
        </p:nvCxnSpPr>
        <p:spPr>
          <a:xfrm flipH="1" rot="10800000">
            <a:off x="4907062" y="2823278"/>
            <a:ext cx="1759200" cy="3000"/>
          </a:xfrm>
          <a:prstGeom prst="straightConnector1">
            <a:avLst/>
          </a:prstGeom>
          <a:noFill/>
          <a:ln cap="flat" cmpd="sng" w="101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452" name="Google Shape;452;p44"/>
          <p:cNvSpPr txBox="1"/>
          <p:nvPr/>
        </p:nvSpPr>
        <p:spPr>
          <a:xfrm>
            <a:off x="7100355" y="28972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Contactados: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7.308</a:t>
            </a: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(37%)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5854525" y="3554722"/>
            <a:ext cx="1840800" cy="581400"/>
          </a:xfrm>
          <a:prstGeom prst="roundRect">
            <a:avLst>
              <a:gd fmla="val 15362" name="adj"/>
            </a:avLst>
          </a:prstGeom>
          <a:solidFill>
            <a:srgbClr val="213B55"/>
          </a:solidFill>
          <a:ln>
            <a:noFill/>
          </a:ln>
        </p:spPr>
        <p:txBody>
          <a:bodyPr anchorCtr="0" anchor="ctr" bIns="70900" lIns="70900" spcFirstLastPara="1" rIns="709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3 </a:t>
            </a:r>
            <a:r>
              <a:rPr b="1" lang="es" sz="775">
                <a:solidFill>
                  <a:srgbClr val="FFD300"/>
                </a:solidFill>
                <a:latin typeface="Archivo"/>
                <a:ea typeface="Archivo"/>
                <a:cs typeface="Archivo"/>
                <a:sym typeface="Archivo"/>
              </a:rPr>
              <a:t>envíos de SMS</a:t>
            </a:r>
            <a:endParaRPr b="1" sz="775">
              <a:solidFill>
                <a:srgbClr val="FFD3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4" name="Google Shape;454;p44"/>
          <p:cNvSpPr/>
          <p:nvPr/>
        </p:nvSpPr>
        <p:spPr>
          <a:xfrm>
            <a:off x="5856218" y="3964561"/>
            <a:ext cx="1840800" cy="1001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t" bIns="70900" lIns="70900" spcFirstLastPara="1" rIns="70900" wrap="square" tIns="69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11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SMS entregados:</a:t>
            </a:r>
            <a:endParaRPr b="1" sz="65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3"/>
              <a:buFont typeface="Arial"/>
              <a:buNone/>
            </a:pPr>
            <a:r>
              <a:rPr b="1" lang="es" sz="156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3.614</a:t>
            </a:r>
            <a:endParaRPr b="1" sz="156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5" name="Google Shape;455;p44"/>
          <p:cNvSpPr/>
          <p:nvPr/>
        </p:nvSpPr>
        <p:spPr>
          <a:xfrm>
            <a:off x="6601765" y="3373117"/>
            <a:ext cx="362700" cy="310800"/>
          </a:xfrm>
          <a:prstGeom prst="ellipse">
            <a:avLst/>
          </a:prstGeom>
          <a:solidFill>
            <a:srgbClr val="F3F3F3"/>
          </a:solidFill>
          <a:ln cap="flat" cmpd="sng" w="147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100" lIns="47100" spcFirstLastPara="1" rIns="47100" wrap="square" tIns="47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51">
              <a:solidFill>
                <a:srgbClr val="213B55"/>
              </a:solidFill>
            </a:endParaRPr>
          </a:p>
        </p:txBody>
      </p:sp>
      <p:cxnSp>
        <p:nvCxnSpPr>
          <p:cNvPr id="456" name="Google Shape;456;p44"/>
          <p:cNvCxnSpPr/>
          <p:nvPr/>
        </p:nvCxnSpPr>
        <p:spPr>
          <a:xfrm flipH="1" rot="10800000">
            <a:off x="5996581" y="4539353"/>
            <a:ext cx="1556700" cy="2400"/>
          </a:xfrm>
          <a:prstGeom prst="straightConnector1">
            <a:avLst/>
          </a:prstGeom>
          <a:noFill/>
          <a:ln cap="flat" cmpd="sng" w="7400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457" name="Google Shape;457;p44" title="charl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6639" y="3441435"/>
            <a:ext cx="199450" cy="19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4"/>
          <p:cNvSpPr/>
          <p:nvPr/>
        </p:nvSpPr>
        <p:spPr>
          <a:xfrm>
            <a:off x="167221" y="3709012"/>
            <a:ext cx="1334700" cy="4374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213B55"/>
          </a:solidFill>
          <a:ln>
            <a:noFill/>
          </a:ln>
        </p:spPr>
        <p:txBody>
          <a:bodyPr anchorCtr="0" anchor="t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1">
                <a:solidFill>
                  <a:srgbClr val="D0D7E2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b="1" sz="731">
              <a:solidFill>
                <a:srgbClr val="D0D7E2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59" name="Google Shape;459;p44"/>
          <p:cNvSpPr/>
          <p:nvPr/>
        </p:nvSpPr>
        <p:spPr>
          <a:xfrm>
            <a:off x="167227" y="3903928"/>
            <a:ext cx="1334700" cy="5487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66775" lIns="66775" spcFirstLastPara="1" rIns="66775" wrap="square" tIns="26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584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Impresiones:</a:t>
            </a:r>
            <a:endParaRPr b="1" sz="584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4"/>
              <a:buFont typeface="Arial"/>
              <a:buNone/>
            </a:pPr>
            <a:r>
              <a:rPr b="1" lang="es" sz="1315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28.005.174</a:t>
            </a:r>
            <a:endParaRPr b="1" sz="1315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60" name="Google Shape;460;p44"/>
          <p:cNvSpPr/>
          <p:nvPr/>
        </p:nvSpPr>
        <p:spPr>
          <a:xfrm>
            <a:off x="530900" y="3736875"/>
            <a:ext cx="151800" cy="151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1" name="Google Shape;461;p44" title="meta-12361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00" y="3753775"/>
            <a:ext cx="118000" cy="11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4"/>
          <p:cNvSpPr txBox="1"/>
          <p:nvPr/>
        </p:nvSpPr>
        <p:spPr>
          <a:xfrm>
            <a:off x="5945580" y="4619862"/>
            <a:ext cx="17016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Clics en enlace</a:t>
            </a:r>
            <a:r>
              <a:rPr lang="es" sz="6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endParaRPr sz="6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88</a:t>
            </a:r>
            <a:r>
              <a:rPr b="1" lang="es" sz="1100">
                <a:solidFill>
                  <a:srgbClr val="213B55"/>
                </a:solidFill>
                <a:latin typeface="Archivo"/>
                <a:ea typeface="Archivo"/>
                <a:cs typeface="Archivo"/>
                <a:sym typeface="Archivo"/>
              </a:rPr>
              <a:t> (2%)</a:t>
            </a:r>
            <a:endParaRPr b="1" sz="1100">
              <a:solidFill>
                <a:srgbClr val="213B5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5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5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0" name="Google Shape;470;p45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71" name="Google Shape;471;p45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2" name="Google Shape;472;p45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473" name="Google Shape;473;p45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5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5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6" name="Google Shape;476;p45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Uno a uno en barrios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7" name="Google Shape;477;p45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Semana JM</a:t>
            </a:r>
            <a:endParaRPr sz="22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6"/>
          <p:cNvSpPr/>
          <p:nvPr/>
        </p:nvSpPr>
        <p:spPr>
          <a:xfrm>
            <a:off x="2317399" y="2033025"/>
            <a:ext cx="1408200" cy="1689600"/>
          </a:xfrm>
          <a:prstGeom prst="roundRect">
            <a:avLst>
              <a:gd fmla="val 6140" name="adj"/>
            </a:avLst>
          </a:prstGeom>
          <a:solidFill>
            <a:srgbClr val="E7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6"/>
          <p:cNvSpPr/>
          <p:nvPr/>
        </p:nvSpPr>
        <p:spPr>
          <a:xfrm>
            <a:off x="2427119" y="2142752"/>
            <a:ext cx="237600" cy="237600"/>
          </a:xfrm>
          <a:prstGeom prst="ellipse">
            <a:avLst/>
          </a:prstGeom>
          <a:solidFill>
            <a:srgbClr val="9FD9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484" name="Google Shape;48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267" y="2183900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6"/>
          <p:cNvSpPr/>
          <p:nvPr/>
        </p:nvSpPr>
        <p:spPr>
          <a:xfrm>
            <a:off x="2719732" y="2142754"/>
            <a:ext cx="92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6" name="Google Shape;486;p46"/>
          <p:cNvSpPr/>
          <p:nvPr/>
        </p:nvSpPr>
        <p:spPr>
          <a:xfrm>
            <a:off x="457200" y="4001044"/>
            <a:ext cx="8321100" cy="777300"/>
          </a:xfrm>
          <a:prstGeom prst="roundRect">
            <a:avLst>
              <a:gd fmla="val 11765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7" name="Google Shape;487;p46"/>
          <p:cNvSpPr/>
          <p:nvPr/>
        </p:nvSpPr>
        <p:spPr>
          <a:xfrm>
            <a:off x="658368" y="4119916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PRE + POST</a:t>
            </a:r>
            <a:endParaRPr i="0" sz="7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8" name="Google Shape;488;p46"/>
          <p:cNvSpPr/>
          <p:nvPr/>
        </p:nvSpPr>
        <p:spPr>
          <a:xfrm>
            <a:off x="658368" y="4249821"/>
            <a:ext cx="1783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s" sz="12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Resultados parciales</a:t>
            </a:r>
            <a:endParaRPr i="0" sz="12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89" name="Google Shape;489;p46"/>
          <p:cNvSpPr/>
          <p:nvPr/>
        </p:nvSpPr>
        <p:spPr>
          <a:xfrm>
            <a:off x="658368" y="4487565"/>
            <a:ext cx="1737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800"/>
              <a:buFont typeface="Archivo"/>
              <a:buNone/>
            </a:pPr>
            <a:r>
              <a:rPr b="1" i="1" lang="es" sz="8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Fecha de fin: 24/08</a:t>
            </a:r>
            <a:endParaRPr b="1" i="0" sz="8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0" name="Google Shape;490;p46"/>
          <p:cNvSpPr/>
          <p:nvPr/>
        </p:nvSpPr>
        <p:spPr>
          <a:xfrm>
            <a:off x="251460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1" name="Google Shape;491;p46"/>
          <p:cNvSpPr/>
          <p:nvPr/>
        </p:nvSpPr>
        <p:spPr>
          <a:xfrm>
            <a:off x="251460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 sz="12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55.255</a:t>
            </a:r>
            <a:endParaRPr b="1" sz="125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253288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3" name="Google Shape;493;p46"/>
          <p:cNvSpPr/>
          <p:nvPr/>
        </p:nvSpPr>
        <p:spPr>
          <a:xfrm>
            <a:off x="374904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6"/>
          <p:cNvSpPr/>
          <p:nvPr/>
        </p:nvSpPr>
        <p:spPr>
          <a:xfrm>
            <a:off x="374904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chivo"/>
              <a:buNone/>
            </a:pPr>
            <a:r>
              <a:rPr b="1" lang="es" sz="125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377.997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5" name="Google Shape;495;p46"/>
          <p:cNvSpPr/>
          <p:nvPr/>
        </p:nvSpPr>
        <p:spPr>
          <a:xfrm>
            <a:off x="376732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i="0" lang="es" sz="700" u="none" cap="none" strike="noStrike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6" name="Google Shape;496;p46"/>
          <p:cNvSpPr/>
          <p:nvPr/>
        </p:nvSpPr>
        <p:spPr>
          <a:xfrm>
            <a:off x="498348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498348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chivo"/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6,8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8" name="Google Shape;498;p46"/>
          <p:cNvSpPr/>
          <p:nvPr/>
        </p:nvSpPr>
        <p:spPr>
          <a:xfrm>
            <a:off x="500176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7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9" name="Google Shape;499;p46"/>
          <p:cNvSpPr/>
          <p:nvPr/>
        </p:nvSpPr>
        <p:spPr>
          <a:xfrm>
            <a:off x="621792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6"/>
          <p:cNvSpPr/>
          <p:nvPr/>
        </p:nvSpPr>
        <p:spPr>
          <a:xfrm>
            <a:off x="621792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138.143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1" name="Google Shape;501;p46"/>
          <p:cNvSpPr/>
          <p:nvPr/>
        </p:nvSpPr>
        <p:spPr>
          <a:xfrm>
            <a:off x="623620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2" name="Google Shape;502;p46"/>
          <p:cNvSpPr/>
          <p:nvPr/>
        </p:nvSpPr>
        <p:spPr>
          <a:xfrm>
            <a:off x="7452360" y="4101628"/>
            <a:ext cx="1143000" cy="576000"/>
          </a:xfrm>
          <a:prstGeom prst="roundRect">
            <a:avLst>
              <a:gd fmla="val 9524" name="adj"/>
            </a:avLst>
          </a:prstGeom>
          <a:solidFill>
            <a:srgbClr val="20465C"/>
          </a:solidFill>
          <a:ln cap="flat" cmpd="sng" w="9525">
            <a:solidFill>
              <a:srgbClr val="8DE2D6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46"/>
          <p:cNvSpPr/>
          <p:nvPr/>
        </p:nvSpPr>
        <p:spPr>
          <a:xfrm>
            <a:off x="7452360" y="4165947"/>
            <a:ext cx="1143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chivo"/>
              <a:buNone/>
            </a:pPr>
            <a:r>
              <a:rPr b="1" lang="es" sz="1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1.472</a:t>
            </a:r>
            <a:endParaRPr b="1" sz="1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04" name="Google Shape;504;p46"/>
          <p:cNvSpPr/>
          <p:nvPr/>
        </p:nvSpPr>
        <p:spPr>
          <a:xfrm>
            <a:off x="7470648" y="4467699"/>
            <a:ext cx="1106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700"/>
              <a:buFont typeface="Archivo"/>
              <a:buNone/>
            </a:pPr>
            <a:r>
              <a:rPr lang="es" sz="7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05" name="Google Shape;505;p46"/>
          <p:cNvCxnSpPr/>
          <p:nvPr/>
        </p:nvCxnSpPr>
        <p:spPr>
          <a:xfrm>
            <a:off x="4927033" y="1396672"/>
            <a:ext cx="1822200" cy="0"/>
          </a:xfrm>
          <a:prstGeom prst="straightConnector1">
            <a:avLst/>
          </a:prstGeom>
          <a:noFill/>
          <a:ln cap="flat" cmpd="sng" w="9525">
            <a:solidFill>
              <a:srgbClr val="1B3F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6"/>
          <p:cNvCxnSpPr/>
          <p:nvPr/>
        </p:nvCxnSpPr>
        <p:spPr>
          <a:xfrm>
            <a:off x="2474083" y="1396672"/>
            <a:ext cx="182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7" name="Google Shape;507;p46"/>
          <p:cNvSpPr/>
          <p:nvPr/>
        </p:nvSpPr>
        <p:spPr>
          <a:xfrm>
            <a:off x="2245483" y="947647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6923" y="1039087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6"/>
          <p:cNvSpPr/>
          <p:nvPr/>
        </p:nvSpPr>
        <p:spPr>
          <a:xfrm>
            <a:off x="2830699" y="801193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lang="es" sz="1800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128</a:t>
            </a:r>
            <a:endParaRPr i="0" sz="18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10" name="Google Shape;510;p46"/>
          <p:cNvSpPr/>
          <p:nvPr/>
        </p:nvSpPr>
        <p:spPr>
          <a:xfrm>
            <a:off x="2839843" y="1185241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9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1" name="Google Shape;511;p46"/>
          <p:cNvSpPr/>
          <p:nvPr/>
        </p:nvSpPr>
        <p:spPr>
          <a:xfrm>
            <a:off x="4734437" y="951810"/>
            <a:ext cx="457200" cy="457200"/>
          </a:xfrm>
          <a:prstGeom prst="roundRect">
            <a:avLst>
              <a:gd fmla="val 1400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7589" y="102496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6"/>
          <p:cNvSpPr/>
          <p:nvPr/>
        </p:nvSpPr>
        <p:spPr>
          <a:xfrm>
            <a:off x="5319653" y="826655"/>
            <a:ext cx="190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2300"/>
              <a:buFont typeface="Archivo"/>
              <a:buNone/>
            </a:pPr>
            <a:r>
              <a:rPr lang="es" sz="1800">
                <a:solidFill>
                  <a:srgbClr val="153245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10</a:t>
            </a:r>
            <a:endParaRPr i="0" sz="1800" u="none" cap="none" strike="noStrik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14" name="Google Shape;514;p46"/>
          <p:cNvSpPr/>
          <p:nvPr/>
        </p:nvSpPr>
        <p:spPr>
          <a:xfrm>
            <a:off x="5328797" y="1210703"/>
            <a:ext cx="1902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80"/>
              <a:buFont typeface="Archivo"/>
              <a:buNone/>
            </a:pPr>
            <a:r>
              <a:rPr i="0" lang="es" sz="9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i="0" sz="9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15" name="Google Shape;515;p46"/>
          <p:cNvSpPr/>
          <p:nvPr/>
        </p:nvSpPr>
        <p:spPr>
          <a:xfrm>
            <a:off x="274775" y="316622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6" name="Google Shape;516;p46"/>
          <p:cNvGrpSpPr/>
          <p:nvPr/>
        </p:nvGrpSpPr>
        <p:grpSpPr>
          <a:xfrm>
            <a:off x="376133" y="394297"/>
            <a:ext cx="190480" cy="211556"/>
            <a:chOff x="2169088" y="811743"/>
            <a:chExt cx="3848087" cy="4273857"/>
          </a:xfrm>
        </p:grpSpPr>
        <p:sp>
          <p:nvSpPr>
            <p:cNvPr id="517" name="Google Shape;517;p4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9" name="Google Shape;519;p46"/>
          <p:cNvSpPr txBox="1"/>
          <p:nvPr/>
        </p:nvSpPr>
        <p:spPr>
          <a:xfrm>
            <a:off x="740400" y="335700"/>
            <a:ext cx="5548200" cy="30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Uno a uno en Parque Avellaneda (12/08)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20" name="Google Shape;520;p46"/>
          <p:cNvSpPr/>
          <p:nvPr/>
        </p:nvSpPr>
        <p:spPr>
          <a:xfrm>
            <a:off x="556448" y="1698327"/>
            <a:ext cx="4572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1" name="Google Shape;521;p46"/>
          <p:cNvSpPr/>
          <p:nvPr/>
        </p:nvSpPr>
        <p:spPr>
          <a:xfrm>
            <a:off x="556448" y="1698327"/>
            <a:ext cx="457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6"/>
          <p:cNvSpPr/>
          <p:nvPr/>
        </p:nvSpPr>
        <p:spPr>
          <a:xfrm>
            <a:off x="1061268" y="1680041"/>
            <a:ext cx="106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Convocatoria</a:t>
            </a:r>
            <a:r>
              <a:rPr i="0" lang="es" sz="85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3" name="Google Shape;523;p46"/>
          <p:cNvSpPr/>
          <p:nvPr/>
        </p:nvSpPr>
        <p:spPr>
          <a:xfrm>
            <a:off x="4375036" y="1698327"/>
            <a:ext cx="512100" cy="219600"/>
          </a:xfrm>
          <a:prstGeom prst="roundRect">
            <a:avLst>
              <a:gd fmla="val 20833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24" name="Google Shape;524;p46"/>
          <p:cNvSpPr/>
          <p:nvPr/>
        </p:nvSpPr>
        <p:spPr>
          <a:xfrm>
            <a:off x="4375036" y="1698327"/>
            <a:ext cx="5121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chivo"/>
              <a:buNone/>
            </a:pPr>
            <a:r>
              <a:rPr b="1" i="0" lang="es" sz="750" u="none" cap="none" strike="noStrike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4960248" y="1680041"/>
            <a:ext cx="649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0" lang="es" sz="12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Difusió</a:t>
            </a: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n</a:t>
            </a:r>
            <a:endParaRPr i="0" sz="12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526" name="Google Shape;526;p46"/>
          <p:cNvCxnSpPr/>
          <p:nvPr/>
        </p:nvCxnSpPr>
        <p:spPr>
          <a:xfrm>
            <a:off x="4189592" y="1584691"/>
            <a:ext cx="0" cy="209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27" name="Google Shape;527;p46"/>
          <p:cNvSpPr/>
          <p:nvPr/>
        </p:nvSpPr>
        <p:spPr>
          <a:xfrm>
            <a:off x="855484" y="2033879"/>
            <a:ext cx="1408200" cy="1689600"/>
          </a:xfrm>
          <a:prstGeom prst="roundRect">
            <a:avLst>
              <a:gd fmla="val 6140" name="adj"/>
            </a:avLst>
          </a:prstGeom>
          <a:solidFill>
            <a:srgbClr val="EA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6"/>
          <p:cNvSpPr/>
          <p:nvPr/>
        </p:nvSpPr>
        <p:spPr>
          <a:xfrm>
            <a:off x="965196" y="2128869"/>
            <a:ext cx="237600" cy="2376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29" name="Google Shape;529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0916" y="2174517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6"/>
          <p:cNvSpPr/>
          <p:nvPr/>
        </p:nvSpPr>
        <p:spPr>
          <a:xfrm>
            <a:off x="1257809" y="2128879"/>
            <a:ext cx="95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1" name="Google Shape;531;p46"/>
          <p:cNvSpPr/>
          <p:nvPr/>
        </p:nvSpPr>
        <p:spPr>
          <a:xfrm>
            <a:off x="983485" y="2491079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2" name="Google Shape;532;p46"/>
          <p:cNvSpPr/>
          <p:nvPr/>
        </p:nvSpPr>
        <p:spPr>
          <a:xfrm>
            <a:off x="983507" y="2653752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21.401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3" name="Google Shape;533;p46"/>
          <p:cNvSpPr/>
          <p:nvPr/>
        </p:nvSpPr>
        <p:spPr>
          <a:xfrm>
            <a:off x="983485" y="2861655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4" name="Google Shape;534;p46"/>
          <p:cNvSpPr/>
          <p:nvPr/>
        </p:nvSpPr>
        <p:spPr>
          <a:xfrm>
            <a:off x="983507" y="3024328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65.554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5" name="Google Shape;535;p46"/>
          <p:cNvSpPr/>
          <p:nvPr/>
        </p:nvSpPr>
        <p:spPr>
          <a:xfrm>
            <a:off x="983496" y="3243380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6" name="Google Shape;536;p46"/>
          <p:cNvSpPr/>
          <p:nvPr/>
        </p:nvSpPr>
        <p:spPr>
          <a:xfrm>
            <a:off x="983517" y="3406054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1.324 </a:t>
            </a:r>
            <a:r>
              <a:rPr b="1"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(2,02%)</a:t>
            </a:r>
            <a:endParaRPr b="1" sz="125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7" name="Google Shape;537;p46"/>
          <p:cNvSpPr/>
          <p:nvPr/>
        </p:nvSpPr>
        <p:spPr>
          <a:xfrm>
            <a:off x="2445391" y="2490504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8" name="Google Shape;538;p46"/>
          <p:cNvSpPr/>
          <p:nvPr/>
        </p:nvSpPr>
        <p:spPr>
          <a:xfrm>
            <a:off x="2445413" y="2653177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86.572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9" name="Google Shape;539;p46"/>
          <p:cNvSpPr/>
          <p:nvPr/>
        </p:nvSpPr>
        <p:spPr>
          <a:xfrm>
            <a:off x="2445391" y="2861080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0" name="Google Shape;540;p46"/>
          <p:cNvSpPr/>
          <p:nvPr/>
        </p:nvSpPr>
        <p:spPr>
          <a:xfrm>
            <a:off x="2445413" y="3023753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148 </a:t>
            </a:r>
            <a:r>
              <a:rPr b="1" lang="es" sz="7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(0,17 %)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1" name="Google Shape;541;p46"/>
          <p:cNvSpPr/>
          <p:nvPr/>
        </p:nvSpPr>
        <p:spPr>
          <a:xfrm>
            <a:off x="2175408" y="1656900"/>
            <a:ext cx="1874400" cy="2925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46"/>
          <p:cNvSpPr/>
          <p:nvPr/>
        </p:nvSpPr>
        <p:spPr>
          <a:xfrm>
            <a:off x="2216363" y="1696875"/>
            <a:ext cx="178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lang="es" sz="70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TR 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Programmatic:</a:t>
            </a:r>
            <a:r>
              <a:rPr lang="es" sz="70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CTR 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1,34%</a:t>
            </a:r>
            <a:endParaRPr i="0" sz="70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3" name="Google Shape;543;p46"/>
          <p:cNvSpPr/>
          <p:nvPr/>
        </p:nvSpPr>
        <p:spPr>
          <a:xfrm>
            <a:off x="4344947" y="2033604"/>
            <a:ext cx="1408200" cy="1689600"/>
          </a:xfrm>
          <a:prstGeom prst="roundRect">
            <a:avLst>
              <a:gd fmla="val 6140" name="adj"/>
            </a:avLst>
          </a:prstGeom>
          <a:solidFill>
            <a:srgbClr val="EA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6"/>
          <p:cNvSpPr/>
          <p:nvPr/>
        </p:nvSpPr>
        <p:spPr>
          <a:xfrm>
            <a:off x="4454659" y="2128594"/>
            <a:ext cx="237600" cy="237600"/>
          </a:xfrm>
          <a:prstGeom prst="ellipse">
            <a:avLst/>
          </a:prstGeom>
          <a:solidFill>
            <a:srgbClr val="8FC4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45" name="Google Shape;545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00379" y="217424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6"/>
          <p:cNvSpPr/>
          <p:nvPr/>
        </p:nvSpPr>
        <p:spPr>
          <a:xfrm>
            <a:off x="4747272" y="2128604"/>
            <a:ext cx="951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7" name="Google Shape;547;p46"/>
          <p:cNvSpPr/>
          <p:nvPr/>
        </p:nvSpPr>
        <p:spPr>
          <a:xfrm>
            <a:off x="4472949" y="2490804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ALCANCE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8" name="Google Shape;548;p46"/>
          <p:cNvSpPr/>
          <p:nvPr/>
        </p:nvSpPr>
        <p:spPr>
          <a:xfrm>
            <a:off x="4472970" y="2653477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44.296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9" name="Google Shape;549;p46"/>
          <p:cNvSpPr/>
          <p:nvPr/>
        </p:nvSpPr>
        <p:spPr>
          <a:xfrm>
            <a:off x="5806854" y="2033029"/>
            <a:ext cx="1408200" cy="1689600"/>
          </a:xfrm>
          <a:prstGeom prst="roundRect">
            <a:avLst>
              <a:gd fmla="val 6140" name="adj"/>
            </a:avLst>
          </a:prstGeom>
          <a:solidFill>
            <a:srgbClr val="FD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2FA36B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0" name="Google Shape;550;p46"/>
          <p:cNvSpPr/>
          <p:nvPr/>
        </p:nvSpPr>
        <p:spPr>
          <a:xfrm>
            <a:off x="5916576" y="2142752"/>
            <a:ext cx="237600" cy="237600"/>
          </a:xfrm>
          <a:prstGeom prst="ellipse">
            <a:avLst/>
          </a:pr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51" name="Google Shape;55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62296" y="2188472"/>
            <a:ext cx="146304" cy="146304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6"/>
          <p:cNvSpPr/>
          <p:nvPr/>
        </p:nvSpPr>
        <p:spPr>
          <a:xfrm>
            <a:off x="6209179" y="2142754"/>
            <a:ext cx="1005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3" name="Google Shape;553;p46"/>
          <p:cNvSpPr/>
          <p:nvPr/>
        </p:nvSpPr>
        <p:spPr>
          <a:xfrm>
            <a:off x="7267868" y="2033604"/>
            <a:ext cx="1389900" cy="1689600"/>
          </a:xfrm>
          <a:prstGeom prst="roundRect">
            <a:avLst>
              <a:gd fmla="val 6140" name="adj"/>
            </a:avLst>
          </a:prstGeom>
          <a:solidFill>
            <a:srgbClr val="E7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6"/>
          <p:cNvSpPr/>
          <p:nvPr/>
        </p:nvSpPr>
        <p:spPr>
          <a:xfrm>
            <a:off x="7377578" y="2143327"/>
            <a:ext cx="237600" cy="237600"/>
          </a:xfrm>
          <a:prstGeom prst="ellipse">
            <a:avLst/>
          </a:prstGeom>
          <a:solidFill>
            <a:srgbClr val="9FD9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descr="preencoded.png" id="555" name="Google Shape;55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8726" y="2184475"/>
            <a:ext cx="155448" cy="155448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6"/>
          <p:cNvSpPr/>
          <p:nvPr/>
        </p:nvSpPr>
        <p:spPr>
          <a:xfrm>
            <a:off x="7670191" y="2143329"/>
            <a:ext cx="9285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950"/>
              <a:buFont typeface="Archivo"/>
              <a:buNone/>
            </a:pPr>
            <a:r>
              <a:rPr b="1" i="0" lang="es" sz="95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i="0" sz="9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7" name="Google Shape;557;p46"/>
          <p:cNvSpPr/>
          <p:nvPr/>
        </p:nvSpPr>
        <p:spPr>
          <a:xfrm>
            <a:off x="4472949" y="2861380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8" name="Google Shape;558;p46"/>
          <p:cNvSpPr/>
          <p:nvPr/>
        </p:nvSpPr>
        <p:spPr>
          <a:xfrm>
            <a:off x="4472970" y="3024053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71.565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9" name="Google Shape;559;p46"/>
          <p:cNvSpPr/>
          <p:nvPr/>
        </p:nvSpPr>
        <p:spPr>
          <a:xfrm>
            <a:off x="4472959" y="3243105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i="0" sz="68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0" name="Google Shape;560;p46"/>
          <p:cNvSpPr/>
          <p:nvPr/>
        </p:nvSpPr>
        <p:spPr>
          <a:xfrm>
            <a:off x="4472981" y="3405779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10.609 </a:t>
            </a:r>
            <a:r>
              <a:rPr b="1" lang="es" sz="7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(14,82%)</a:t>
            </a:r>
            <a:endParaRPr b="1" sz="125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1" name="Google Shape;561;p46"/>
          <p:cNvSpPr/>
          <p:nvPr/>
        </p:nvSpPr>
        <p:spPr>
          <a:xfrm>
            <a:off x="5934855" y="2490229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2" name="Google Shape;562;p46"/>
          <p:cNvSpPr/>
          <p:nvPr/>
        </p:nvSpPr>
        <p:spPr>
          <a:xfrm>
            <a:off x="5934876" y="2652902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126.047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3" name="Google Shape;563;p46"/>
          <p:cNvSpPr/>
          <p:nvPr/>
        </p:nvSpPr>
        <p:spPr>
          <a:xfrm>
            <a:off x="5934855" y="2860805"/>
            <a:ext cx="12801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4" name="Google Shape;564;p46"/>
          <p:cNvSpPr/>
          <p:nvPr/>
        </p:nvSpPr>
        <p:spPr>
          <a:xfrm>
            <a:off x="5934876" y="3023478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110.364 </a:t>
            </a:r>
            <a:r>
              <a:rPr b="1" lang="es" sz="7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(90,41%)</a:t>
            </a:r>
            <a:endParaRPr b="1" sz="70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5" name="Google Shape;565;p46"/>
          <p:cNvSpPr/>
          <p:nvPr/>
        </p:nvSpPr>
        <p:spPr>
          <a:xfrm>
            <a:off x="7395843" y="2490804"/>
            <a:ext cx="120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6" name="Google Shape;566;p46"/>
          <p:cNvSpPr/>
          <p:nvPr/>
        </p:nvSpPr>
        <p:spPr>
          <a:xfrm>
            <a:off x="7395863" y="2653477"/>
            <a:ext cx="1202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28.529</a:t>
            </a:r>
            <a:endParaRPr b="1" sz="1250">
              <a:solidFill>
                <a:srgbClr val="153245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7" name="Google Shape;567;p46"/>
          <p:cNvSpPr/>
          <p:nvPr/>
        </p:nvSpPr>
        <p:spPr>
          <a:xfrm>
            <a:off x="7395843" y="2861380"/>
            <a:ext cx="12027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680"/>
              <a:buFont typeface="Archivo"/>
              <a:buNone/>
            </a:pPr>
            <a:r>
              <a:rPr b="1" lang="es" sz="680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VISUALIZACIONES (VTR)</a:t>
            </a:r>
            <a:endParaRPr b="1" sz="680">
              <a:solidFill>
                <a:srgbClr val="5E768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8" name="Google Shape;568;p46"/>
          <p:cNvSpPr/>
          <p:nvPr/>
        </p:nvSpPr>
        <p:spPr>
          <a:xfrm>
            <a:off x="7395872" y="3024050"/>
            <a:ext cx="1280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lang="es" sz="12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17.170 </a:t>
            </a:r>
            <a:r>
              <a:rPr b="1" lang="es" sz="700">
                <a:solidFill>
                  <a:srgbClr val="2FA36B"/>
                </a:solidFill>
                <a:latin typeface="Archivo"/>
                <a:ea typeface="Archivo"/>
                <a:cs typeface="Archivo"/>
                <a:sym typeface="Archivo"/>
              </a:rPr>
              <a:t>(60,18%)</a:t>
            </a:r>
            <a:endParaRPr b="1" sz="1250">
              <a:solidFill>
                <a:srgbClr val="2FA36B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9" name="Google Shape;569;p46"/>
          <p:cNvSpPr/>
          <p:nvPr/>
        </p:nvSpPr>
        <p:spPr>
          <a:xfrm>
            <a:off x="5738161" y="1669466"/>
            <a:ext cx="2898300" cy="292500"/>
          </a:xfrm>
          <a:prstGeom prst="roundRect">
            <a:avLst>
              <a:gd fmla="val 8889" name="adj"/>
            </a:avLst>
          </a:prstGeom>
          <a:solidFill>
            <a:srgbClr val="F0F5FB"/>
          </a:solidFill>
          <a:ln cap="flat" cmpd="sng" w="12700">
            <a:solidFill>
              <a:srgbClr val="DC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6"/>
          <p:cNvSpPr/>
          <p:nvPr/>
        </p:nvSpPr>
        <p:spPr>
          <a:xfrm>
            <a:off x="5866186" y="1709442"/>
            <a:ext cx="277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E7686"/>
              </a:buClr>
              <a:buSzPts val="700"/>
              <a:buFont typeface="Calibri"/>
              <a:buNone/>
            </a:pPr>
            <a:r>
              <a:rPr b="1"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BENCHMARKS</a:t>
            </a:r>
            <a:endParaRPr i="0" sz="7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820"/>
              <a:buFont typeface="Calibri"/>
              <a:buNone/>
            </a:pP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Meta: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6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Google: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81,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8</a:t>
            </a:r>
            <a:r>
              <a:rPr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%</a:t>
            </a:r>
            <a:r>
              <a:rPr lang="es" sz="7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 | </a:t>
            </a:r>
            <a:r>
              <a:rPr b="1" i="0" lang="es" sz="700" u="none" cap="none" strike="noStrike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Programmatic: </a:t>
            </a:r>
            <a:r>
              <a:rPr i="0" lang="es" sz="700" u="none" cap="none" strike="noStrike">
                <a:solidFill>
                  <a:srgbClr val="5E7686"/>
                </a:solidFill>
                <a:latin typeface="Archivo"/>
                <a:ea typeface="Archivo"/>
                <a:cs typeface="Archivo"/>
                <a:sym typeface="Archivo"/>
              </a:rPr>
              <a:t>VTR </a:t>
            </a:r>
            <a:r>
              <a:rPr lang="es" sz="70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70,15%</a:t>
            </a:r>
            <a:endParaRPr i="0" sz="7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1" name="Google Shape;571;p46"/>
          <p:cNvSpPr/>
          <p:nvPr/>
        </p:nvSpPr>
        <p:spPr>
          <a:xfrm rot="5400000">
            <a:off x="6468321" y="1611916"/>
            <a:ext cx="58500" cy="4340400"/>
          </a:xfrm>
          <a:prstGeom prst="righ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6"/>
          <p:cNvSpPr/>
          <p:nvPr/>
        </p:nvSpPr>
        <p:spPr>
          <a:xfrm>
            <a:off x="6224896" y="3751929"/>
            <a:ext cx="57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245"/>
              </a:buClr>
              <a:buSzPts val="1250"/>
              <a:buFont typeface="Calibri"/>
              <a:buNone/>
            </a:pPr>
            <a:r>
              <a:rPr b="1" i="1" lang="es" sz="850">
                <a:solidFill>
                  <a:srgbClr val="153245"/>
                </a:solidFill>
                <a:latin typeface="Archivo"/>
                <a:ea typeface="Archivo"/>
                <a:cs typeface="Archivo"/>
                <a:sym typeface="Archivo"/>
              </a:rPr>
              <a:t>Parciales</a:t>
            </a:r>
            <a:endParaRPr i="1" sz="850" u="none" cap="none" strike="noStrike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7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7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7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0" name="Google Shape;580;p47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81" name="Google Shape;581;p47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2" name="Google Shape;582;p47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583" name="Google Shape;583;p47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7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7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6" name="Google Shape;586;p47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Encuentro temático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87" name="Google Shape;587;p47"/>
          <p:cNvSpPr txBox="1"/>
          <p:nvPr/>
        </p:nvSpPr>
        <p:spPr>
          <a:xfrm>
            <a:off x="278350" y="3429600"/>
            <a:ext cx="78255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Salud en Eje Sur (14/08)</a:t>
            </a:r>
            <a:endParaRPr sz="3600">
              <a:solidFill>
                <a:srgbClr val="8DE2D6"/>
              </a:solidFill>
              <a:latin typeface="Archivo Black"/>
              <a:ea typeface="Archivo Black"/>
              <a:cs typeface="Archivo Black"/>
              <a:sym typeface="Archiv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EA9999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8"/>
          <p:cNvSpPr txBox="1"/>
          <p:nvPr/>
        </p:nvSpPr>
        <p:spPr>
          <a:xfrm>
            <a:off x="740400" y="195325"/>
            <a:ext cx="62706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Encuentro Temático: Salud en Eje Sur (14/08)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Iceberg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593" name="Google Shape;593;p48"/>
          <p:cNvSpPr/>
          <p:nvPr/>
        </p:nvSpPr>
        <p:spPr>
          <a:xfrm>
            <a:off x="274775" y="17625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4" name="Google Shape;594;p48"/>
          <p:cNvGrpSpPr/>
          <p:nvPr/>
        </p:nvGrpSpPr>
        <p:grpSpPr>
          <a:xfrm>
            <a:off x="376133" y="253929"/>
            <a:ext cx="190480" cy="211556"/>
            <a:chOff x="2169088" y="811743"/>
            <a:chExt cx="3848087" cy="4273857"/>
          </a:xfrm>
        </p:grpSpPr>
        <p:sp>
          <p:nvSpPr>
            <p:cNvPr id="595" name="Google Shape;595;p48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48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48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598" name="Google Shape;598;p48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48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48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8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48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48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48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48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48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48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8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48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48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48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48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48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48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48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48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48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48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48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48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48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48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48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48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48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48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48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48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48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48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33" name="Google Shape;633;p48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4" name="Google Shape;634;p48"/>
          <p:cNvSpPr txBox="1"/>
          <p:nvPr/>
        </p:nvSpPr>
        <p:spPr>
          <a:xfrm>
            <a:off x="244975" y="4515950"/>
            <a:ext cx="17133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Benchmarks: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Mail: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OR 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22%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CTOR: </a:t>
            </a:r>
            <a:r>
              <a:rPr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3%</a:t>
            </a:r>
            <a:endParaRPr i="1"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IVR: Escucha +75%:</a:t>
            </a:r>
            <a:r>
              <a:rPr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40%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Digital: </a:t>
            </a:r>
            <a:r>
              <a:rPr b="1" i="1"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CTR: </a:t>
            </a:r>
            <a:r>
              <a:rPr lang="es" sz="8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1,3%</a:t>
            </a:r>
            <a:endParaRPr sz="8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635" name="Google Shape;635;p48"/>
          <p:cNvCxnSpPr/>
          <p:nvPr/>
        </p:nvCxnSpPr>
        <p:spPr>
          <a:xfrm>
            <a:off x="2019506" y="1785678"/>
            <a:ext cx="6469800" cy="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cxnSp>
        <p:nvCxnSpPr>
          <p:cNvPr id="636" name="Google Shape;636;p48"/>
          <p:cNvCxnSpPr/>
          <p:nvPr/>
        </p:nvCxnSpPr>
        <p:spPr>
          <a:xfrm flipH="1" rot="10800000">
            <a:off x="1912872" y="3599362"/>
            <a:ext cx="6513300" cy="4500"/>
          </a:xfrm>
          <a:prstGeom prst="straightConnector1">
            <a:avLst/>
          </a:prstGeom>
          <a:noFill/>
          <a:ln cap="flat" cmpd="sng" w="7875">
            <a:solidFill>
              <a:srgbClr val="163244"/>
            </a:solidFill>
            <a:prstDash val="dot"/>
            <a:round/>
            <a:headEnd len="med" w="med" type="oval"/>
            <a:tailEnd len="sm" w="sm" type="none"/>
          </a:ln>
        </p:spPr>
      </p:cxnSp>
      <p:grpSp>
        <p:nvGrpSpPr>
          <p:cNvPr id="637" name="Google Shape;637;p48"/>
          <p:cNvGrpSpPr/>
          <p:nvPr/>
        </p:nvGrpSpPr>
        <p:grpSpPr>
          <a:xfrm>
            <a:off x="453636" y="870964"/>
            <a:ext cx="1933424" cy="3436679"/>
            <a:chOff x="500000" y="241213"/>
            <a:chExt cx="2676761" cy="4757966"/>
          </a:xfrm>
        </p:grpSpPr>
        <p:sp>
          <p:nvSpPr>
            <p:cNvPr id="638" name="Google Shape;638;p48"/>
            <p:cNvSpPr/>
            <p:nvPr/>
          </p:nvSpPr>
          <p:spPr>
            <a:xfrm>
              <a:off x="500000" y="2199076"/>
              <a:ext cx="2676761" cy="2800103"/>
            </a:xfrm>
            <a:custGeom>
              <a:rect b="b" l="l" r="r" t="t"/>
              <a:pathLst>
                <a:path extrusionOk="0" h="85382" w="81621">
                  <a:moveTo>
                    <a:pt x="1" y="0"/>
                  </a:moveTo>
                  <a:lnTo>
                    <a:pt x="4090" y="9978"/>
                  </a:lnTo>
                  <a:lnTo>
                    <a:pt x="3599" y="21754"/>
                  </a:lnTo>
                  <a:lnTo>
                    <a:pt x="3599" y="31405"/>
                  </a:lnTo>
                  <a:lnTo>
                    <a:pt x="15540" y="46453"/>
                  </a:lnTo>
                  <a:lnTo>
                    <a:pt x="26826" y="63136"/>
                  </a:lnTo>
                  <a:lnTo>
                    <a:pt x="32551" y="77530"/>
                  </a:lnTo>
                  <a:lnTo>
                    <a:pt x="43837" y="79820"/>
                  </a:lnTo>
                  <a:lnTo>
                    <a:pt x="46944" y="85381"/>
                  </a:lnTo>
                  <a:lnTo>
                    <a:pt x="63955" y="49397"/>
                  </a:lnTo>
                  <a:lnTo>
                    <a:pt x="67554" y="48579"/>
                  </a:lnTo>
                  <a:lnTo>
                    <a:pt x="81620" y="9978"/>
                  </a:lnTo>
                  <a:lnTo>
                    <a:pt x="77531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48"/>
            <p:cNvSpPr/>
            <p:nvPr/>
          </p:nvSpPr>
          <p:spPr>
            <a:xfrm>
              <a:off x="2221846" y="2199076"/>
              <a:ext cx="954859" cy="327229"/>
            </a:xfrm>
            <a:custGeom>
              <a:rect b="b" l="l" r="r" t="t"/>
              <a:pathLst>
                <a:path extrusionOk="0" h="9978" w="29116">
                  <a:moveTo>
                    <a:pt x="1" y="0"/>
                  </a:moveTo>
                  <a:lnTo>
                    <a:pt x="9651" y="9814"/>
                  </a:lnTo>
                  <a:lnTo>
                    <a:pt x="29115" y="9978"/>
                  </a:lnTo>
                  <a:lnTo>
                    <a:pt x="25026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48"/>
            <p:cNvSpPr/>
            <p:nvPr/>
          </p:nvSpPr>
          <p:spPr>
            <a:xfrm>
              <a:off x="618025" y="2199076"/>
              <a:ext cx="262885" cy="713455"/>
            </a:xfrm>
            <a:custGeom>
              <a:rect b="b" l="l" r="r" t="t"/>
              <a:pathLst>
                <a:path extrusionOk="0" h="21755" w="8016">
                  <a:moveTo>
                    <a:pt x="8015" y="0"/>
                  </a:moveTo>
                  <a:lnTo>
                    <a:pt x="491" y="9978"/>
                  </a:lnTo>
                  <a:lnTo>
                    <a:pt x="0" y="21754"/>
                  </a:lnTo>
                  <a:lnTo>
                    <a:pt x="0" y="2175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48"/>
            <p:cNvSpPr/>
            <p:nvPr/>
          </p:nvSpPr>
          <p:spPr>
            <a:xfrm>
              <a:off x="2538341" y="2520916"/>
              <a:ext cx="638355" cy="1271331"/>
            </a:xfrm>
            <a:custGeom>
              <a:rect b="b" l="l" r="r" t="t"/>
              <a:pathLst>
                <a:path extrusionOk="0" h="38766" w="19465">
                  <a:moveTo>
                    <a:pt x="0" y="0"/>
                  </a:moveTo>
                  <a:lnTo>
                    <a:pt x="5398" y="38765"/>
                  </a:lnTo>
                  <a:lnTo>
                    <a:pt x="19464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48"/>
            <p:cNvSpPr/>
            <p:nvPr/>
          </p:nvSpPr>
          <p:spPr>
            <a:xfrm>
              <a:off x="2538341" y="2520916"/>
              <a:ext cx="177027" cy="1298124"/>
            </a:xfrm>
            <a:custGeom>
              <a:rect b="b" l="l" r="r" t="t"/>
              <a:pathLst>
                <a:path extrusionOk="0" h="39583" w="5398">
                  <a:moveTo>
                    <a:pt x="0" y="0"/>
                  </a:moveTo>
                  <a:lnTo>
                    <a:pt x="1799" y="39583"/>
                  </a:lnTo>
                  <a:lnTo>
                    <a:pt x="5398" y="387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48"/>
            <p:cNvSpPr/>
            <p:nvPr/>
          </p:nvSpPr>
          <p:spPr>
            <a:xfrm>
              <a:off x="2039479" y="2520916"/>
              <a:ext cx="557909" cy="2478253"/>
            </a:xfrm>
            <a:custGeom>
              <a:rect b="b" l="l" r="r" t="t"/>
              <a:pathLst>
                <a:path extrusionOk="0" h="75568" w="17012">
                  <a:moveTo>
                    <a:pt x="15212" y="0"/>
                  </a:moveTo>
                  <a:lnTo>
                    <a:pt x="7688" y="24044"/>
                  </a:lnTo>
                  <a:lnTo>
                    <a:pt x="7688" y="44490"/>
                  </a:lnTo>
                  <a:lnTo>
                    <a:pt x="0" y="75567"/>
                  </a:lnTo>
                  <a:lnTo>
                    <a:pt x="17011" y="39583"/>
                  </a:lnTo>
                  <a:lnTo>
                    <a:pt x="15212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48"/>
            <p:cNvSpPr/>
            <p:nvPr/>
          </p:nvSpPr>
          <p:spPr>
            <a:xfrm>
              <a:off x="1937556" y="3979885"/>
              <a:ext cx="354088" cy="1019236"/>
            </a:xfrm>
            <a:custGeom>
              <a:rect b="b" l="l" r="r" t="t"/>
              <a:pathLst>
                <a:path extrusionOk="0" h="31079" w="10797">
                  <a:moveTo>
                    <a:pt x="1" y="1"/>
                  </a:moveTo>
                  <a:lnTo>
                    <a:pt x="1" y="25517"/>
                  </a:lnTo>
                  <a:lnTo>
                    <a:pt x="3108" y="31078"/>
                  </a:lnTo>
                  <a:lnTo>
                    <a:pt x="10796" y="1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48"/>
            <p:cNvSpPr/>
            <p:nvPr/>
          </p:nvSpPr>
          <p:spPr>
            <a:xfrm>
              <a:off x="1835632" y="3309413"/>
              <a:ext cx="456014" cy="670527"/>
            </a:xfrm>
            <a:custGeom>
              <a:rect b="b" l="l" r="r" t="t"/>
              <a:pathLst>
                <a:path extrusionOk="0" h="20446" w="13905">
                  <a:moveTo>
                    <a:pt x="1" y="0"/>
                  </a:moveTo>
                  <a:lnTo>
                    <a:pt x="3109" y="20446"/>
                  </a:lnTo>
                  <a:lnTo>
                    <a:pt x="13904" y="20446"/>
                  </a:lnTo>
                  <a:lnTo>
                    <a:pt x="13904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48"/>
            <p:cNvSpPr/>
            <p:nvPr/>
          </p:nvSpPr>
          <p:spPr>
            <a:xfrm>
              <a:off x="1835632" y="2520916"/>
              <a:ext cx="702764" cy="788556"/>
            </a:xfrm>
            <a:custGeom>
              <a:rect b="b" l="l" r="r" t="t"/>
              <a:pathLst>
                <a:path extrusionOk="0" h="24045" w="21429">
                  <a:moveTo>
                    <a:pt x="12923" y="0"/>
                  </a:moveTo>
                  <a:lnTo>
                    <a:pt x="1" y="24044"/>
                  </a:lnTo>
                  <a:lnTo>
                    <a:pt x="13904" y="24044"/>
                  </a:lnTo>
                  <a:lnTo>
                    <a:pt x="21428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48"/>
            <p:cNvSpPr/>
            <p:nvPr/>
          </p:nvSpPr>
          <p:spPr>
            <a:xfrm>
              <a:off x="1835632" y="2199076"/>
              <a:ext cx="702764" cy="321883"/>
            </a:xfrm>
            <a:custGeom>
              <a:rect b="b" l="l" r="r" t="t"/>
              <a:pathLst>
                <a:path extrusionOk="0" h="9815" w="21429">
                  <a:moveTo>
                    <a:pt x="1" y="0"/>
                  </a:moveTo>
                  <a:lnTo>
                    <a:pt x="12923" y="9814"/>
                  </a:lnTo>
                  <a:lnTo>
                    <a:pt x="21428" y="9814"/>
                  </a:lnTo>
                  <a:lnTo>
                    <a:pt x="11778" y="0"/>
                  </a:lnTo>
                  <a:close/>
                </a:path>
              </a:pathLst>
            </a:custGeom>
            <a:solidFill>
              <a:srgbClr val="0139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48"/>
            <p:cNvSpPr/>
            <p:nvPr/>
          </p:nvSpPr>
          <p:spPr>
            <a:xfrm>
              <a:off x="880869" y="2199076"/>
              <a:ext cx="954826" cy="396951"/>
            </a:xfrm>
            <a:custGeom>
              <a:rect b="b" l="l" r="r" t="t"/>
              <a:pathLst>
                <a:path extrusionOk="0" h="12104" w="29115">
                  <a:moveTo>
                    <a:pt x="0" y="0"/>
                  </a:moveTo>
                  <a:lnTo>
                    <a:pt x="11941" y="12104"/>
                  </a:lnTo>
                  <a:lnTo>
                    <a:pt x="29115" y="12104"/>
                  </a:lnTo>
                  <a:lnTo>
                    <a:pt x="29115" y="0"/>
                  </a:lnTo>
                  <a:close/>
                </a:path>
              </a:pathLst>
            </a:custGeom>
            <a:solidFill>
              <a:srgbClr val="3898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48"/>
            <p:cNvSpPr/>
            <p:nvPr/>
          </p:nvSpPr>
          <p:spPr>
            <a:xfrm>
              <a:off x="618025" y="2199076"/>
              <a:ext cx="654457" cy="713455"/>
            </a:xfrm>
            <a:custGeom>
              <a:rect b="b" l="l" r="r" t="t"/>
              <a:pathLst>
                <a:path extrusionOk="0" h="21755" w="19956">
                  <a:moveTo>
                    <a:pt x="8015" y="0"/>
                  </a:moveTo>
                  <a:lnTo>
                    <a:pt x="0" y="21754"/>
                  </a:lnTo>
                  <a:lnTo>
                    <a:pt x="19956" y="12104"/>
                  </a:lnTo>
                  <a:lnTo>
                    <a:pt x="8015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48"/>
            <p:cNvSpPr/>
            <p:nvPr/>
          </p:nvSpPr>
          <p:spPr>
            <a:xfrm>
              <a:off x="1272429" y="2595981"/>
              <a:ext cx="563254" cy="713488"/>
            </a:xfrm>
            <a:custGeom>
              <a:rect b="b" l="l" r="r" t="t"/>
              <a:pathLst>
                <a:path extrusionOk="0" h="21756" w="17175">
                  <a:moveTo>
                    <a:pt x="1" y="1"/>
                  </a:moveTo>
                  <a:lnTo>
                    <a:pt x="17175" y="21755"/>
                  </a:lnTo>
                  <a:lnTo>
                    <a:pt x="17175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48"/>
            <p:cNvSpPr/>
            <p:nvPr/>
          </p:nvSpPr>
          <p:spPr>
            <a:xfrm>
              <a:off x="1379698" y="3979885"/>
              <a:ext cx="557909" cy="836863"/>
            </a:xfrm>
            <a:custGeom>
              <a:rect b="b" l="l" r="r" t="t"/>
              <a:pathLst>
                <a:path extrusionOk="0" h="25518" w="17012">
                  <a:moveTo>
                    <a:pt x="17012" y="1"/>
                  </a:moveTo>
                  <a:lnTo>
                    <a:pt x="1" y="8833"/>
                  </a:lnTo>
                  <a:lnTo>
                    <a:pt x="17012" y="25517"/>
                  </a:lnTo>
                  <a:lnTo>
                    <a:pt x="17012" y="1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48"/>
            <p:cNvSpPr/>
            <p:nvPr/>
          </p:nvSpPr>
          <p:spPr>
            <a:xfrm>
              <a:off x="1379698" y="4269554"/>
              <a:ext cx="557909" cy="547185"/>
            </a:xfrm>
            <a:custGeom>
              <a:rect b="b" l="l" r="r" t="t"/>
              <a:pathLst>
                <a:path extrusionOk="0" h="16685" w="17012">
                  <a:moveTo>
                    <a:pt x="1" y="0"/>
                  </a:moveTo>
                  <a:lnTo>
                    <a:pt x="5726" y="14394"/>
                  </a:lnTo>
                  <a:lnTo>
                    <a:pt x="17012" y="166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48"/>
            <p:cNvSpPr/>
            <p:nvPr/>
          </p:nvSpPr>
          <p:spPr>
            <a:xfrm>
              <a:off x="1835632" y="2199076"/>
              <a:ext cx="423810" cy="1110406"/>
            </a:xfrm>
            <a:custGeom>
              <a:rect b="b" l="l" r="r" t="t"/>
              <a:pathLst>
                <a:path extrusionOk="0" h="33859" w="12923">
                  <a:moveTo>
                    <a:pt x="1" y="0"/>
                  </a:moveTo>
                  <a:lnTo>
                    <a:pt x="1" y="33858"/>
                  </a:lnTo>
                  <a:lnTo>
                    <a:pt x="12923" y="98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48"/>
            <p:cNvSpPr/>
            <p:nvPr/>
          </p:nvSpPr>
          <p:spPr>
            <a:xfrm>
              <a:off x="1009585" y="3722420"/>
              <a:ext cx="928033" cy="547185"/>
            </a:xfrm>
            <a:custGeom>
              <a:rect b="b" l="l" r="r" t="t"/>
              <a:pathLst>
                <a:path extrusionOk="0" h="16685" w="28298">
                  <a:moveTo>
                    <a:pt x="1" y="1"/>
                  </a:moveTo>
                  <a:lnTo>
                    <a:pt x="11287" y="16684"/>
                  </a:lnTo>
                  <a:lnTo>
                    <a:pt x="28298" y="785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48"/>
            <p:cNvSpPr/>
            <p:nvPr/>
          </p:nvSpPr>
          <p:spPr>
            <a:xfrm>
              <a:off x="618025" y="3223591"/>
              <a:ext cx="391605" cy="498878"/>
            </a:xfrm>
            <a:custGeom>
              <a:rect b="b" l="l" r="r" t="t"/>
              <a:pathLst>
                <a:path extrusionOk="0" h="15212" w="11941">
                  <a:moveTo>
                    <a:pt x="11941" y="0"/>
                  </a:moveTo>
                  <a:lnTo>
                    <a:pt x="0" y="164"/>
                  </a:lnTo>
                  <a:lnTo>
                    <a:pt x="11941" y="15212"/>
                  </a:lnTo>
                  <a:lnTo>
                    <a:pt x="1194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48"/>
            <p:cNvSpPr/>
            <p:nvPr/>
          </p:nvSpPr>
          <p:spPr>
            <a:xfrm>
              <a:off x="1009585" y="2595981"/>
              <a:ext cx="826106" cy="1126508"/>
            </a:xfrm>
            <a:custGeom>
              <a:rect b="b" l="l" r="r" t="t"/>
              <a:pathLst>
                <a:path extrusionOk="0" h="34350" w="25190">
                  <a:moveTo>
                    <a:pt x="8016" y="1"/>
                  </a:moveTo>
                  <a:lnTo>
                    <a:pt x="1" y="19138"/>
                  </a:lnTo>
                  <a:lnTo>
                    <a:pt x="1" y="34350"/>
                  </a:lnTo>
                  <a:lnTo>
                    <a:pt x="25190" y="21755"/>
                  </a:lnTo>
                  <a:lnTo>
                    <a:pt x="8016" y="1"/>
                  </a:lnTo>
                  <a:close/>
                </a:path>
              </a:pathLst>
            </a:custGeom>
            <a:solidFill>
              <a:srgbClr val="156F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48"/>
            <p:cNvSpPr/>
            <p:nvPr/>
          </p:nvSpPr>
          <p:spPr>
            <a:xfrm>
              <a:off x="1567443" y="4741590"/>
              <a:ext cx="472084" cy="257506"/>
            </a:xfrm>
            <a:custGeom>
              <a:rect b="b" l="l" r="r" t="t"/>
              <a:pathLst>
                <a:path extrusionOk="0" h="7852" w="14395">
                  <a:moveTo>
                    <a:pt x="1" y="0"/>
                  </a:moveTo>
                  <a:lnTo>
                    <a:pt x="14394" y="7851"/>
                  </a:lnTo>
                  <a:lnTo>
                    <a:pt x="11287" y="22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58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48"/>
            <p:cNvSpPr/>
            <p:nvPr/>
          </p:nvSpPr>
          <p:spPr>
            <a:xfrm>
              <a:off x="500000" y="241213"/>
              <a:ext cx="2542662" cy="1957960"/>
            </a:xfrm>
            <a:custGeom>
              <a:rect b="b" l="l" r="r" t="t"/>
              <a:pathLst>
                <a:path extrusionOk="0" h="59703" w="77532">
                  <a:moveTo>
                    <a:pt x="40729" y="1"/>
                  </a:moveTo>
                  <a:lnTo>
                    <a:pt x="35004" y="14231"/>
                  </a:lnTo>
                  <a:lnTo>
                    <a:pt x="30261" y="15212"/>
                  </a:lnTo>
                  <a:lnTo>
                    <a:pt x="25190" y="27807"/>
                  </a:lnTo>
                  <a:lnTo>
                    <a:pt x="19629" y="27807"/>
                  </a:lnTo>
                  <a:lnTo>
                    <a:pt x="11614" y="47762"/>
                  </a:lnTo>
                  <a:lnTo>
                    <a:pt x="1" y="59702"/>
                  </a:lnTo>
                  <a:lnTo>
                    <a:pt x="77531" y="59702"/>
                  </a:lnTo>
                  <a:lnTo>
                    <a:pt x="69517" y="39747"/>
                  </a:lnTo>
                  <a:lnTo>
                    <a:pt x="65591" y="39747"/>
                  </a:lnTo>
                  <a:lnTo>
                    <a:pt x="59703" y="24863"/>
                  </a:lnTo>
                  <a:lnTo>
                    <a:pt x="50052" y="22900"/>
                  </a:lnTo>
                  <a:lnTo>
                    <a:pt x="40729" y="1"/>
                  </a:lnTo>
                  <a:close/>
                </a:path>
              </a:pathLst>
            </a:custGeom>
            <a:solidFill>
              <a:srgbClr val="E8EF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48"/>
            <p:cNvSpPr/>
            <p:nvPr/>
          </p:nvSpPr>
          <p:spPr>
            <a:xfrm>
              <a:off x="1647919" y="241213"/>
              <a:ext cx="187751" cy="911931"/>
            </a:xfrm>
            <a:custGeom>
              <a:rect b="b" l="l" r="r" t="t"/>
              <a:pathLst>
                <a:path extrusionOk="0" h="27807" w="5725">
                  <a:moveTo>
                    <a:pt x="5725" y="1"/>
                  </a:moveTo>
                  <a:lnTo>
                    <a:pt x="0" y="14231"/>
                  </a:lnTo>
                  <a:lnTo>
                    <a:pt x="0" y="21918"/>
                  </a:lnTo>
                  <a:lnTo>
                    <a:pt x="5725" y="27807"/>
                  </a:lnTo>
                  <a:lnTo>
                    <a:pt x="5725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48"/>
            <p:cNvSpPr/>
            <p:nvPr/>
          </p:nvSpPr>
          <p:spPr>
            <a:xfrm>
              <a:off x="1492345" y="707870"/>
              <a:ext cx="155612" cy="252161"/>
            </a:xfrm>
            <a:custGeom>
              <a:rect b="b" l="l" r="r" t="t"/>
              <a:pathLst>
                <a:path extrusionOk="0" h="7689" w="4745">
                  <a:moveTo>
                    <a:pt x="4744" y="1"/>
                  </a:moveTo>
                  <a:lnTo>
                    <a:pt x="1" y="982"/>
                  </a:lnTo>
                  <a:lnTo>
                    <a:pt x="4744" y="7688"/>
                  </a:lnTo>
                  <a:lnTo>
                    <a:pt x="474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48"/>
            <p:cNvSpPr/>
            <p:nvPr/>
          </p:nvSpPr>
          <p:spPr>
            <a:xfrm>
              <a:off x="1326080" y="740074"/>
              <a:ext cx="321883" cy="413053"/>
            </a:xfrm>
            <a:custGeom>
              <a:rect b="b" l="l" r="r" t="t"/>
              <a:pathLst>
                <a:path extrusionOk="0" h="12595" w="9815">
                  <a:moveTo>
                    <a:pt x="5071" y="0"/>
                  </a:moveTo>
                  <a:lnTo>
                    <a:pt x="0" y="12595"/>
                  </a:lnTo>
                  <a:lnTo>
                    <a:pt x="9814" y="6706"/>
                  </a:lnTo>
                  <a:lnTo>
                    <a:pt x="5071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48"/>
            <p:cNvSpPr/>
            <p:nvPr/>
          </p:nvSpPr>
          <p:spPr>
            <a:xfrm>
              <a:off x="1326080" y="959990"/>
              <a:ext cx="509602" cy="193130"/>
            </a:xfrm>
            <a:custGeom>
              <a:rect b="b" l="l" r="r" t="t"/>
              <a:pathLst>
                <a:path extrusionOk="0" h="5889" w="15539">
                  <a:moveTo>
                    <a:pt x="9814" y="0"/>
                  </a:moveTo>
                  <a:lnTo>
                    <a:pt x="0" y="5889"/>
                  </a:lnTo>
                  <a:lnTo>
                    <a:pt x="15539" y="5889"/>
                  </a:lnTo>
                  <a:lnTo>
                    <a:pt x="9814" y="0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48"/>
            <p:cNvSpPr/>
            <p:nvPr/>
          </p:nvSpPr>
          <p:spPr>
            <a:xfrm>
              <a:off x="2141403" y="992161"/>
              <a:ext cx="509602" cy="552563"/>
            </a:xfrm>
            <a:custGeom>
              <a:rect b="b" l="l" r="r" t="t"/>
              <a:pathLst>
                <a:path extrusionOk="0" h="16849" w="15539">
                  <a:moveTo>
                    <a:pt x="0" y="1"/>
                  </a:moveTo>
                  <a:lnTo>
                    <a:pt x="8996" y="16848"/>
                  </a:lnTo>
                  <a:lnTo>
                    <a:pt x="15539" y="16848"/>
                  </a:lnTo>
                  <a:lnTo>
                    <a:pt x="9651" y="19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48"/>
            <p:cNvSpPr/>
            <p:nvPr/>
          </p:nvSpPr>
          <p:spPr>
            <a:xfrm>
              <a:off x="1835632" y="992161"/>
              <a:ext cx="600837" cy="552563"/>
            </a:xfrm>
            <a:custGeom>
              <a:rect b="b" l="l" r="r" t="t"/>
              <a:pathLst>
                <a:path extrusionOk="0" h="16849" w="18321">
                  <a:moveTo>
                    <a:pt x="9324" y="1"/>
                  </a:moveTo>
                  <a:lnTo>
                    <a:pt x="1" y="4908"/>
                  </a:lnTo>
                  <a:lnTo>
                    <a:pt x="18320" y="16848"/>
                  </a:lnTo>
                  <a:lnTo>
                    <a:pt x="9324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48"/>
            <p:cNvSpPr/>
            <p:nvPr/>
          </p:nvSpPr>
          <p:spPr>
            <a:xfrm>
              <a:off x="1326080" y="1153081"/>
              <a:ext cx="1110406" cy="654457"/>
            </a:xfrm>
            <a:custGeom>
              <a:rect b="b" l="l" r="r" t="t"/>
              <a:pathLst>
                <a:path extrusionOk="0" h="19956" w="33859">
                  <a:moveTo>
                    <a:pt x="0" y="1"/>
                  </a:moveTo>
                  <a:lnTo>
                    <a:pt x="15539" y="19956"/>
                  </a:lnTo>
                  <a:lnTo>
                    <a:pt x="33858" y="11941"/>
                  </a:lnTo>
                  <a:lnTo>
                    <a:pt x="15539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48"/>
            <p:cNvSpPr/>
            <p:nvPr/>
          </p:nvSpPr>
          <p:spPr>
            <a:xfrm>
              <a:off x="880869" y="1153081"/>
              <a:ext cx="445258" cy="654457"/>
            </a:xfrm>
            <a:custGeom>
              <a:rect b="b" l="l" r="r" t="t"/>
              <a:pathLst>
                <a:path extrusionOk="0" h="19956" w="13577">
                  <a:moveTo>
                    <a:pt x="8015" y="1"/>
                  </a:moveTo>
                  <a:lnTo>
                    <a:pt x="0" y="19956"/>
                  </a:lnTo>
                  <a:lnTo>
                    <a:pt x="13576" y="19956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48"/>
            <p:cNvSpPr/>
            <p:nvPr/>
          </p:nvSpPr>
          <p:spPr>
            <a:xfrm>
              <a:off x="1835632" y="1544673"/>
              <a:ext cx="1206987" cy="654457"/>
            </a:xfrm>
            <a:custGeom>
              <a:rect b="b" l="l" r="r" t="t"/>
              <a:pathLst>
                <a:path extrusionOk="0" h="19956" w="36804">
                  <a:moveTo>
                    <a:pt x="18320" y="0"/>
                  </a:moveTo>
                  <a:lnTo>
                    <a:pt x="1" y="8015"/>
                  </a:lnTo>
                  <a:lnTo>
                    <a:pt x="1" y="19955"/>
                  </a:lnTo>
                  <a:lnTo>
                    <a:pt x="36803" y="19955"/>
                  </a:lnTo>
                  <a:lnTo>
                    <a:pt x="18320" y="0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48"/>
            <p:cNvSpPr/>
            <p:nvPr/>
          </p:nvSpPr>
          <p:spPr>
            <a:xfrm>
              <a:off x="1326080" y="1153081"/>
              <a:ext cx="509602" cy="654457"/>
            </a:xfrm>
            <a:custGeom>
              <a:rect b="b" l="l" r="r" t="t"/>
              <a:pathLst>
                <a:path extrusionOk="0" h="19956" w="15539">
                  <a:moveTo>
                    <a:pt x="0" y="1"/>
                  </a:moveTo>
                  <a:lnTo>
                    <a:pt x="0" y="19956"/>
                  </a:lnTo>
                  <a:lnTo>
                    <a:pt x="15539" y="1995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48"/>
            <p:cNvSpPr/>
            <p:nvPr/>
          </p:nvSpPr>
          <p:spPr>
            <a:xfrm>
              <a:off x="500000" y="1807484"/>
              <a:ext cx="380914" cy="391638"/>
            </a:xfrm>
            <a:custGeom>
              <a:rect b="b" l="l" r="r" t="t"/>
              <a:pathLst>
                <a:path extrusionOk="0" h="11942" w="11615">
                  <a:moveTo>
                    <a:pt x="11614" y="1"/>
                  </a:moveTo>
                  <a:lnTo>
                    <a:pt x="1" y="11941"/>
                  </a:lnTo>
                  <a:lnTo>
                    <a:pt x="11614" y="11941"/>
                  </a:lnTo>
                  <a:lnTo>
                    <a:pt x="11614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48"/>
            <p:cNvSpPr/>
            <p:nvPr/>
          </p:nvSpPr>
          <p:spPr>
            <a:xfrm>
              <a:off x="880869" y="1807484"/>
              <a:ext cx="954826" cy="391638"/>
            </a:xfrm>
            <a:custGeom>
              <a:rect b="b" l="l" r="r" t="t"/>
              <a:pathLst>
                <a:path extrusionOk="0" h="11942" w="29115">
                  <a:moveTo>
                    <a:pt x="13576" y="1"/>
                  </a:moveTo>
                  <a:lnTo>
                    <a:pt x="0" y="11941"/>
                  </a:lnTo>
                  <a:lnTo>
                    <a:pt x="29115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B0E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48"/>
            <p:cNvSpPr/>
            <p:nvPr/>
          </p:nvSpPr>
          <p:spPr>
            <a:xfrm>
              <a:off x="880869" y="1807484"/>
              <a:ext cx="445258" cy="391638"/>
            </a:xfrm>
            <a:custGeom>
              <a:rect b="b" l="l" r="r" t="t"/>
              <a:pathLst>
                <a:path extrusionOk="0" h="11942" w="13577">
                  <a:moveTo>
                    <a:pt x="0" y="1"/>
                  </a:moveTo>
                  <a:lnTo>
                    <a:pt x="0" y="11941"/>
                  </a:lnTo>
                  <a:lnTo>
                    <a:pt x="13576" y="1"/>
                  </a:lnTo>
                  <a:close/>
                </a:path>
              </a:pathLst>
            </a:custGeom>
            <a:solidFill>
              <a:srgbClr val="78C8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48"/>
            <p:cNvSpPr/>
            <p:nvPr/>
          </p:nvSpPr>
          <p:spPr>
            <a:xfrm>
              <a:off x="1835632" y="1807484"/>
              <a:ext cx="386260" cy="391638"/>
            </a:xfrm>
            <a:custGeom>
              <a:rect b="b" l="l" r="r" t="t"/>
              <a:pathLst>
                <a:path extrusionOk="0" h="11942" w="11778">
                  <a:moveTo>
                    <a:pt x="1" y="1"/>
                  </a:moveTo>
                  <a:lnTo>
                    <a:pt x="1" y="11941"/>
                  </a:lnTo>
                  <a:lnTo>
                    <a:pt x="11778" y="119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E97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3" name="Google Shape;673;p48"/>
          <p:cNvSpPr/>
          <p:nvPr/>
        </p:nvSpPr>
        <p:spPr>
          <a:xfrm>
            <a:off x="3356530" y="16705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Impacto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 (a cuántas personas llegamos efectivamente)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4" name="Google Shape;674;p48"/>
          <p:cNvSpPr/>
          <p:nvPr/>
        </p:nvSpPr>
        <p:spPr>
          <a:xfrm>
            <a:off x="3358980" y="3482132"/>
            <a:ext cx="5490000" cy="229500"/>
          </a:xfrm>
          <a:prstGeom prst="roundRect">
            <a:avLst>
              <a:gd fmla="val 50000" name="adj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0" lIns="75675" spcFirstLastPara="1" rIns="756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Alcance objetivo </a:t>
            </a:r>
            <a:r>
              <a:rPr lang="es" sz="102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(a cuántas personas podemos llegar)</a:t>
            </a:r>
            <a:endParaRPr sz="102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675" name="Google Shape;675;p48"/>
          <p:cNvCxnSpPr/>
          <p:nvPr/>
        </p:nvCxnSpPr>
        <p:spPr>
          <a:xfrm rot="10800000">
            <a:off x="181799" y="2292454"/>
            <a:ext cx="24771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48"/>
          <p:cNvSpPr/>
          <p:nvPr/>
        </p:nvSpPr>
        <p:spPr>
          <a:xfrm>
            <a:off x="3573106" y="856140"/>
            <a:ext cx="3288600" cy="752700"/>
          </a:xfrm>
          <a:prstGeom prst="roundRect">
            <a:avLst>
              <a:gd fmla="val 9634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ctr" bIns="75675" lIns="1594250" spcFirstLastPara="1" rIns="75675" wrap="square" tIns="136800">
            <a:noAutofit/>
          </a:bodyPr>
          <a:lstStyle/>
          <a:p>
            <a:pPr indent="0" lvl="0" marL="37845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Mail: 619 (72%)</a:t>
            </a:r>
            <a:endParaRPr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Call + IVR: 130 (15%)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Digital: 96 (11%)  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30432" lvl="0" marL="14303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928"/>
              <a:buFont typeface="Archivo"/>
              <a:buChar char="●"/>
            </a:pPr>
            <a:r>
              <a:rPr b="1" lang="es" sz="92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Difusión: 10 (2%)</a:t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2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7" name="Google Shape;677;p48"/>
          <p:cNvSpPr/>
          <p:nvPr/>
        </p:nvSpPr>
        <p:spPr>
          <a:xfrm>
            <a:off x="3573106" y="856365"/>
            <a:ext cx="15234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855</a:t>
            </a:r>
            <a:endParaRPr b="1" sz="17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Inscriptos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78" name="Google Shape;678;p48"/>
          <p:cNvSpPr/>
          <p:nvPr/>
        </p:nvSpPr>
        <p:spPr>
          <a:xfrm>
            <a:off x="3665676" y="1120368"/>
            <a:ext cx="303915" cy="304210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48"/>
          <p:cNvSpPr/>
          <p:nvPr/>
        </p:nvSpPr>
        <p:spPr>
          <a:xfrm>
            <a:off x="4040612" y="1010424"/>
            <a:ext cx="17700" cy="5229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sp>
        <p:nvSpPr>
          <p:cNvPr id="680" name="Google Shape;680;p48"/>
          <p:cNvSpPr/>
          <p:nvPr/>
        </p:nvSpPr>
        <p:spPr>
          <a:xfrm>
            <a:off x="6745500" y="856125"/>
            <a:ext cx="1713300" cy="752700"/>
          </a:xfrm>
          <a:prstGeom prst="roundRect">
            <a:avLst>
              <a:gd fmla="val 9890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75675" lIns="581075" spcFirstLastPara="1" rIns="75675" wrap="square" tIns="75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186 </a:t>
            </a:r>
            <a:r>
              <a:rPr b="1" lang="es" sz="1438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(22%)</a:t>
            </a:r>
            <a:endParaRPr b="1" sz="1038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Asistentes</a:t>
            </a:r>
            <a:endParaRPr sz="115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1" name="Google Shape;681;p48"/>
          <p:cNvSpPr/>
          <p:nvPr/>
        </p:nvSpPr>
        <p:spPr>
          <a:xfrm>
            <a:off x="7213018" y="940947"/>
            <a:ext cx="17700" cy="583500"/>
          </a:xfrm>
          <a:prstGeom prst="roundRect">
            <a:avLst>
              <a:gd fmla="val 50000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75675" lIns="75675" spcFirstLastPara="1" rIns="75675" wrap="square" tIns="75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grpSp>
        <p:nvGrpSpPr>
          <p:cNvPr id="682" name="Google Shape;682;p48"/>
          <p:cNvGrpSpPr/>
          <p:nvPr/>
        </p:nvGrpSpPr>
        <p:grpSpPr>
          <a:xfrm>
            <a:off x="6861707" y="1129434"/>
            <a:ext cx="255688" cy="206746"/>
            <a:chOff x="10290013" y="6822988"/>
            <a:chExt cx="649450" cy="470625"/>
          </a:xfrm>
        </p:grpSpPr>
        <p:sp>
          <p:nvSpPr>
            <p:cNvPr id="683" name="Google Shape;683;p48"/>
            <p:cNvSpPr/>
            <p:nvPr/>
          </p:nvSpPr>
          <p:spPr>
            <a:xfrm>
              <a:off x="10526138" y="7086038"/>
              <a:ext cx="413325" cy="207575"/>
            </a:xfrm>
            <a:custGeom>
              <a:rect b="b" l="l" r="r" t="t"/>
              <a:pathLst>
                <a:path extrusionOk="0" h="8303" w="16533">
                  <a:moveTo>
                    <a:pt x="8457" y="1"/>
                  </a:moveTo>
                  <a:cubicBezTo>
                    <a:pt x="7644" y="1"/>
                    <a:pt x="6830" y="65"/>
                    <a:pt x="6024" y="167"/>
                  </a:cubicBezTo>
                  <a:cubicBezTo>
                    <a:pt x="2701" y="576"/>
                    <a:pt x="82" y="3555"/>
                    <a:pt x="16" y="6878"/>
                  </a:cubicBezTo>
                  <a:cubicBezTo>
                    <a:pt x="0" y="7844"/>
                    <a:pt x="442" y="8302"/>
                    <a:pt x="1424" y="8302"/>
                  </a:cubicBezTo>
                  <a:lnTo>
                    <a:pt x="15223" y="8302"/>
                  </a:lnTo>
                  <a:cubicBezTo>
                    <a:pt x="16009" y="8302"/>
                    <a:pt x="16516" y="7811"/>
                    <a:pt x="16516" y="7075"/>
                  </a:cubicBezTo>
                  <a:cubicBezTo>
                    <a:pt x="16532" y="3883"/>
                    <a:pt x="14224" y="969"/>
                    <a:pt x="11098" y="265"/>
                  </a:cubicBezTo>
                  <a:cubicBezTo>
                    <a:pt x="10227" y="77"/>
                    <a:pt x="9343" y="1"/>
                    <a:pt x="8457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8"/>
            <p:cNvSpPr/>
            <p:nvPr/>
          </p:nvSpPr>
          <p:spPr>
            <a:xfrm>
              <a:off x="10349763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1" y="0"/>
                    <a:pt x="4731" y="0"/>
                  </a:cubicBezTo>
                  <a:cubicBezTo>
                    <a:pt x="2112" y="0"/>
                    <a:pt x="0" y="2112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9" y="7301"/>
                    <a:pt x="9429" y="4682"/>
                  </a:cubicBezTo>
                  <a:cubicBezTo>
                    <a:pt x="9412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8"/>
            <p:cNvSpPr/>
            <p:nvPr/>
          </p:nvSpPr>
          <p:spPr>
            <a:xfrm>
              <a:off x="10614938" y="6822988"/>
              <a:ext cx="235725" cy="235325"/>
            </a:xfrm>
            <a:custGeom>
              <a:rect b="b" l="l" r="r" t="t"/>
              <a:pathLst>
                <a:path extrusionOk="0" h="9413" w="9429">
                  <a:moveTo>
                    <a:pt x="4760" y="0"/>
                  </a:moveTo>
                  <a:cubicBezTo>
                    <a:pt x="4750" y="0"/>
                    <a:pt x="4740" y="0"/>
                    <a:pt x="4731" y="0"/>
                  </a:cubicBezTo>
                  <a:cubicBezTo>
                    <a:pt x="2128" y="0"/>
                    <a:pt x="0" y="2096"/>
                    <a:pt x="0" y="4682"/>
                  </a:cubicBezTo>
                  <a:cubicBezTo>
                    <a:pt x="0" y="7301"/>
                    <a:pt x="2095" y="9412"/>
                    <a:pt x="4698" y="9412"/>
                  </a:cubicBezTo>
                  <a:cubicBezTo>
                    <a:pt x="7317" y="9412"/>
                    <a:pt x="9428" y="7301"/>
                    <a:pt x="9428" y="4682"/>
                  </a:cubicBezTo>
                  <a:cubicBezTo>
                    <a:pt x="9428" y="2122"/>
                    <a:pt x="7300" y="0"/>
                    <a:pt x="4760" y="0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8"/>
            <p:cNvSpPr/>
            <p:nvPr/>
          </p:nvSpPr>
          <p:spPr>
            <a:xfrm>
              <a:off x="10290013" y="7087413"/>
              <a:ext cx="245950" cy="206200"/>
            </a:xfrm>
            <a:custGeom>
              <a:rect b="b" l="l" r="r" t="t"/>
              <a:pathLst>
                <a:path extrusionOk="0" h="8248" w="9838">
                  <a:moveTo>
                    <a:pt x="7256" y="1"/>
                  </a:moveTo>
                  <a:cubicBezTo>
                    <a:pt x="6899" y="1"/>
                    <a:pt x="6543" y="15"/>
                    <a:pt x="6188" y="30"/>
                  </a:cubicBezTo>
                  <a:cubicBezTo>
                    <a:pt x="5058" y="79"/>
                    <a:pt x="4027" y="407"/>
                    <a:pt x="3094" y="1029"/>
                  </a:cubicBezTo>
                  <a:cubicBezTo>
                    <a:pt x="999" y="2404"/>
                    <a:pt x="0" y="4384"/>
                    <a:pt x="17" y="6872"/>
                  </a:cubicBezTo>
                  <a:cubicBezTo>
                    <a:pt x="33" y="7789"/>
                    <a:pt x="492" y="8247"/>
                    <a:pt x="1392" y="8247"/>
                  </a:cubicBezTo>
                  <a:lnTo>
                    <a:pt x="7235" y="8247"/>
                  </a:lnTo>
                  <a:cubicBezTo>
                    <a:pt x="6777" y="5203"/>
                    <a:pt x="7792" y="2666"/>
                    <a:pt x="9838" y="423"/>
                  </a:cubicBezTo>
                  <a:cubicBezTo>
                    <a:pt x="9740" y="390"/>
                    <a:pt x="9658" y="341"/>
                    <a:pt x="9576" y="325"/>
                  </a:cubicBezTo>
                  <a:cubicBezTo>
                    <a:pt x="8813" y="67"/>
                    <a:pt x="8034" y="1"/>
                    <a:pt x="725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75675" lIns="75675" spcFirstLastPara="1" rIns="75675" wrap="square" tIns="756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48"/>
          <p:cNvSpPr/>
          <p:nvPr/>
        </p:nvSpPr>
        <p:spPr>
          <a:xfrm>
            <a:off x="6313889" y="4306386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107.194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88" name="Google Shape;688;p48"/>
          <p:cNvSpPr/>
          <p:nvPr/>
        </p:nvSpPr>
        <p:spPr>
          <a:xfrm>
            <a:off x="6313889" y="4306377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Audiencia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89" name="Google Shape;689;p48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322" y="4339260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48"/>
          <p:cNvSpPr/>
          <p:nvPr/>
        </p:nvSpPr>
        <p:spPr>
          <a:xfrm>
            <a:off x="4919449" y="4306386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248.980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1" name="Google Shape;691;p48"/>
          <p:cNvSpPr/>
          <p:nvPr/>
        </p:nvSpPr>
        <p:spPr>
          <a:xfrm>
            <a:off x="4919449" y="4306377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92" name="Google Shape;692;p48"/>
          <p:cNvGrpSpPr/>
          <p:nvPr/>
        </p:nvGrpSpPr>
        <p:grpSpPr>
          <a:xfrm>
            <a:off x="6029816" y="4355569"/>
            <a:ext cx="129482" cy="96839"/>
            <a:chOff x="11542348" y="3083222"/>
            <a:chExt cx="361681" cy="274875"/>
          </a:xfrm>
        </p:grpSpPr>
        <p:sp>
          <p:nvSpPr>
            <p:cNvPr id="693" name="Google Shape;693;p48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694" name="Google Shape;694;p48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695" name="Google Shape;695;p48"/>
          <p:cNvSpPr/>
          <p:nvPr/>
        </p:nvSpPr>
        <p:spPr>
          <a:xfrm>
            <a:off x="6312887" y="3782010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107.194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6" name="Google Shape;696;p48"/>
          <p:cNvSpPr/>
          <p:nvPr/>
        </p:nvSpPr>
        <p:spPr>
          <a:xfrm>
            <a:off x="6312887" y="3782000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Llamados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697" name="Google Shape;697;p48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319" y="3814884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48"/>
          <p:cNvSpPr/>
          <p:nvPr/>
        </p:nvSpPr>
        <p:spPr>
          <a:xfrm>
            <a:off x="4918446" y="3782010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244.998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99" name="Google Shape;699;p48"/>
          <p:cNvSpPr/>
          <p:nvPr/>
        </p:nvSpPr>
        <p:spPr>
          <a:xfrm>
            <a:off x="4918446" y="3782000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8"/>
          <p:cNvGrpSpPr/>
          <p:nvPr/>
        </p:nvGrpSpPr>
        <p:grpSpPr>
          <a:xfrm>
            <a:off x="6028813" y="3831193"/>
            <a:ext cx="129482" cy="96839"/>
            <a:chOff x="11542348" y="3083222"/>
            <a:chExt cx="361681" cy="274875"/>
          </a:xfrm>
        </p:grpSpPr>
        <p:sp>
          <p:nvSpPr>
            <p:cNvPr id="701" name="Google Shape;701;p48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02" name="Google Shape;702;p48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03" name="Google Shape;703;p48"/>
          <p:cNvSpPr/>
          <p:nvPr/>
        </p:nvSpPr>
        <p:spPr>
          <a:xfrm>
            <a:off x="6314914" y="2465357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33.139 </a:t>
            </a:r>
            <a:r>
              <a:rPr b="1" lang="es" sz="900">
                <a:solidFill>
                  <a:schemeClr val="accent4"/>
                </a:solidFill>
                <a:latin typeface="Archivo"/>
                <a:ea typeface="Archivo"/>
                <a:cs typeface="Archivo"/>
                <a:sym typeface="Archivo"/>
              </a:rPr>
              <a:t>(34%)</a:t>
            </a:r>
            <a:endParaRPr b="1" sz="900">
              <a:solidFill>
                <a:schemeClr val="accent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4" name="Google Shape;704;p48"/>
          <p:cNvSpPr/>
          <p:nvPr/>
        </p:nvSpPr>
        <p:spPr>
          <a:xfrm>
            <a:off x="6314914" y="24653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Escucha +75%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05" name="Google Shape;705;p48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5347" y="2498231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8"/>
          <p:cNvSpPr/>
          <p:nvPr/>
        </p:nvSpPr>
        <p:spPr>
          <a:xfrm>
            <a:off x="4920474" y="2465357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51.554 </a:t>
            </a:r>
            <a:r>
              <a:rPr b="1" lang="es" sz="900">
                <a:solidFill>
                  <a:srgbClr val="FFCC19"/>
                </a:solidFill>
                <a:latin typeface="Archivo"/>
                <a:ea typeface="Archivo"/>
                <a:cs typeface="Archivo"/>
                <a:sym typeface="Archivo"/>
              </a:rPr>
              <a:t>(21%)</a:t>
            </a:r>
            <a:endParaRPr b="1" sz="900">
              <a:solidFill>
                <a:srgbClr val="FFCC19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07" name="Google Shape;707;p48"/>
          <p:cNvSpPr/>
          <p:nvPr/>
        </p:nvSpPr>
        <p:spPr>
          <a:xfrm>
            <a:off x="4920474" y="2465348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8" name="Google Shape;708;p48"/>
          <p:cNvGrpSpPr/>
          <p:nvPr/>
        </p:nvGrpSpPr>
        <p:grpSpPr>
          <a:xfrm>
            <a:off x="6030841" y="2514540"/>
            <a:ext cx="129482" cy="96839"/>
            <a:chOff x="11542348" y="3083222"/>
            <a:chExt cx="361681" cy="274875"/>
          </a:xfrm>
        </p:grpSpPr>
        <p:sp>
          <p:nvSpPr>
            <p:cNvPr id="709" name="Google Shape;709;p48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10" name="Google Shape;710;p48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11" name="Google Shape;711;p48"/>
          <p:cNvSpPr/>
          <p:nvPr/>
        </p:nvSpPr>
        <p:spPr>
          <a:xfrm>
            <a:off x="6313912" y="195902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304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2" name="Google Shape;712;p48"/>
          <p:cNvSpPr/>
          <p:nvPr/>
        </p:nvSpPr>
        <p:spPr>
          <a:xfrm>
            <a:off x="6313912" y="1959019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Marque 1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13" name="Google Shape;713;p48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4344" y="1991902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48"/>
          <p:cNvSpPr/>
          <p:nvPr/>
        </p:nvSpPr>
        <p:spPr>
          <a:xfrm>
            <a:off x="4919471" y="1959028"/>
            <a:ext cx="12861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1.157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(2%)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5" name="Google Shape;715;p48"/>
          <p:cNvSpPr/>
          <p:nvPr/>
        </p:nvSpPr>
        <p:spPr>
          <a:xfrm>
            <a:off x="4919471" y="1959019"/>
            <a:ext cx="1286100" cy="1896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16" name="Google Shape;716;p48"/>
          <p:cNvGrpSpPr/>
          <p:nvPr/>
        </p:nvGrpSpPr>
        <p:grpSpPr>
          <a:xfrm>
            <a:off x="6029838" y="2008211"/>
            <a:ext cx="129482" cy="96839"/>
            <a:chOff x="11542348" y="3083222"/>
            <a:chExt cx="361681" cy="274875"/>
          </a:xfrm>
        </p:grpSpPr>
        <p:sp>
          <p:nvSpPr>
            <p:cNvPr id="717" name="Google Shape;717;p48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18" name="Google Shape;718;p48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6700" lIns="13400" spcFirstLastPara="1" rIns="13400" wrap="square" tIns="6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34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19" name="Google Shape;719;p48"/>
          <p:cNvSpPr/>
          <p:nvPr/>
        </p:nvSpPr>
        <p:spPr>
          <a:xfrm>
            <a:off x="6322935" y="2978704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96.549 (90%)</a:t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6322935" y="2978695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Atendidos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21" name="Google Shape;721;p48" title="telefon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3368" y="3011578"/>
            <a:ext cx="129475" cy="129457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48"/>
          <p:cNvSpPr/>
          <p:nvPr/>
        </p:nvSpPr>
        <p:spPr>
          <a:xfrm>
            <a:off x="3431332" y="2465357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1.356.770</a:t>
            </a:r>
            <a:endParaRPr b="1" sz="9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3431332" y="2465348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24" name="Google Shape;724;p48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4697" y="2498222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8"/>
          <p:cNvSpPr/>
          <p:nvPr/>
        </p:nvSpPr>
        <p:spPr>
          <a:xfrm>
            <a:off x="3429875" y="1964005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46.928 </a:t>
            </a:r>
            <a:r>
              <a:rPr b="1" lang="es" sz="900">
                <a:solidFill>
                  <a:srgbClr val="38761D"/>
                </a:solidFill>
                <a:latin typeface="Archivo"/>
                <a:ea typeface="Archivo"/>
                <a:cs typeface="Archivo"/>
                <a:sym typeface="Archivo"/>
              </a:rPr>
              <a:t>(3,46%)</a:t>
            </a:r>
            <a:endParaRPr b="1" sz="900">
              <a:solidFill>
                <a:srgbClr val="38761D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3430329" y="1959019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(CTR)</a:t>
            </a:r>
            <a:endParaRPr b="1" sz="8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27" name="Google Shape;727;p48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694" y="1991893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48"/>
          <p:cNvSpPr/>
          <p:nvPr/>
        </p:nvSpPr>
        <p:spPr>
          <a:xfrm>
            <a:off x="3439353" y="2978704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54.054 </a:t>
            </a:r>
            <a:r>
              <a:rPr b="1" lang="es" sz="900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(35,75%)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29" name="Google Shape;729;p48"/>
          <p:cNvSpPr/>
          <p:nvPr/>
        </p:nvSpPr>
        <p:spPr>
          <a:xfrm>
            <a:off x="3439353" y="2978695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Alcance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730" name="Google Shape;730;p48" title="telefono-movi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718" y="3011569"/>
            <a:ext cx="129475" cy="12947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48"/>
          <p:cNvSpPr/>
          <p:nvPr/>
        </p:nvSpPr>
        <p:spPr>
          <a:xfrm>
            <a:off x="3416138" y="3909642"/>
            <a:ext cx="14067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151.200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2" name="Google Shape;732;p48"/>
          <p:cNvSpPr/>
          <p:nvPr/>
        </p:nvSpPr>
        <p:spPr>
          <a:xfrm>
            <a:off x="3416138" y="3909633"/>
            <a:ext cx="1406700" cy="1896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Habitantes del eje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3" name="Google Shape;733;p48"/>
          <p:cNvSpPr/>
          <p:nvPr/>
        </p:nvSpPr>
        <p:spPr>
          <a:xfrm>
            <a:off x="7632170" y="4296458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6.294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4" name="Google Shape;734;p48"/>
          <p:cNvSpPr/>
          <p:nvPr/>
        </p:nvSpPr>
        <p:spPr>
          <a:xfrm>
            <a:off x="7632170" y="4296448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total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5" name="Google Shape;735;p48"/>
          <p:cNvSpPr/>
          <p:nvPr/>
        </p:nvSpPr>
        <p:spPr>
          <a:xfrm>
            <a:off x="7631167" y="3772081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6.294</a:t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36" name="Google Shape;736;p48"/>
          <p:cNvSpPr/>
          <p:nvPr/>
        </p:nvSpPr>
        <p:spPr>
          <a:xfrm>
            <a:off x="7631167" y="3772072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Base llamada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37" name="Google Shape;737;p48"/>
          <p:cNvGrpSpPr/>
          <p:nvPr/>
        </p:nvGrpSpPr>
        <p:grpSpPr>
          <a:xfrm>
            <a:off x="8705947" y="3821402"/>
            <a:ext cx="77078" cy="96820"/>
            <a:chOff x="3731750" y="3001050"/>
            <a:chExt cx="1526300" cy="1940275"/>
          </a:xfrm>
        </p:grpSpPr>
        <p:sp>
          <p:nvSpPr>
            <p:cNvPr id="738" name="Google Shape;738;p48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8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48"/>
          <p:cNvGrpSpPr/>
          <p:nvPr/>
        </p:nvGrpSpPr>
        <p:grpSpPr>
          <a:xfrm>
            <a:off x="8710546" y="4348233"/>
            <a:ext cx="77078" cy="96820"/>
            <a:chOff x="3731750" y="3001050"/>
            <a:chExt cx="1526300" cy="1940275"/>
          </a:xfrm>
        </p:grpSpPr>
        <p:sp>
          <p:nvSpPr>
            <p:cNvPr id="741" name="Google Shape;741;p48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8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3" name="Google Shape;743;p48"/>
          <p:cNvSpPr/>
          <p:nvPr/>
        </p:nvSpPr>
        <p:spPr>
          <a:xfrm>
            <a:off x="7625602" y="2460102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1.362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(22%)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4" name="Google Shape;744;p48"/>
          <p:cNvSpPr/>
          <p:nvPr/>
        </p:nvSpPr>
        <p:spPr>
          <a:xfrm>
            <a:off x="7625602" y="2460093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Contactados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5" name="Google Shape;745;p48"/>
          <p:cNvSpPr/>
          <p:nvPr/>
        </p:nvSpPr>
        <p:spPr>
          <a:xfrm>
            <a:off x="7624600" y="1953773"/>
            <a:ext cx="1224300" cy="4374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91425" spcFirstLastPara="1" rIns="91425" wrap="square" tIns="234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900">
                <a:latin typeface="Archivo"/>
                <a:ea typeface="Archivo"/>
                <a:cs typeface="Archivo"/>
                <a:sym typeface="Archivo"/>
              </a:rPr>
              <a:t>1.146 </a:t>
            </a:r>
            <a:r>
              <a:rPr b="1" lang="es" sz="900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(84%)</a:t>
            </a:r>
            <a:endParaRPr b="1" sz="900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46" name="Google Shape;746;p48"/>
          <p:cNvSpPr/>
          <p:nvPr/>
        </p:nvSpPr>
        <p:spPr>
          <a:xfrm>
            <a:off x="7624600" y="1953764"/>
            <a:ext cx="1224300" cy="189600"/>
          </a:xfrm>
          <a:prstGeom prst="roundRect">
            <a:avLst>
              <a:gd fmla="val 16667" name="adj"/>
            </a:avLst>
          </a:prstGeom>
          <a:solidFill>
            <a:srgbClr val="FFCC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latin typeface="Archivo"/>
                <a:ea typeface="Archivo"/>
                <a:cs typeface="Archivo"/>
                <a:sym typeface="Archivo"/>
              </a:rPr>
              <a:t>Efectivos</a:t>
            </a:r>
            <a:endParaRPr b="1" sz="8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47" name="Google Shape;747;p48"/>
          <p:cNvGrpSpPr/>
          <p:nvPr/>
        </p:nvGrpSpPr>
        <p:grpSpPr>
          <a:xfrm>
            <a:off x="8698701" y="2000146"/>
            <a:ext cx="77078" cy="96820"/>
            <a:chOff x="3731750" y="3001050"/>
            <a:chExt cx="1526300" cy="1940275"/>
          </a:xfrm>
        </p:grpSpPr>
        <p:sp>
          <p:nvSpPr>
            <p:cNvPr id="748" name="Google Shape;748;p48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8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0" name="Google Shape;750;p48"/>
          <p:cNvGrpSpPr/>
          <p:nvPr/>
        </p:nvGrpSpPr>
        <p:grpSpPr>
          <a:xfrm>
            <a:off x="8703299" y="2517123"/>
            <a:ext cx="77078" cy="96820"/>
            <a:chOff x="3731750" y="3001050"/>
            <a:chExt cx="1526300" cy="1940275"/>
          </a:xfrm>
        </p:grpSpPr>
        <p:sp>
          <p:nvSpPr>
            <p:cNvPr id="751" name="Google Shape;751;p48"/>
            <p:cNvSpPr/>
            <p:nvPr/>
          </p:nvSpPr>
          <p:spPr>
            <a:xfrm>
              <a:off x="3731750" y="3194975"/>
              <a:ext cx="1526300" cy="1746350"/>
            </a:xfrm>
            <a:custGeom>
              <a:rect b="b" l="l" r="r" t="t"/>
              <a:pathLst>
                <a:path extrusionOk="0" h="69854" w="61052">
                  <a:moveTo>
                    <a:pt x="30954" y="1"/>
                  </a:moveTo>
                  <a:cubicBezTo>
                    <a:pt x="29984" y="1"/>
                    <a:pt x="29005" y="73"/>
                    <a:pt x="28021" y="204"/>
                  </a:cubicBezTo>
                  <a:cubicBezTo>
                    <a:pt x="22892" y="878"/>
                    <a:pt x="18971" y="3373"/>
                    <a:pt x="16496" y="7947"/>
                  </a:cubicBezTo>
                  <a:cubicBezTo>
                    <a:pt x="14219" y="12165"/>
                    <a:pt x="14080" y="16700"/>
                    <a:pt x="14754" y="21314"/>
                  </a:cubicBezTo>
                  <a:cubicBezTo>
                    <a:pt x="15506" y="26462"/>
                    <a:pt x="17843" y="30918"/>
                    <a:pt x="21031" y="34958"/>
                  </a:cubicBezTo>
                  <a:cubicBezTo>
                    <a:pt x="21486" y="35532"/>
                    <a:pt x="21922" y="36126"/>
                    <a:pt x="22259" y="36760"/>
                  </a:cubicBezTo>
                  <a:cubicBezTo>
                    <a:pt x="23387" y="38839"/>
                    <a:pt x="22813" y="40918"/>
                    <a:pt x="20813" y="42146"/>
                  </a:cubicBezTo>
                  <a:cubicBezTo>
                    <a:pt x="20278" y="42463"/>
                    <a:pt x="19704" y="42700"/>
                    <a:pt x="19150" y="42958"/>
                  </a:cubicBezTo>
                  <a:cubicBezTo>
                    <a:pt x="15862" y="44582"/>
                    <a:pt x="12516" y="46087"/>
                    <a:pt x="9328" y="47869"/>
                  </a:cubicBezTo>
                  <a:cubicBezTo>
                    <a:pt x="7288" y="48998"/>
                    <a:pt x="5347" y="50423"/>
                    <a:pt x="3585" y="51948"/>
                  </a:cubicBezTo>
                  <a:cubicBezTo>
                    <a:pt x="912" y="54265"/>
                    <a:pt x="1" y="57335"/>
                    <a:pt x="674" y="60780"/>
                  </a:cubicBezTo>
                  <a:cubicBezTo>
                    <a:pt x="1268" y="63731"/>
                    <a:pt x="3387" y="65394"/>
                    <a:pt x="5941" y="66582"/>
                  </a:cubicBezTo>
                  <a:cubicBezTo>
                    <a:pt x="9783" y="68404"/>
                    <a:pt x="13902" y="69097"/>
                    <a:pt x="18061" y="69394"/>
                  </a:cubicBezTo>
                  <a:cubicBezTo>
                    <a:pt x="22714" y="69731"/>
                    <a:pt x="27368" y="69830"/>
                    <a:pt x="32021" y="69850"/>
                  </a:cubicBezTo>
                  <a:cubicBezTo>
                    <a:pt x="32434" y="69852"/>
                    <a:pt x="32848" y="69854"/>
                    <a:pt x="33261" y="69854"/>
                  </a:cubicBezTo>
                  <a:cubicBezTo>
                    <a:pt x="38768" y="69854"/>
                    <a:pt x="44269" y="69586"/>
                    <a:pt x="49685" y="68444"/>
                  </a:cubicBezTo>
                  <a:cubicBezTo>
                    <a:pt x="52358" y="67869"/>
                    <a:pt x="54952" y="67117"/>
                    <a:pt x="57249" y="65572"/>
                  </a:cubicBezTo>
                  <a:cubicBezTo>
                    <a:pt x="58735" y="64562"/>
                    <a:pt x="59923" y="63295"/>
                    <a:pt x="60259" y="61473"/>
                  </a:cubicBezTo>
                  <a:cubicBezTo>
                    <a:pt x="61051" y="57315"/>
                    <a:pt x="59982" y="53770"/>
                    <a:pt x="56675" y="50978"/>
                  </a:cubicBezTo>
                  <a:cubicBezTo>
                    <a:pt x="54517" y="49156"/>
                    <a:pt x="52121" y="47711"/>
                    <a:pt x="49546" y="46562"/>
                  </a:cubicBezTo>
                  <a:cubicBezTo>
                    <a:pt x="46853" y="45334"/>
                    <a:pt x="44101" y="44245"/>
                    <a:pt x="41388" y="43037"/>
                  </a:cubicBezTo>
                  <a:cubicBezTo>
                    <a:pt x="39308" y="42126"/>
                    <a:pt x="37962" y="40700"/>
                    <a:pt x="38398" y="38205"/>
                  </a:cubicBezTo>
                  <a:cubicBezTo>
                    <a:pt x="38417" y="38146"/>
                    <a:pt x="38378" y="38087"/>
                    <a:pt x="38338" y="37968"/>
                  </a:cubicBezTo>
                  <a:cubicBezTo>
                    <a:pt x="37615" y="37968"/>
                    <a:pt x="36907" y="37973"/>
                    <a:pt x="36204" y="37973"/>
                  </a:cubicBezTo>
                  <a:cubicBezTo>
                    <a:pt x="35501" y="37973"/>
                    <a:pt x="34803" y="37968"/>
                    <a:pt x="34100" y="37948"/>
                  </a:cubicBezTo>
                  <a:cubicBezTo>
                    <a:pt x="31823" y="37888"/>
                    <a:pt x="29962" y="36067"/>
                    <a:pt x="29744" y="33710"/>
                  </a:cubicBezTo>
                  <a:cubicBezTo>
                    <a:pt x="29546" y="31453"/>
                    <a:pt x="31051" y="29195"/>
                    <a:pt x="33269" y="28878"/>
                  </a:cubicBezTo>
                  <a:cubicBezTo>
                    <a:pt x="34081" y="28760"/>
                    <a:pt x="34902" y="28720"/>
                    <a:pt x="35727" y="28720"/>
                  </a:cubicBezTo>
                  <a:cubicBezTo>
                    <a:pt x="36551" y="28720"/>
                    <a:pt x="37378" y="28760"/>
                    <a:pt x="38200" y="28799"/>
                  </a:cubicBezTo>
                  <a:cubicBezTo>
                    <a:pt x="38833" y="28819"/>
                    <a:pt x="39447" y="29235"/>
                    <a:pt x="40081" y="29453"/>
                  </a:cubicBezTo>
                  <a:cubicBezTo>
                    <a:pt x="40307" y="29540"/>
                    <a:pt x="40549" y="29658"/>
                    <a:pt x="40766" y="29658"/>
                  </a:cubicBezTo>
                  <a:cubicBezTo>
                    <a:pt x="40796" y="29658"/>
                    <a:pt x="40825" y="29655"/>
                    <a:pt x="40853" y="29651"/>
                  </a:cubicBezTo>
                  <a:cubicBezTo>
                    <a:pt x="41705" y="29492"/>
                    <a:pt x="42556" y="29314"/>
                    <a:pt x="43388" y="29076"/>
                  </a:cubicBezTo>
                  <a:cubicBezTo>
                    <a:pt x="43665" y="28997"/>
                    <a:pt x="43962" y="28720"/>
                    <a:pt x="44081" y="28443"/>
                  </a:cubicBezTo>
                  <a:cubicBezTo>
                    <a:pt x="46398" y="23472"/>
                    <a:pt x="47348" y="18264"/>
                    <a:pt x="46299" y="12819"/>
                  </a:cubicBezTo>
                  <a:cubicBezTo>
                    <a:pt x="45249" y="7373"/>
                    <a:pt x="42398" y="3274"/>
                    <a:pt x="37110" y="1135"/>
                  </a:cubicBezTo>
                  <a:cubicBezTo>
                    <a:pt x="35107" y="337"/>
                    <a:pt x="33049" y="1"/>
                    <a:pt x="30954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8"/>
            <p:cNvSpPr/>
            <p:nvPr/>
          </p:nvSpPr>
          <p:spPr>
            <a:xfrm>
              <a:off x="3823825" y="3001050"/>
              <a:ext cx="1339675" cy="1089200"/>
            </a:xfrm>
            <a:custGeom>
              <a:rect b="b" l="l" r="r" t="t"/>
              <a:pathLst>
                <a:path extrusionOk="0" h="43568" w="53587">
                  <a:moveTo>
                    <a:pt x="26776" y="1"/>
                  </a:moveTo>
                  <a:cubicBezTo>
                    <a:pt x="25341" y="1"/>
                    <a:pt x="23884" y="123"/>
                    <a:pt x="22417" y="377"/>
                  </a:cubicBezTo>
                  <a:cubicBezTo>
                    <a:pt x="11526" y="2258"/>
                    <a:pt x="3070" y="11684"/>
                    <a:pt x="2357" y="22754"/>
                  </a:cubicBezTo>
                  <a:cubicBezTo>
                    <a:pt x="2338" y="23031"/>
                    <a:pt x="2120" y="23387"/>
                    <a:pt x="1902" y="23546"/>
                  </a:cubicBezTo>
                  <a:cubicBezTo>
                    <a:pt x="654" y="24457"/>
                    <a:pt x="1" y="25645"/>
                    <a:pt x="21" y="27190"/>
                  </a:cubicBezTo>
                  <a:lnTo>
                    <a:pt x="21" y="34952"/>
                  </a:lnTo>
                  <a:cubicBezTo>
                    <a:pt x="21" y="35249"/>
                    <a:pt x="41" y="35566"/>
                    <a:pt x="100" y="35863"/>
                  </a:cubicBezTo>
                  <a:cubicBezTo>
                    <a:pt x="546" y="37872"/>
                    <a:pt x="2180" y="39147"/>
                    <a:pt x="4231" y="39147"/>
                  </a:cubicBezTo>
                  <a:cubicBezTo>
                    <a:pt x="4364" y="39147"/>
                    <a:pt x="4499" y="39141"/>
                    <a:pt x="4635" y="39130"/>
                  </a:cubicBezTo>
                  <a:cubicBezTo>
                    <a:pt x="6754" y="38952"/>
                    <a:pt x="8298" y="37269"/>
                    <a:pt x="8338" y="34952"/>
                  </a:cubicBezTo>
                  <a:cubicBezTo>
                    <a:pt x="8397" y="32358"/>
                    <a:pt x="8358" y="29784"/>
                    <a:pt x="8358" y="27190"/>
                  </a:cubicBezTo>
                  <a:cubicBezTo>
                    <a:pt x="8338" y="25665"/>
                    <a:pt x="7764" y="24437"/>
                    <a:pt x="6457" y="23546"/>
                  </a:cubicBezTo>
                  <a:cubicBezTo>
                    <a:pt x="6278" y="23407"/>
                    <a:pt x="6120" y="23051"/>
                    <a:pt x="6140" y="22793"/>
                  </a:cubicBezTo>
                  <a:cubicBezTo>
                    <a:pt x="6239" y="21823"/>
                    <a:pt x="6377" y="20853"/>
                    <a:pt x="6575" y="19902"/>
                  </a:cubicBezTo>
                  <a:cubicBezTo>
                    <a:pt x="8597" y="10434"/>
                    <a:pt x="17431" y="3695"/>
                    <a:pt x="26806" y="3695"/>
                  </a:cubicBezTo>
                  <a:cubicBezTo>
                    <a:pt x="28177" y="3695"/>
                    <a:pt x="29558" y="3839"/>
                    <a:pt x="30932" y="4139"/>
                  </a:cubicBezTo>
                  <a:cubicBezTo>
                    <a:pt x="40121" y="6159"/>
                    <a:pt x="46576" y="13427"/>
                    <a:pt x="47447" y="22813"/>
                  </a:cubicBezTo>
                  <a:cubicBezTo>
                    <a:pt x="47467" y="23051"/>
                    <a:pt x="47329" y="23427"/>
                    <a:pt x="47131" y="23546"/>
                  </a:cubicBezTo>
                  <a:cubicBezTo>
                    <a:pt x="45784" y="24477"/>
                    <a:pt x="45230" y="25784"/>
                    <a:pt x="45249" y="27368"/>
                  </a:cubicBezTo>
                  <a:lnTo>
                    <a:pt x="45249" y="32516"/>
                  </a:lnTo>
                  <a:lnTo>
                    <a:pt x="45249" y="36754"/>
                  </a:lnTo>
                  <a:cubicBezTo>
                    <a:pt x="42853" y="38378"/>
                    <a:pt x="39962" y="39249"/>
                    <a:pt x="36913" y="39665"/>
                  </a:cubicBezTo>
                  <a:cubicBezTo>
                    <a:pt x="36772" y="39683"/>
                    <a:pt x="36637" y="39694"/>
                    <a:pt x="36508" y="39694"/>
                  </a:cubicBezTo>
                  <a:cubicBezTo>
                    <a:pt x="36073" y="39694"/>
                    <a:pt x="35695" y="39571"/>
                    <a:pt x="35328" y="39190"/>
                  </a:cubicBezTo>
                  <a:cubicBezTo>
                    <a:pt x="35031" y="38893"/>
                    <a:pt x="34497" y="38715"/>
                    <a:pt x="34041" y="38675"/>
                  </a:cubicBezTo>
                  <a:cubicBezTo>
                    <a:pt x="33416" y="38643"/>
                    <a:pt x="32785" y="38623"/>
                    <a:pt x="32154" y="38623"/>
                  </a:cubicBezTo>
                  <a:cubicBezTo>
                    <a:pt x="31607" y="38623"/>
                    <a:pt x="31060" y="38638"/>
                    <a:pt x="30516" y="38675"/>
                  </a:cubicBezTo>
                  <a:cubicBezTo>
                    <a:pt x="29190" y="38754"/>
                    <a:pt x="28200" y="39883"/>
                    <a:pt x="28219" y="41131"/>
                  </a:cubicBezTo>
                  <a:cubicBezTo>
                    <a:pt x="28239" y="42477"/>
                    <a:pt x="29269" y="43487"/>
                    <a:pt x="30655" y="43527"/>
                  </a:cubicBezTo>
                  <a:cubicBezTo>
                    <a:pt x="31262" y="43538"/>
                    <a:pt x="31874" y="43567"/>
                    <a:pt x="32486" y="43567"/>
                  </a:cubicBezTo>
                  <a:cubicBezTo>
                    <a:pt x="32973" y="43567"/>
                    <a:pt x="33460" y="43548"/>
                    <a:pt x="33942" y="43487"/>
                  </a:cubicBezTo>
                  <a:cubicBezTo>
                    <a:pt x="34556" y="43408"/>
                    <a:pt x="35130" y="42972"/>
                    <a:pt x="35705" y="42695"/>
                  </a:cubicBezTo>
                  <a:cubicBezTo>
                    <a:pt x="36061" y="42517"/>
                    <a:pt x="36398" y="42220"/>
                    <a:pt x="36774" y="42180"/>
                  </a:cubicBezTo>
                  <a:cubicBezTo>
                    <a:pt x="40259" y="41764"/>
                    <a:pt x="43586" y="40853"/>
                    <a:pt x="46537" y="38893"/>
                  </a:cubicBezTo>
                  <a:cubicBezTo>
                    <a:pt x="46782" y="38737"/>
                    <a:pt x="46983" y="38662"/>
                    <a:pt x="47197" y="38662"/>
                  </a:cubicBezTo>
                  <a:cubicBezTo>
                    <a:pt x="47363" y="38662"/>
                    <a:pt x="47537" y="38707"/>
                    <a:pt x="47745" y="38794"/>
                  </a:cubicBezTo>
                  <a:cubicBezTo>
                    <a:pt x="48333" y="39038"/>
                    <a:pt x="48922" y="39152"/>
                    <a:pt x="49487" y="39152"/>
                  </a:cubicBezTo>
                  <a:cubicBezTo>
                    <a:pt x="51715" y="39152"/>
                    <a:pt x="53570" y="37381"/>
                    <a:pt x="53586" y="34853"/>
                  </a:cubicBezTo>
                  <a:cubicBezTo>
                    <a:pt x="53586" y="32299"/>
                    <a:pt x="53566" y="29744"/>
                    <a:pt x="53586" y="27190"/>
                  </a:cubicBezTo>
                  <a:cubicBezTo>
                    <a:pt x="53586" y="25645"/>
                    <a:pt x="52972" y="24457"/>
                    <a:pt x="51705" y="23546"/>
                  </a:cubicBezTo>
                  <a:cubicBezTo>
                    <a:pt x="51467" y="23387"/>
                    <a:pt x="51289" y="23051"/>
                    <a:pt x="51250" y="22754"/>
                  </a:cubicBezTo>
                  <a:cubicBezTo>
                    <a:pt x="51071" y="21744"/>
                    <a:pt x="51032" y="20694"/>
                    <a:pt x="50834" y="19684"/>
                  </a:cubicBezTo>
                  <a:cubicBezTo>
                    <a:pt x="48438" y="7970"/>
                    <a:pt x="38332" y="1"/>
                    <a:pt x="26776" y="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ctr" bIns="48525" lIns="48525" spcFirstLastPara="1" rIns="48525" wrap="square" tIns="485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4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49"/>
          <p:cNvSpPr/>
          <p:nvPr/>
        </p:nvSpPr>
        <p:spPr>
          <a:xfrm>
            <a:off x="0" y="23486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9"/>
          <p:cNvSpPr/>
          <p:nvPr/>
        </p:nvSpPr>
        <p:spPr>
          <a:xfrm>
            <a:off x="0" y="23486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49"/>
          <p:cNvSpPr/>
          <p:nvPr/>
        </p:nvSpPr>
        <p:spPr>
          <a:xfrm>
            <a:off x="0" y="23486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49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61" name="Google Shape;761;p49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2" name="Google Shape;762;p49"/>
          <p:cNvGrpSpPr/>
          <p:nvPr/>
        </p:nvGrpSpPr>
        <p:grpSpPr>
          <a:xfrm rot="5400000">
            <a:off x="69875" y="-381850"/>
            <a:ext cx="419400" cy="91500"/>
            <a:chOff x="439425" y="-528325"/>
            <a:chExt cx="419400" cy="91500"/>
          </a:xfrm>
        </p:grpSpPr>
        <p:sp>
          <p:nvSpPr>
            <p:cNvPr id="763" name="Google Shape;763;p49"/>
            <p:cNvSpPr/>
            <p:nvPr/>
          </p:nvSpPr>
          <p:spPr>
            <a:xfrm>
              <a:off x="4394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9"/>
            <p:cNvSpPr/>
            <p:nvPr/>
          </p:nvSpPr>
          <p:spPr>
            <a:xfrm>
              <a:off x="60337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9"/>
            <p:cNvSpPr/>
            <p:nvPr/>
          </p:nvSpPr>
          <p:spPr>
            <a:xfrm>
              <a:off x="767325" y="-528325"/>
              <a:ext cx="91500" cy="9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6" name="Google Shape;766;p49"/>
          <p:cNvSpPr txBox="1"/>
          <p:nvPr/>
        </p:nvSpPr>
        <p:spPr>
          <a:xfrm>
            <a:off x="278350" y="2517136"/>
            <a:ext cx="76287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5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5500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7" name="Google Shape;767;p49"/>
          <p:cNvSpPr txBox="1"/>
          <p:nvPr/>
        </p:nvSpPr>
        <p:spPr>
          <a:xfrm>
            <a:off x="278350" y="3429605"/>
            <a:ext cx="69327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8DE2D6"/>
                </a:solidFill>
                <a:latin typeface="Archivo Black"/>
                <a:ea typeface="Archivo Black"/>
                <a:cs typeface="Archivo Black"/>
                <a:sym typeface="Archivo Black"/>
              </a:rPr>
              <a:t>Alcance semanal</a:t>
            </a:r>
            <a:endParaRPr sz="36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0"/>
          <p:cNvSpPr/>
          <p:nvPr/>
        </p:nvSpPr>
        <p:spPr>
          <a:xfrm>
            <a:off x="274775" y="208594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" name="Google Shape;773;p50"/>
          <p:cNvGrpSpPr/>
          <p:nvPr/>
        </p:nvGrpSpPr>
        <p:grpSpPr>
          <a:xfrm>
            <a:off x="376133" y="286270"/>
            <a:ext cx="190480" cy="211556"/>
            <a:chOff x="2169088" y="811743"/>
            <a:chExt cx="3848087" cy="4273857"/>
          </a:xfrm>
        </p:grpSpPr>
        <p:sp>
          <p:nvSpPr>
            <p:cNvPr id="774" name="Google Shape;774;p50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0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50"/>
          <p:cNvSpPr txBox="1"/>
          <p:nvPr/>
        </p:nvSpPr>
        <p:spPr>
          <a:xfrm>
            <a:off x="740400" y="227650"/>
            <a:ext cx="60432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Comunicación Directa | Envío semanal de M2</a:t>
            </a:r>
            <a:endParaRPr sz="2000">
              <a:solidFill>
                <a:srgbClr val="123546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777" name="Google Shape;777;p50"/>
          <p:cNvSpPr/>
          <p:nvPr/>
        </p:nvSpPr>
        <p:spPr>
          <a:xfrm>
            <a:off x="384300" y="896748"/>
            <a:ext cx="8495700" cy="279600"/>
          </a:xfrm>
          <a:prstGeom prst="roundRect">
            <a:avLst>
              <a:gd fmla="val 50000" name="adj"/>
            </a:avLst>
          </a:prstGeom>
          <a:solidFill>
            <a:srgbClr val="FFCC19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M2</a:t>
            </a:r>
            <a:endParaRPr sz="1200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8" name="Google Shape;778;p50"/>
          <p:cNvSpPr/>
          <p:nvPr/>
        </p:nvSpPr>
        <p:spPr>
          <a:xfrm>
            <a:off x="1719220" y="2312498"/>
            <a:ext cx="1602300" cy="393900"/>
          </a:xfrm>
          <a:prstGeom prst="roundRect">
            <a:avLst>
              <a:gd fmla="val 16667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b" bIns="53675" lIns="90900" spcFirstLastPara="1" rIns="90900" wrap="square" tIns="71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b="1" sz="994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79" name="Google Shape;779;p50"/>
          <p:cNvSpPr/>
          <p:nvPr/>
        </p:nvSpPr>
        <p:spPr>
          <a:xfrm>
            <a:off x="1719220" y="1551374"/>
            <a:ext cx="1602396" cy="964602"/>
          </a:xfrm>
          <a:prstGeom prst="flowChartDocumen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Mails enviados</a:t>
            </a:r>
            <a:endParaRPr b="1" sz="895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88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760.702</a:t>
            </a:r>
            <a:endParaRPr sz="1988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780" name="Google Shape;780;p50"/>
          <p:cNvGrpSpPr/>
          <p:nvPr/>
        </p:nvGrpSpPr>
        <p:grpSpPr>
          <a:xfrm>
            <a:off x="1771755" y="2546563"/>
            <a:ext cx="156463" cy="107009"/>
            <a:chOff x="11542348" y="3083222"/>
            <a:chExt cx="361681" cy="274875"/>
          </a:xfrm>
        </p:grpSpPr>
        <p:sp>
          <p:nvSpPr>
            <p:cNvPr id="781" name="Google Shape;781;p50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782" name="Google Shape;782;p50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5900" lIns="11750" spcFirstLastPara="1" rIns="11750" wrap="square" tIns="5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6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783" name="Google Shape;783;p50"/>
          <p:cNvSpPr/>
          <p:nvPr/>
        </p:nvSpPr>
        <p:spPr>
          <a:xfrm>
            <a:off x="1821571" y="3420483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194.381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(26%)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4" name="Google Shape;784;p50"/>
          <p:cNvSpPr/>
          <p:nvPr/>
        </p:nvSpPr>
        <p:spPr>
          <a:xfrm>
            <a:off x="1821336" y="3420472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Aperturas (OR)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5" name="Google Shape;785;p50"/>
          <p:cNvSpPr/>
          <p:nvPr/>
        </p:nvSpPr>
        <p:spPr>
          <a:xfrm>
            <a:off x="1821818" y="2812457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94">
                <a:latin typeface="Archivo"/>
                <a:ea typeface="Archivo"/>
                <a:cs typeface="Archivo"/>
                <a:sym typeface="Archivo"/>
              </a:rPr>
              <a:t>752.254</a:t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6" name="Google Shape;786;p50"/>
          <p:cNvSpPr/>
          <p:nvPr/>
        </p:nvSpPr>
        <p:spPr>
          <a:xfrm>
            <a:off x="1821583" y="2812446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Mails entregados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7" name="Google Shape;787;p50"/>
          <p:cNvSpPr/>
          <p:nvPr/>
        </p:nvSpPr>
        <p:spPr>
          <a:xfrm>
            <a:off x="1821448" y="4028530"/>
            <a:ext cx="1398000" cy="506700"/>
          </a:xfrm>
          <a:prstGeom prst="roundRect">
            <a:avLst>
              <a:gd fmla="val 827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0" lIns="115175" spcFirstLastPara="1" rIns="115175" wrap="square" tIns="294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5"/>
              <a:buFont typeface="Arial"/>
              <a:buNone/>
            </a:pP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3.748</a:t>
            </a:r>
            <a:r>
              <a:rPr b="1" lang="es" sz="926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b="1" lang="es" sz="994">
                <a:solidFill>
                  <a:srgbClr val="6AA84F"/>
                </a:solidFill>
                <a:latin typeface="Archivo"/>
                <a:ea typeface="Archivo"/>
                <a:cs typeface="Archivo"/>
                <a:sym typeface="Archivo"/>
              </a:rPr>
              <a:t>(2%)</a:t>
            </a:r>
            <a:endParaRPr b="1" sz="994">
              <a:solidFill>
                <a:srgbClr val="6AA84F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4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8" name="Google Shape;788;p50"/>
          <p:cNvSpPr/>
          <p:nvPr/>
        </p:nvSpPr>
        <p:spPr>
          <a:xfrm>
            <a:off x="1821213" y="4028520"/>
            <a:ext cx="1398000" cy="2196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115175" lIns="115175" spcFirstLastPara="1" rIns="115175" wrap="square" tIns="1151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5">
                <a:solidFill>
                  <a:srgbClr val="000000"/>
                </a:solidFill>
                <a:latin typeface="Archivo"/>
                <a:ea typeface="Archivo"/>
                <a:cs typeface="Archivo"/>
                <a:sym typeface="Archivo"/>
              </a:rPr>
              <a:t>Clics (CTOR)</a:t>
            </a:r>
            <a:endParaRPr b="1" sz="895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9" name="Google Shape;789;p50"/>
          <p:cNvSpPr txBox="1"/>
          <p:nvPr/>
        </p:nvSpPr>
        <p:spPr>
          <a:xfrm>
            <a:off x="3915900" y="1840477"/>
            <a:ext cx="4350900" cy="27090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Habilitación Colectora Sur AU Dellepiane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Cierre estación Entre Ríos (Línea E)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Cortes y desvíos por evento deportivo (Corré en Caballito)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Cambio de sentido - Cafayate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PBN Irigoyen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Obras en parques y plazas (Plaza Constitución)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 servicios en tu barrio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Fin de obra - Calle Necochea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Poda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Recambio tecnológico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Luminarias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Vías Peatonales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Repavimentación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8DED4"/>
              </a:buClr>
              <a:buSzPts val="800"/>
              <a:buFont typeface="Archivo"/>
              <a:buChar char="●"/>
            </a:pPr>
            <a:r>
              <a:rPr lang="es" sz="8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Pluviales</a:t>
            </a:r>
            <a:endParaRPr sz="8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0" name="Google Shape;790;p50"/>
          <p:cNvSpPr/>
          <p:nvPr/>
        </p:nvSpPr>
        <p:spPr>
          <a:xfrm>
            <a:off x="3915900" y="1558224"/>
            <a:ext cx="4350900" cy="304200"/>
          </a:xfrm>
          <a:prstGeom prst="roundRect">
            <a:avLst>
              <a:gd fmla="val 21289" name="adj"/>
            </a:avLst>
          </a:prstGeom>
          <a:solidFill>
            <a:srgbClr val="8FE1D5"/>
          </a:solidFill>
          <a:ln>
            <a:noFill/>
          </a:ln>
        </p:spPr>
        <p:txBody>
          <a:bodyPr anchorCtr="0" anchor="ctr" bIns="87475" lIns="87475" spcFirstLastPara="1" rIns="87475" wrap="square" tIns="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4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14 Proyectos</a:t>
            </a:r>
            <a:endParaRPr b="1" sz="124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91" name="Google Shape;791;p50"/>
          <p:cNvSpPr/>
          <p:nvPr/>
        </p:nvSpPr>
        <p:spPr>
          <a:xfrm>
            <a:off x="5544599" y="1249532"/>
            <a:ext cx="1093500" cy="253200"/>
          </a:xfrm>
          <a:prstGeom prst="roundRect">
            <a:avLst>
              <a:gd fmla="val 50000" name="adj"/>
            </a:avLst>
          </a:prstGeom>
          <a:solidFill>
            <a:srgbClr val="153245"/>
          </a:solidFill>
          <a:ln>
            <a:noFill/>
          </a:ln>
        </p:spPr>
        <p:txBody>
          <a:bodyPr anchorCtr="0" anchor="ctr" bIns="90900" lIns="90900" spcFirstLastPara="1" rIns="90900" wrap="square" tIns="90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9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24 envíos</a:t>
            </a:r>
            <a:endParaRPr b="1" sz="119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1"/>
          <p:cNvSpPr/>
          <p:nvPr/>
        </p:nvSpPr>
        <p:spPr>
          <a:xfrm>
            <a:off x="0" y="0"/>
            <a:ext cx="9144000" cy="5143500"/>
          </a:xfrm>
          <a:prstGeom prst="round1Rect">
            <a:avLst>
              <a:gd fmla="val 0" name="adj"/>
            </a:avLst>
          </a:prstGeom>
          <a:solidFill>
            <a:srgbClr val="FFCB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1"/>
          <p:cNvSpPr/>
          <p:nvPr/>
        </p:nvSpPr>
        <p:spPr>
          <a:xfrm>
            <a:off x="0" y="0"/>
            <a:ext cx="8866800" cy="5143500"/>
          </a:xfrm>
          <a:prstGeom prst="round1Rect">
            <a:avLst>
              <a:gd fmla="val 5332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1"/>
          <p:cNvSpPr/>
          <p:nvPr/>
        </p:nvSpPr>
        <p:spPr>
          <a:xfrm>
            <a:off x="0" y="0"/>
            <a:ext cx="8531700" cy="5143500"/>
          </a:xfrm>
          <a:prstGeom prst="round1Rect">
            <a:avLst>
              <a:gd fmla="val 7105" name="adj"/>
            </a:avLst>
          </a:prstGeom>
          <a:solidFill>
            <a:srgbClr val="1532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1"/>
          <p:cNvSpPr txBox="1"/>
          <p:nvPr/>
        </p:nvSpPr>
        <p:spPr>
          <a:xfrm>
            <a:off x="53850" y="1778997"/>
            <a:ext cx="87591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s" sz="3800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Campaña destacada</a:t>
            </a:r>
            <a:endParaRPr b="1" sz="3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s" sz="3500">
                <a:solidFill>
                  <a:srgbClr val="B0EAFF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 (Lugano)</a:t>
            </a:r>
            <a:endParaRPr i="1" sz="3400">
              <a:solidFill>
                <a:srgbClr val="B0EA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800" name="Google Shape;800;p51"/>
          <p:cNvCxnSpPr/>
          <p:nvPr/>
        </p:nvCxnSpPr>
        <p:spPr>
          <a:xfrm>
            <a:off x="173394" y="4711019"/>
            <a:ext cx="8164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01" name="Google Shape;801;p51"/>
          <p:cNvPicPr preferRelativeResize="0"/>
          <p:nvPr/>
        </p:nvPicPr>
        <p:blipFill rotWithShape="1">
          <a:blip r:embed="rId3">
            <a:alphaModFix/>
          </a:blip>
          <a:srcRect b="32287" l="24148" r="24143" t="32283"/>
          <a:stretch/>
        </p:blipFill>
        <p:spPr>
          <a:xfrm>
            <a:off x="117775" y="4764867"/>
            <a:ext cx="442276" cy="303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2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Herramientas y audiencias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7" name="Google Shape;807;p52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8" name="Google Shape;808;p52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09" name="Google Shape;809;p52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52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1" name="Google Shape;811;p52"/>
          <p:cNvSpPr/>
          <p:nvPr/>
        </p:nvSpPr>
        <p:spPr>
          <a:xfrm>
            <a:off x="330963" y="1388456"/>
            <a:ext cx="1934100" cy="518100"/>
          </a:xfrm>
          <a:prstGeom prst="roundRect">
            <a:avLst>
              <a:gd fmla="val 26355" name="adj"/>
            </a:avLst>
          </a:prstGeom>
          <a:solidFill>
            <a:srgbClr val="12364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31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Herramientas</a:t>
            </a:r>
            <a:endParaRPr b="1" sz="163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2" name="Google Shape;812;p52"/>
          <p:cNvSpPr/>
          <p:nvPr/>
        </p:nvSpPr>
        <p:spPr>
          <a:xfrm>
            <a:off x="2422601" y="1026970"/>
            <a:ext cx="310500" cy="12459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1137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3" name="Google Shape;813;p52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9" y="1231591"/>
            <a:ext cx="278950" cy="27893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2"/>
          <p:cNvSpPr txBox="1"/>
          <p:nvPr/>
        </p:nvSpPr>
        <p:spPr>
          <a:xfrm>
            <a:off x="3193297" y="1245806"/>
            <a:ext cx="7497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Meta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5" name="Google Shape;815;p52"/>
          <p:cNvSpPr txBox="1"/>
          <p:nvPr/>
        </p:nvSpPr>
        <p:spPr>
          <a:xfrm>
            <a:off x="5012498" y="1245800"/>
            <a:ext cx="810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Google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6" name="Google Shape;816;p52"/>
          <p:cNvSpPr txBox="1"/>
          <p:nvPr/>
        </p:nvSpPr>
        <p:spPr>
          <a:xfrm>
            <a:off x="3169297" y="1757653"/>
            <a:ext cx="12480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Programmatic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17" name="Google Shape;817;p52"/>
          <p:cNvGrpSpPr/>
          <p:nvPr/>
        </p:nvGrpSpPr>
        <p:grpSpPr>
          <a:xfrm>
            <a:off x="4571998" y="1225550"/>
            <a:ext cx="278967" cy="291012"/>
            <a:chOff x="4996508" y="7413327"/>
            <a:chExt cx="375056" cy="382710"/>
          </a:xfrm>
        </p:grpSpPr>
        <p:sp>
          <p:nvSpPr>
            <p:cNvPr id="818" name="Google Shape;818;p52"/>
            <p:cNvSpPr/>
            <p:nvPr/>
          </p:nvSpPr>
          <p:spPr>
            <a:xfrm>
              <a:off x="4996508" y="7520486"/>
              <a:ext cx="84196" cy="168392"/>
            </a:xfrm>
            <a:custGeom>
              <a:rect b="b" l="l" r="r" t="t"/>
              <a:pathLst>
                <a:path extrusionOk="0" h="286" w="142">
                  <a:moveTo>
                    <a:pt x="133" y="143"/>
                  </a:moveTo>
                  <a:cubicBezTo>
                    <a:pt x="133" y="122"/>
                    <a:pt x="136" y="102"/>
                    <a:pt x="142" y="83"/>
                  </a:cubicBezTo>
                  <a:lnTo>
                    <a:pt x="33" y="0"/>
                  </a:lnTo>
                  <a:cubicBezTo>
                    <a:pt x="12" y="43"/>
                    <a:pt x="0" y="91"/>
                    <a:pt x="0" y="143"/>
                  </a:cubicBezTo>
                  <a:cubicBezTo>
                    <a:pt x="0" y="194"/>
                    <a:pt x="12" y="243"/>
                    <a:pt x="33" y="286"/>
                  </a:cubicBezTo>
                  <a:lnTo>
                    <a:pt x="142" y="203"/>
                  </a:lnTo>
                  <a:cubicBezTo>
                    <a:pt x="136" y="184"/>
                    <a:pt x="133" y="164"/>
                    <a:pt x="133" y="143"/>
                  </a:cubicBezTo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52"/>
            <p:cNvSpPr/>
            <p:nvPr/>
          </p:nvSpPr>
          <p:spPr>
            <a:xfrm>
              <a:off x="5015644" y="7413327"/>
              <a:ext cx="302338" cy="156910"/>
            </a:xfrm>
            <a:custGeom>
              <a:rect b="b" l="l" r="r" t="t"/>
              <a:pathLst>
                <a:path extrusionOk="0" h="264" w="505">
                  <a:moveTo>
                    <a:pt x="291" y="133"/>
                  </a:moveTo>
                  <a:cubicBezTo>
                    <a:pt x="337" y="133"/>
                    <a:pt x="378" y="149"/>
                    <a:pt x="410" y="175"/>
                  </a:cubicBezTo>
                  <a:lnTo>
                    <a:pt x="505" y="81"/>
                  </a:lnTo>
                  <a:cubicBezTo>
                    <a:pt x="447" y="31"/>
                    <a:pt x="374" y="0"/>
                    <a:pt x="291" y="0"/>
                  </a:cubicBezTo>
                  <a:cubicBezTo>
                    <a:pt x="163" y="0"/>
                    <a:pt x="53" y="74"/>
                    <a:pt x="0" y="181"/>
                  </a:cubicBezTo>
                  <a:lnTo>
                    <a:pt x="109" y="264"/>
                  </a:lnTo>
                  <a:cubicBezTo>
                    <a:pt x="135" y="188"/>
                    <a:pt x="206" y="133"/>
                    <a:pt x="291" y="133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52"/>
            <p:cNvSpPr/>
            <p:nvPr/>
          </p:nvSpPr>
          <p:spPr>
            <a:xfrm>
              <a:off x="5015644" y="7642953"/>
              <a:ext cx="298513" cy="153084"/>
            </a:xfrm>
            <a:custGeom>
              <a:rect b="b" l="l" r="r" t="t"/>
              <a:pathLst>
                <a:path extrusionOk="0" h="263" w="502">
                  <a:moveTo>
                    <a:pt x="291" y="131"/>
                  </a:moveTo>
                  <a:cubicBezTo>
                    <a:pt x="206" y="131"/>
                    <a:pt x="135" y="76"/>
                    <a:pt x="109" y="0"/>
                  </a:cubicBezTo>
                  <a:lnTo>
                    <a:pt x="0" y="83"/>
                  </a:lnTo>
                  <a:cubicBezTo>
                    <a:pt x="53" y="190"/>
                    <a:pt x="163" y="263"/>
                    <a:pt x="291" y="263"/>
                  </a:cubicBezTo>
                  <a:cubicBezTo>
                    <a:pt x="370" y="263"/>
                    <a:pt x="446" y="235"/>
                    <a:pt x="502" y="183"/>
                  </a:cubicBezTo>
                  <a:lnTo>
                    <a:pt x="399" y="103"/>
                  </a:lnTo>
                  <a:cubicBezTo>
                    <a:pt x="369" y="121"/>
                    <a:pt x="333" y="131"/>
                    <a:pt x="291" y="131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52"/>
            <p:cNvSpPr/>
            <p:nvPr/>
          </p:nvSpPr>
          <p:spPr>
            <a:xfrm>
              <a:off x="5187863" y="7570237"/>
              <a:ext cx="183701" cy="179873"/>
            </a:xfrm>
            <a:custGeom>
              <a:rect b="b" l="l" r="r" t="t"/>
              <a:pathLst>
                <a:path extrusionOk="0" h="302" w="309">
                  <a:moveTo>
                    <a:pt x="309" y="59"/>
                  </a:moveTo>
                  <a:cubicBezTo>
                    <a:pt x="309" y="40"/>
                    <a:pt x="306" y="19"/>
                    <a:pt x="302" y="0"/>
                  </a:cubicBezTo>
                  <a:lnTo>
                    <a:pt x="0" y="0"/>
                  </a:lnTo>
                  <a:lnTo>
                    <a:pt x="0" y="125"/>
                  </a:lnTo>
                  <a:lnTo>
                    <a:pt x="174" y="125"/>
                  </a:lnTo>
                  <a:cubicBezTo>
                    <a:pt x="165" y="168"/>
                    <a:pt x="141" y="200"/>
                    <a:pt x="108" y="222"/>
                  </a:cubicBezTo>
                  <a:lnTo>
                    <a:pt x="211" y="302"/>
                  </a:lnTo>
                  <a:cubicBezTo>
                    <a:pt x="271" y="247"/>
                    <a:pt x="309" y="164"/>
                    <a:pt x="309" y="59"/>
                  </a:cubicBezTo>
                  <a:close/>
                </a:path>
              </a:pathLst>
            </a:custGeom>
            <a:solidFill>
              <a:srgbClr val="153244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2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22" name="Google Shape;822;p52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3590" y="1738578"/>
            <a:ext cx="288650" cy="28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52" title="correo-electronic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7962" y="1226740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52"/>
          <p:cNvSpPr txBox="1"/>
          <p:nvPr/>
        </p:nvSpPr>
        <p:spPr>
          <a:xfrm>
            <a:off x="6617842" y="1245822"/>
            <a:ext cx="639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  <a:t>Mail</a:t>
            </a:r>
            <a:endParaRPr sz="1300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569015" y="3292994"/>
            <a:ext cx="3799800" cy="1661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702000">
            <a:noAutofit/>
          </a:bodyPr>
          <a:lstStyle/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Vecinos de la Ciudad Autónoma de Buenos Aires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Vecinos de Villa Lugano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Vecinos de Barrios Priorizados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Interesados en seguridad de barrios cercanos 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159850" lvl="0" marL="26999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chivo"/>
              <a:buChar char="●"/>
            </a:pPr>
            <a:r>
              <a:rPr lang="es" sz="1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Apertores de envíos similares</a:t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6" name="Google Shape;826;p52"/>
          <p:cNvSpPr/>
          <p:nvPr/>
        </p:nvSpPr>
        <p:spPr>
          <a:xfrm>
            <a:off x="4879500" y="3274975"/>
            <a:ext cx="4035300" cy="16797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98000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chivo"/>
              <a:buChar char="●"/>
            </a:pPr>
            <a:r>
              <a:rPr lang="es" sz="1100">
                <a:latin typeface="Archivo"/>
                <a:ea typeface="Archivo"/>
                <a:cs typeface="Archivo"/>
                <a:sym typeface="Archivo"/>
              </a:rPr>
              <a:t>Video Meta, YouTube y Programmatic</a:t>
            </a:r>
            <a:endParaRPr sz="11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i="1" sz="1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7" name="Google Shape;827;p52"/>
          <p:cNvSpPr/>
          <p:nvPr/>
        </p:nvSpPr>
        <p:spPr>
          <a:xfrm>
            <a:off x="655240" y="2628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Audiencias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8" name="Google Shape;828;p52"/>
          <p:cNvSpPr/>
          <p:nvPr/>
        </p:nvSpPr>
        <p:spPr>
          <a:xfrm>
            <a:off x="548415" y="2571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829" name="Google Shape;829;p52"/>
          <p:cNvGrpSpPr/>
          <p:nvPr/>
        </p:nvGrpSpPr>
        <p:grpSpPr>
          <a:xfrm>
            <a:off x="691229" y="2682403"/>
            <a:ext cx="288646" cy="281188"/>
            <a:chOff x="6770753" y="5638135"/>
            <a:chExt cx="1312028" cy="1278128"/>
          </a:xfrm>
        </p:grpSpPr>
        <p:sp>
          <p:nvSpPr>
            <p:cNvPr id="830" name="Google Shape;830;p52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2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2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2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2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2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2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52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2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39" name="Google Shape;839;p52"/>
          <p:cNvCxnSpPr/>
          <p:nvPr/>
        </p:nvCxnSpPr>
        <p:spPr>
          <a:xfrm flipH="1" rot="10800000">
            <a:off x="4644969" y="3168189"/>
            <a:ext cx="2400" cy="15138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40" name="Google Shape;840;p52"/>
          <p:cNvSpPr/>
          <p:nvPr/>
        </p:nvSpPr>
        <p:spPr>
          <a:xfrm>
            <a:off x="924478" y="310482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52"/>
          <p:cNvSpPr/>
          <p:nvPr/>
        </p:nvSpPr>
        <p:spPr>
          <a:xfrm>
            <a:off x="1304027" y="310482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 y 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2" name="Google Shape;842;p52"/>
          <p:cNvSpPr/>
          <p:nvPr/>
        </p:nvSpPr>
        <p:spPr>
          <a:xfrm>
            <a:off x="1001336" y="3149384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52"/>
          <p:cNvSpPr/>
          <p:nvPr/>
        </p:nvSpPr>
        <p:spPr>
          <a:xfrm>
            <a:off x="5380050" y="3077783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52"/>
          <p:cNvSpPr/>
          <p:nvPr/>
        </p:nvSpPr>
        <p:spPr>
          <a:xfrm>
            <a:off x="5759600" y="3077783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5" name="Google Shape;845;p52"/>
          <p:cNvSpPr/>
          <p:nvPr/>
        </p:nvSpPr>
        <p:spPr>
          <a:xfrm>
            <a:off x="5456908" y="3122343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52"/>
          <p:cNvSpPr/>
          <p:nvPr/>
        </p:nvSpPr>
        <p:spPr>
          <a:xfrm>
            <a:off x="4986313" y="2612650"/>
            <a:ext cx="3713700" cy="356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1B3F4F"/>
                </a:solidFill>
                <a:latin typeface="Archivo"/>
                <a:ea typeface="Archivo"/>
                <a:cs typeface="Archivo"/>
                <a:sym typeface="Archivo"/>
              </a:rPr>
              <a:t>Formatos </a:t>
            </a:r>
            <a:endParaRPr b="1" sz="1600">
              <a:solidFill>
                <a:srgbClr val="1B3F4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47" name="Google Shape;847;p52"/>
          <p:cNvSpPr/>
          <p:nvPr/>
        </p:nvSpPr>
        <p:spPr>
          <a:xfrm>
            <a:off x="4879488" y="2555748"/>
            <a:ext cx="502500" cy="502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ctr" bIns="90800" lIns="90800" spcFirstLastPara="1" rIns="90800" wrap="square" tIns="9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0"/>
          </a:p>
        </p:txBody>
      </p:sp>
      <p:grpSp>
        <p:nvGrpSpPr>
          <p:cNvPr id="848" name="Google Shape;848;p52"/>
          <p:cNvGrpSpPr/>
          <p:nvPr/>
        </p:nvGrpSpPr>
        <p:grpSpPr>
          <a:xfrm>
            <a:off x="4986416" y="2666403"/>
            <a:ext cx="288646" cy="281188"/>
            <a:chOff x="6770753" y="5638135"/>
            <a:chExt cx="1312028" cy="1278128"/>
          </a:xfrm>
        </p:grpSpPr>
        <p:sp>
          <p:nvSpPr>
            <p:cNvPr id="849" name="Google Shape;849;p52"/>
            <p:cNvSpPr/>
            <p:nvPr/>
          </p:nvSpPr>
          <p:spPr>
            <a:xfrm>
              <a:off x="6770753" y="5638135"/>
              <a:ext cx="1312028" cy="1278108"/>
            </a:xfrm>
            <a:custGeom>
              <a:rect b="b" l="l" r="r" t="t"/>
              <a:pathLst>
                <a:path extrusionOk="0" h="40620" w="41698">
                  <a:moveTo>
                    <a:pt x="23701" y="2704"/>
                  </a:moveTo>
                  <a:cubicBezTo>
                    <a:pt x="25158" y="2704"/>
                    <a:pt x="26421" y="3968"/>
                    <a:pt x="26402" y="5427"/>
                  </a:cubicBezTo>
                  <a:cubicBezTo>
                    <a:pt x="26390" y="6906"/>
                    <a:pt x="25165" y="8112"/>
                    <a:pt x="23692" y="8112"/>
                  </a:cubicBezTo>
                  <a:cubicBezTo>
                    <a:pt x="22201" y="8106"/>
                    <a:pt x="21001" y="6906"/>
                    <a:pt x="20995" y="5421"/>
                  </a:cubicBezTo>
                  <a:cubicBezTo>
                    <a:pt x="20989" y="3949"/>
                    <a:pt x="22195" y="2724"/>
                    <a:pt x="23680" y="2705"/>
                  </a:cubicBezTo>
                  <a:cubicBezTo>
                    <a:pt x="23687" y="2705"/>
                    <a:pt x="23694" y="2704"/>
                    <a:pt x="23701" y="2704"/>
                  </a:cubicBezTo>
                  <a:close/>
                  <a:moveTo>
                    <a:pt x="7440" y="11507"/>
                  </a:moveTo>
                  <a:cubicBezTo>
                    <a:pt x="7444" y="11507"/>
                    <a:pt x="7448" y="11507"/>
                    <a:pt x="7451" y="11507"/>
                  </a:cubicBezTo>
                  <a:cubicBezTo>
                    <a:pt x="8924" y="11514"/>
                    <a:pt x="10155" y="12745"/>
                    <a:pt x="10149" y="14224"/>
                  </a:cubicBezTo>
                  <a:cubicBezTo>
                    <a:pt x="10149" y="15699"/>
                    <a:pt x="8930" y="16908"/>
                    <a:pt x="7450" y="16908"/>
                  </a:cubicBezTo>
                  <a:cubicBezTo>
                    <a:pt x="7446" y="16908"/>
                    <a:pt x="7442" y="16908"/>
                    <a:pt x="7439" y="16908"/>
                  </a:cubicBezTo>
                  <a:cubicBezTo>
                    <a:pt x="5947" y="16908"/>
                    <a:pt x="4748" y="15702"/>
                    <a:pt x="4748" y="14211"/>
                  </a:cubicBezTo>
                  <a:cubicBezTo>
                    <a:pt x="4754" y="12730"/>
                    <a:pt x="5973" y="11507"/>
                    <a:pt x="7440" y="11507"/>
                  </a:cubicBezTo>
                  <a:close/>
                  <a:moveTo>
                    <a:pt x="32498" y="20310"/>
                  </a:moveTo>
                  <a:cubicBezTo>
                    <a:pt x="33967" y="20310"/>
                    <a:pt x="35218" y="21561"/>
                    <a:pt x="35205" y="23026"/>
                  </a:cubicBezTo>
                  <a:cubicBezTo>
                    <a:pt x="35186" y="24505"/>
                    <a:pt x="33967" y="25711"/>
                    <a:pt x="32495" y="25711"/>
                  </a:cubicBezTo>
                  <a:cubicBezTo>
                    <a:pt x="31010" y="25711"/>
                    <a:pt x="29804" y="24511"/>
                    <a:pt x="29798" y="23026"/>
                  </a:cubicBezTo>
                  <a:cubicBezTo>
                    <a:pt x="29785" y="21548"/>
                    <a:pt x="30997" y="20323"/>
                    <a:pt x="32476" y="20310"/>
                  </a:cubicBezTo>
                  <a:cubicBezTo>
                    <a:pt x="32483" y="20310"/>
                    <a:pt x="32491" y="20310"/>
                    <a:pt x="32498" y="20310"/>
                  </a:cubicBezTo>
                  <a:close/>
                  <a:moveTo>
                    <a:pt x="16277" y="28433"/>
                  </a:moveTo>
                  <a:cubicBezTo>
                    <a:pt x="17720" y="28433"/>
                    <a:pt x="18958" y="29677"/>
                    <a:pt x="18951" y="31144"/>
                  </a:cubicBezTo>
                  <a:cubicBezTo>
                    <a:pt x="18951" y="32610"/>
                    <a:pt x="17726" y="33835"/>
                    <a:pt x="16254" y="33847"/>
                  </a:cubicBezTo>
                  <a:cubicBezTo>
                    <a:pt x="16250" y="33847"/>
                    <a:pt x="16246" y="33847"/>
                    <a:pt x="16243" y="33847"/>
                  </a:cubicBezTo>
                  <a:cubicBezTo>
                    <a:pt x="14775" y="33847"/>
                    <a:pt x="13563" y="32638"/>
                    <a:pt x="13550" y="31156"/>
                  </a:cubicBezTo>
                  <a:cubicBezTo>
                    <a:pt x="13538" y="29671"/>
                    <a:pt x="14725" y="28465"/>
                    <a:pt x="16222" y="28434"/>
                  </a:cubicBezTo>
                  <a:cubicBezTo>
                    <a:pt x="16240" y="28433"/>
                    <a:pt x="16259" y="28433"/>
                    <a:pt x="16277" y="28433"/>
                  </a:cubicBezTo>
                  <a:close/>
                  <a:moveTo>
                    <a:pt x="7058" y="1"/>
                  </a:moveTo>
                  <a:cubicBezTo>
                    <a:pt x="6226" y="217"/>
                    <a:pt x="5522" y="610"/>
                    <a:pt x="5090" y="1397"/>
                  </a:cubicBezTo>
                  <a:cubicBezTo>
                    <a:pt x="4310" y="2825"/>
                    <a:pt x="4913" y="4583"/>
                    <a:pt x="6430" y="5186"/>
                  </a:cubicBezTo>
                  <a:cubicBezTo>
                    <a:pt x="6709" y="5300"/>
                    <a:pt x="6772" y="5440"/>
                    <a:pt x="6766" y="5707"/>
                  </a:cubicBezTo>
                  <a:cubicBezTo>
                    <a:pt x="6753" y="6735"/>
                    <a:pt x="6766" y="7769"/>
                    <a:pt x="6766" y="8785"/>
                  </a:cubicBezTo>
                  <a:cubicBezTo>
                    <a:pt x="6195" y="8924"/>
                    <a:pt x="5643" y="9007"/>
                    <a:pt x="5122" y="9191"/>
                  </a:cubicBezTo>
                  <a:cubicBezTo>
                    <a:pt x="2260" y="10219"/>
                    <a:pt x="578" y="12250"/>
                    <a:pt x="77" y="15252"/>
                  </a:cubicBezTo>
                  <a:cubicBezTo>
                    <a:pt x="64" y="15328"/>
                    <a:pt x="26" y="15398"/>
                    <a:pt x="0" y="15468"/>
                  </a:cubicBezTo>
                  <a:lnTo>
                    <a:pt x="0" y="16819"/>
                  </a:lnTo>
                  <a:cubicBezTo>
                    <a:pt x="159" y="17479"/>
                    <a:pt x="254" y="18165"/>
                    <a:pt x="483" y="18806"/>
                  </a:cubicBezTo>
                  <a:cubicBezTo>
                    <a:pt x="1010" y="20323"/>
                    <a:pt x="1981" y="21516"/>
                    <a:pt x="3358" y="22449"/>
                  </a:cubicBezTo>
                  <a:cubicBezTo>
                    <a:pt x="3370" y="22309"/>
                    <a:pt x="3389" y="22208"/>
                    <a:pt x="3389" y="22112"/>
                  </a:cubicBezTo>
                  <a:cubicBezTo>
                    <a:pt x="3396" y="21490"/>
                    <a:pt x="3377" y="20869"/>
                    <a:pt x="3402" y="20247"/>
                  </a:cubicBezTo>
                  <a:cubicBezTo>
                    <a:pt x="3440" y="19225"/>
                    <a:pt x="4196" y="18368"/>
                    <a:pt x="5205" y="18324"/>
                  </a:cubicBezTo>
                  <a:cubicBezTo>
                    <a:pt x="5950" y="18295"/>
                    <a:pt x="6698" y="18281"/>
                    <a:pt x="7445" y="18281"/>
                  </a:cubicBezTo>
                  <a:cubicBezTo>
                    <a:pt x="8192" y="18281"/>
                    <a:pt x="8940" y="18295"/>
                    <a:pt x="9685" y="18324"/>
                  </a:cubicBezTo>
                  <a:cubicBezTo>
                    <a:pt x="10713" y="18368"/>
                    <a:pt x="11469" y="19250"/>
                    <a:pt x="11500" y="20285"/>
                  </a:cubicBezTo>
                  <a:cubicBezTo>
                    <a:pt x="11519" y="20983"/>
                    <a:pt x="11500" y="21687"/>
                    <a:pt x="11500" y="22474"/>
                  </a:cubicBezTo>
                  <a:cubicBezTo>
                    <a:pt x="13297" y="21256"/>
                    <a:pt x="14331" y="19631"/>
                    <a:pt x="14769" y="17537"/>
                  </a:cubicBezTo>
                  <a:cubicBezTo>
                    <a:pt x="15258" y="17917"/>
                    <a:pt x="15715" y="18273"/>
                    <a:pt x="16165" y="18628"/>
                  </a:cubicBezTo>
                  <a:cubicBezTo>
                    <a:pt x="16635" y="18990"/>
                    <a:pt x="17098" y="19371"/>
                    <a:pt x="17581" y="19720"/>
                  </a:cubicBezTo>
                  <a:cubicBezTo>
                    <a:pt x="17771" y="19859"/>
                    <a:pt x="17803" y="19993"/>
                    <a:pt x="17733" y="20215"/>
                  </a:cubicBezTo>
                  <a:cubicBezTo>
                    <a:pt x="17403" y="21300"/>
                    <a:pt x="17752" y="22385"/>
                    <a:pt x="18634" y="23096"/>
                  </a:cubicBezTo>
                  <a:cubicBezTo>
                    <a:pt x="19112" y="23482"/>
                    <a:pt x="19709" y="23681"/>
                    <a:pt x="20309" y="23681"/>
                  </a:cubicBezTo>
                  <a:cubicBezTo>
                    <a:pt x="20744" y="23681"/>
                    <a:pt x="21180" y="23576"/>
                    <a:pt x="21573" y="23363"/>
                  </a:cubicBezTo>
                  <a:cubicBezTo>
                    <a:pt x="22556" y="22836"/>
                    <a:pt x="23102" y="21808"/>
                    <a:pt x="22994" y="20697"/>
                  </a:cubicBezTo>
                  <a:cubicBezTo>
                    <a:pt x="22849" y="19264"/>
                    <a:pt x="21618" y="18291"/>
                    <a:pt x="20309" y="18291"/>
                  </a:cubicBezTo>
                  <a:cubicBezTo>
                    <a:pt x="19849" y="18291"/>
                    <a:pt x="19380" y="18410"/>
                    <a:pt x="18945" y="18673"/>
                  </a:cubicBezTo>
                  <a:cubicBezTo>
                    <a:pt x="18839" y="18740"/>
                    <a:pt x="18753" y="18771"/>
                    <a:pt x="18674" y="18771"/>
                  </a:cubicBezTo>
                  <a:cubicBezTo>
                    <a:pt x="18573" y="18771"/>
                    <a:pt x="18481" y="18720"/>
                    <a:pt x="18367" y="18628"/>
                  </a:cubicBezTo>
                  <a:cubicBezTo>
                    <a:pt x="17289" y="17778"/>
                    <a:pt x="16197" y="16940"/>
                    <a:pt x="15124" y="16090"/>
                  </a:cubicBezTo>
                  <a:cubicBezTo>
                    <a:pt x="14991" y="15982"/>
                    <a:pt x="14871" y="15798"/>
                    <a:pt x="14858" y="15645"/>
                  </a:cubicBezTo>
                  <a:cubicBezTo>
                    <a:pt x="14731" y="14167"/>
                    <a:pt x="14217" y="12846"/>
                    <a:pt x="13316" y="11679"/>
                  </a:cubicBezTo>
                  <a:cubicBezTo>
                    <a:pt x="13284" y="11634"/>
                    <a:pt x="13258" y="11590"/>
                    <a:pt x="13189" y="11476"/>
                  </a:cubicBezTo>
                  <a:cubicBezTo>
                    <a:pt x="13252" y="11437"/>
                    <a:pt x="13328" y="11412"/>
                    <a:pt x="13392" y="11361"/>
                  </a:cubicBezTo>
                  <a:cubicBezTo>
                    <a:pt x="14363" y="10530"/>
                    <a:pt x="15340" y="9699"/>
                    <a:pt x="16368" y="8816"/>
                  </a:cubicBezTo>
                  <a:cubicBezTo>
                    <a:pt x="16819" y="10854"/>
                    <a:pt x="17847" y="12447"/>
                    <a:pt x="19605" y="13652"/>
                  </a:cubicBezTo>
                  <a:cubicBezTo>
                    <a:pt x="19611" y="13462"/>
                    <a:pt x="19624" y="13329"/>
                    <a:pt x="19630" y="13195"/>
                  </a:cubicBezTo>
                  <a:cubicBezTo>
                    <a:pt x="19643" y="12561"/>
                    <a:pt x="19618" y="11926"/>
                    <a:pt x="19669" y="11292"/>
                  </a:cubicBezTo>
                  <a:cubicBezTo>
                    <a:pt x="19738" y="10378"/>
                    <a:pt x="20500" y="9559"/>
                    <a:pt x="21414" y="9527"/>
                  </a:cubicBezTo>
                  <a:cubicBezTo>
                    <a:pt x="22195" y="9501"/>
                    <a:pt x="22977" y="9487"/>
                    <a:pt x="23759" y="9487"/>
                  </a:cubicBezTo>
                  <a:cubicBezTo>
                    <a:pt x="24497" y="9487"/>
                    <a:pt x="25235" y="9499"/>
                    <a:pt x="25971" y="9527"/>
                  </a:cubicBezTo>
                  <a:cubicBezTo>
                    <a:pt x="26961" y="9565"/>
                    <a:pt x="27703" y="10466"/>
                    <a:pt x="27754" y="11526"/>
                  </a:cubicBezTo>
                  <a:cubicBezTo>
                    <a:pt x="27767" y="11748"/>
                    <a:pt x="27748" y="11977"/>
                    <a:pt x="27767" y="12199"/>
                  </a:cubicBezTo>
                  <a:cubicBezTo>
                    <a:pt x="27773" y="12326"/>
                    <a:pt x="27799" y="12466"/>
                    <a:pt x="27862" y="12574"/>
                  </a:cubicBezTo>
                  <a:cubicBezTo>
                    <a:pt x="28630" y="13938"/>
                    <a:pt x="29411" y="15296"/>
                    <a:pt x="30185" y="16661"/>
                  </a:cubicBezTo>
                  <a:cubicBezTo>
                    <a:pt x="30388" y="17022"/>
                    <a:pt x="30578" y="17397"/>
                    <a:pt x="30731" y="17689"/>
                  </a:cubicBezTo>
                  <a:cubicBezTo>
                    <a:pt x="29887" y="18114"/>
                    <a:pt x="29011" y="18450"/>
                    <a:pt x="28262" y="18958"/>
                  </a:cubicBezTo>
                  <a:cubicBezTo>
                    <a:pt x="25590" y="20767"/>
                    <a:pt x="24460" y="24029"/>
                    <a:pt x="25374" y="27120"/>
                  </a:cubicBezTo>
                  <a:cubicBezTo>
                    <a:pt x="25438" y="27355"/>
                    <a:pt x="25419" y="27494"/>
                    <a:pt x="25203" y="27647"/>
                  </a:cubicBezTo>
                  <a:cubicBezTo>
                    <a:pt x="24378" y="28243"/>
                    <a:pt x="23572" y="28859"/>
                    <a:pt x="22740" y="29481"/>
                  </a:cubicBezTo>
                  <a:cubicBezTo>
                    <a:pt x="22455" y="29100"/>
                    <a:pt x="22207" y="28719"/>
                    <a:pt x="21909" y="28377"/>
                  </a:cubicBezTo>
                  <a:cubicBezTo>
                    <a:pt x="20358" y="26592"/>
                    <a:pt x="18281" y="25728"/>
                    <a:pt x="16226" y="25728"/>
                  </a:cubicBezTo>
                  <a:cubicBezTo>
                    <a:pt x="13663" y="25728"/>
                    <a:pt x="11134" y="27071"/>
                    <a:pt x="9704" y="29646"/>
                  </a:cubicBezTo>
                  <a:cubicBezTo>
                    <a:pt x="9266" y="30426"/>
                    <a:pt x="8987" y="31264"/>
                    <a:pt x="8892" y="32153"/>
                  </a:cubicBezTo>
                  <a:cubicBezTo>
                    <a:pt x="8861" y="32411"/>
                    <a:pt x="8771" y="32502"/>
                    <a:pt x="8524" y="32502"/>
                  </a:cubicBezTo>
                  <a:cubicBezTo>
                    <a:pt x="8516" y="32502"/>
                    <a:pt x="8507" y="32502"/>
                    <a:pt x="8499" y="32502"/>
                  </a:cubicBezTo>
                  <a:cubicBezTo>
                    <a:pt x="8212" y="32498"/>
                    <a:pt x="7925" y="32497"/>
                    <a:pt x="7639" y="32497"/>
                  </a:cubicBezTo>
                  <a:cubicBezTo>
                    <a:pt x="7335" y="32497"/>
                    <a:pt x="7031" y="32498"/>
                    <a:pt x="6727" y="32498"/>
                  </a:cubicBezTo>
                  <a:cubicBezTo>
                    <a:pt x="6353" y="32498"/>
                    <a:pt x="5979" y="32497"/>
                    <a:pt x="5604" y="32489"/>
                  </a:cubicBezTo>
                  <a:cubicBezTo>
                    <a:pt x="5484" y="32489"/>
                    <a:pt x="5293" y="32381"/>
                    <a:pt x="5255" y="32280"/>
                  </a:cubicBezTo>
                  <a:cubicBezTo>
                    <a:pt x="4865" y="31156"/>
                    <a:pt x="3781" y="30471"/>
                    <a:pt x="2724" y="30471"/>
                  </a:cubicBezTo>
                  <a:cubicBezTo>
                    <a:pt x="2664" y="30471"/>
                    <a:pt x="2605" y="30473"/>
                    <a:pt x="2545" y="30477"/>
                  </a:cubicBezTo>
                  <a:cubicBezTo>
                    <a:pt x="1314" y="30566"/>
                    <a:pt x="432" y="31334"/>
                    <a:pt x="64" y="32622"/>
                  </a:cubicBezTo>
                  <a:cubicBezTo>
                    <a:pt x="51" y="32673"/>
                    <a:pt x="19" y="32718"/>
                    <a:pt x="0" y="32762"/>
                  </a:cubicBezTo>
                  <a:lnTo>
                    <a:pt x="0" y="33555"/>
                  </a:lnTo>
                  <a:cubicBezTo>
                    <a:pt x="216" y="34393"/>
                    <a:pt x="616" y="35098"/>
                    <a:pt x="1403" y="35529"/>
                  </a:cubicBezTo>
                  <a:cubicBezTo>
                    <a:pt x="1824" y="35760"/>
                    <a:pt x="2275" y="35870"/>
                    <a:pt x="2716" y="35870"/>
                  </a:cubicBezTo>
                  <a:cubicBezTo>
                    <a:pt x="3765" y="35870"/>
                    <a:pt x="4763" y="35253"/>
                    <a:pt x="5192" y="34190"/>
                  </a:cubicBezTo>
                  <a:cubicBezTo>
                    <a:pt x="5300" y="33911"/>
                    <a:pt x="5439" y="33847"/>
                    <a:pt x="5706" y="33847"/>
                  </a:cubicBezTo>
                  <a:cubicBezTo>
                    <a:pt x="6214" y="33854"/>
                    <a:pt x="6723" y="33859"/>
                    <a:pt x="7231" y="33859"/>
                  </a:cubicBezTo>
                  <a:cubicBezTo>
                    <a:pt x="7649" y="33859"/>
                    <a:pt x="8068" y="33856"/>
                    <a:pt x="8486" y="33847"/>
                  </a:cubicBezTo>
                  <a:cubicBezTo>
                    <a:pt x="8496" y="33847"/>
                    <a:pt x="8506" y="33847"/>
                    <a:pt x="8516" y="33847"/>
                  </a:cubicBezTo>
                  <a:cubicBezTo>
                    <a:pt x="8772" y="33847"/>
                    <a:pt x="8862" y="33928"/>
                    <a:pt x="8905" y="34215"/>
                  </a:cubicBezTo>
                  <a:cubicBezTo>
                    <a:pt x="9209" y="36272"/>
                    <a:pt x="10199" y="37928"/>
                    <a:pt x="11869" y="39172"/>
                  </a:cubicBezTo>
                  <a:cubicBezTo>
                    <a:pt x="11951" y="39236"/>
                    <a:pt x="12040" y="39280"/>
                    <a:pt x="12192" y="39375"/>
                  </a:cubicBezTo>
                  <a:cubicBezTo>
                    <a:pt x="12192" y="38658"/>
                    <a:pt x="12180" y="38004"/>
                    <a:pt x="12192" y="37351"/>
                  </a:cubicBezTo>
                  <a:cubicBezTo>
                    <a:pt x="12211" y="36278"/>
                    <a:pt x="12808" y="35510"/>
                    <a:pt x="13798" y="35269"/>
                  </a:cubicBezTo>
                  <a:cubicBezTo>
                    <a:pt x="14014" y="35218"/>
                    <a:pt x="14242" y="35212"/>
                    <a:pt x="14464" y="35212"/>
                  </a:cubicBezTo>
                  <a:cubicBezTo>
                    <a:pt x="15061" y="35209"/>
                    <a:pt x="15656" y="35207"/>
                    <a:pt x="16251" y="35207"/>
                  </a:cubicBezTo>
                  <a:cubicBezTo>
                    <a:pt x="16846" y="35207"/>
                    <a:pt x="17441" y="35209"/>
                    <a:pt x="18037" y="35212"/>
                  </a:cubicBezTo>
                  <a:cubicBezTo>
                    <a:pt x="19484" y="35218"/>
                    <a:pt x="20310" y="36056"/>
                    <a:pt x="20310" y="37509"/>
                  </a:cubicBezTo>
                  <a:cubicBezTo>
                    <a:pt x="20310" y="38112"/>
                    <a:pt x="20310" y="38715"/>
                    <a:pt x="20310" y="39382"/>
                  </a:cubicBezTo>
                  <a:cubicBezTo>
                    <a:pt x="21173" y="38842"/>
                    <a:pt x="21858" y="38201"/>
                    <a:pt x="22347" y="37395"/>
                  </a:cubicBezTo>
                  <a:cubicBezTo>
                    <a:pt x="22823" y="36602"/>
                    <a:pt x="23191" y="35739"/>
                    <a:pt x="23616" y="34888"/>
                  </a:cubicBezTo>
                  <a:cubicBezTo>
                    <a:pt x="24993" y="35555"/>
                    <a:pt x="26453" y="36259"/>
                    <a:pt x="27925" y="36970"/>
                  </a:cubicBezTo>
                  <a:cubicBezTo>
                    <a:pt x="27602" y="38004"/>
                    <a:pt x="27767" y="38918"/>
                    <a:pt x="28471" y="39724"/>
                  </a:cubicBezTo>
                  <a:cubicBezTo>
                    <a:pt x="28897" y="40219"/>
                    <a:pt x="29468" y="40441"/>
                    <a:pt x="30064" y="40619"/>
                  </a:cubicBezTo>
                  <a:lnTo>
                    <a:pt x="30858" y="40619"/>
                  </a:lnTo>
                  <a:cubicBezTo>
                    <a:pt x="31721" y="40391"/>
                    <a:pt x="32438" y="39972"/>
                    <a:pt x="32863" y="39140"/>
                  </a:cubicBezTo>
                  <a:cubicBezTo>
                    <a:pt x="33409" y="38080"/>
                    <a:pt x="33187" y="36735"/>
                    <a:pt x="32311" y="35942"/>
                  </a:cubicBezTo>
                  <a:cubicBezTo>
                    <a:pt x="31779" y="35460"/>
                    <a:pt x="31120" y="35210"/>
                    <a:pt x="30465" y="35210"/>
                  </a:cubicBezTo>
                  <a:cubicBezTo>
                    <a:pt x="29963" y="35210"/>
                    <a:pt x="29464" y="35356"/>
                    <a:pt x="29023" y="35656"/>
                  </a:cubicBezTo>
                  <a:cubicBezTo>
                    <a:pt x="28895" y="35740"/>
                    <a:pt x="28787" y="35779"/>
                    <a:pt x="28676" y="35779"/>
                  </a:cubicBezTo>
                  <a:cubicBezTo>
                    <a:pt x="28585" y="35779"/>
                    <a:pt x="28492" y="35752"/>
                    <a:pt x="28382" y="35701"/>
                  </a:cubicBezTo>
                  <a:cubicBezTo>
                    <a:pt x="26929" y="34983"/>
                    <a:pt x="25469" y="34273"/>
                    <a:pt x="24003" y="33574"/>
                  </a:cubicBezTo>
                  <a:cubicBezTo>
                    <a:pt x="23781" y="33473"/>
                    <a:pt x="23711" y="33359"/>
                    <a:pt x="23686" y="33111"/>
                  </a:cubicBezTo>
                  <a:cubicBezTo>
                    <a:pt x="23610" y="32413"/>
                    <a:pt x="23470" y="31728"/>
                    <a:pt x="23381" y="31036"/>
                  </a:cubicBezTo>
                  <a:cubicBezTo>
                    <a:pt x="23362" y="30902"/>
                    <a:pt x="23413" y="30693"/>
                    <a:pt x="23508" y="30617"/>
                  </a:cubicBezTo>
                  <a:cubicBezTo>
                    <a:pt x="24321" y="29982"/>
                    <a:pt x="25152" y="29373"/>
                    <a:pt x="26015" y="28726"/>
                  </a:cubicBezTo>
                  <a:cubicBezTo>
                    <a:pt x="26643" y="29703"/>
                    <a:pt x="27367" y="30579"/>
                    <a:pt x="28389" y="31233"/>
                  </a:cubicBezTo>
                  <a:cubicBezTo>
                    <a:pt x="28408" y="31099"/>
                    <a:pt x="28427" y="30998"/>
                    <a:pt x="28427" y="30902"/>
                  </a:cubicBezTo>
                  <a:cubicBezTo>
                    <a:pt x="28433" y="30350"/>
                    <a:pt x="28421" y="29792"/>
                    <a:pt x="28433" y="29240"/>
                  </a:cubicBezTo>
                  <a:cubicBezTo>
                    <a:pt x="28465" y="28015"/>
                    <a:pt x="29176" y="27177"/>
                    <a:pt x="30388" y="27107"/>
                  </a:cubicBezTo>
                  <a:cubicBezTo>
                    <a:pt x="31101" y="27072"/>
                    <a:pt x="31818" y="27052"/>
                    <a:pt x="32534" y="27052"/>
                  </a:cubicBezTo>
                  <a:cubicBezTo>
                    <a:pt x="33220" y="27052"/>
                    <a:pt x="33906" y="27070"/>
                    <a:pt x="34589" y="27107"/>
                  </a:cubicBezTo>
                  <a:cubicBezTo>
                    <a:pt x="35833" y="27171"/>
                    <a:pt x="36551" y="28040"/>
                    <a:pt x="36563" y="29297"/>
                  </a:cubicBezTo>
                  <a:cubicBezTo>
                    <a:pt x="36570" y="29925"/>
                    <a:pt x="36563" y="30560"/>
                    <a:pt x="36563" y="31245"/>
                  </a:cubicBezTo>
                  <a:cubicBezTo>
                    <a:pt x="37395" y="30737"/>
                    <a:pt x="38023" y="30103"/>
                    <a:pt x="38543" y="29373"/>
                  </a:cubicBezTo>
                  <a:cubicBezTo>
                    <a:pt x="41698" y="24911"/>
                    <a:pt x="39210" y="18749"/>
                    <a:pt x="33853" y="17740"/>
                  </a:cubicBezTo>
                  <a:cubicBezTo>
                    <a:pt x="33403" y="17657"/>
                    <a:pt x="32933" y="17663"/>
                    <a:pt x="32476" y="17600"/>
                  </a:cubicBezTo>
                  <a:cubicBezTo>
                    <a:pt x="32349" y="17581"/>
                    <a:pt x="32178" y="17498"/>
                    <a:pt x="32121" y="17391"/>
                  </a:cubicBezTo>
                  <a:cubicBezTo>
                    <a:pt x="31226" y="15760"/>
                    <a:pt x="30344" y="14116"/>
                    <a:pt x="29474" y="12472"/>
                  </a:cubicBezTo>
                  <a:cubicBezTo>
                    <a:pt x="29423" y="12377"/>
                    <a:pt x="29442" y="12186"/>
                    <a:pt x="29506" y="12098"/>
                  </a:cubicBezTo>
                  <a:cubicBezTo>
                    <a:pt x="30470" y="10866"/>
                    <a:pt x="31004" y="9470"/>
                    <a:pt x="31124" y="7845"/>
                  </a:cubicBezTo>
                  <a:cubicBezTo>
                    <a:pt x="32559" y="8537"/>
                    <a:pt x="33961" y="9210"/>
                    <a:pt x="35370" y="9889"/>
                  </a:cubicBezTo>
                  <a:cubicBezTo>
                    <a:pt x="35078" y="10873"/>
                    <a:pt x="35186" y="11755"/>
                    <a:pt x="35827" y="12535"/>
                  </a:cubicBezTo>
                  <a:cubicBezTo>
                    <a:pt x="36376" y="13200"/>
                    <a:pt x="37065" y="13537"/>
                    <a:pt x="37849" y="13537"/>
                  </a:cubicBezTo>
                  <a:cubicBezTo>
                    <a:pt x="38053" y="13537"/>
                    <a:pt x="38264" y="13514"/>
                    <a:pt x="38480" y="13468"/>
                  </a:cubicBezTo>
                  <a:cubicBezTo>
                    <a:pt x="39502" y="13253"/>
                    <a:pt x="40181" y="12599"/>
                    <a:pt x="40498" y="11596"/>
                  </a:cubicBezTo>
                  <a:cubicBezTo>
                    <a:pt x="40530" y="11482"/>
                    <a:pt x="40581" y="11374"/>
                    <a:pt x="40619" y="11266"/>
                  </a:cubicBezTo>
                  <a:lnTo>
                    <a:pt x="40619" y="10397"/>
                  </a:lnTo>
                  <a:cubicBezTo>
                    <a:pt x="40403" y="9762"/>
                    <a:pt x="40155" y="9165"/>
                    <a:pt x="39610" y="8734"/>
                  </a:cubicBezTo>
                  <a:cubicBezTo>
                    <a:pt x="39109" y="8339"/>
                    <a:pt x="38507" y="8134"/>
                    <a:pt x="37907" y="8134"/>
                  </a:cubicBezTo>
                  <a:cubicBezTo>
                    <a:pt x="37397" y="8134"/>
                    <a:pt x="36889" y="8282"/>
                    <a:pt x="36443" y="8588"/>
                  </a:cubicBezTo>
                  <a:cubicBezTo>
                    <a:pt x="36328" y="8667"/>
                    <a:pt x="36228" y="8701"/>
                    <a:pt x="36127" y="8701"/>
                  </a:cubicBezTo>
                  <a:cubicBezTo>
                    <a:pt x="36034" y="8701"/>
                    <a:pt x="35940" y="8672"/>
                    <a:pt x="35833" y="8620"/>
                  </a:cubicBezTo>
                  <a:cubicBezTo>
                    <a:pt x="34342" y="7890"/>
                    <a:pt x="32850" y="7160"/>
                    <a:pt x="31353" y="6449"/>
                  </a:cubicBezTo>
                  <a:cubicBezTo>
                    <a:pt x="31118" y="6341"/>
                    <a:pt x="31016" y="6202"/>
                    <a:pt x="30966" y="5960"/>
                  </a:cubicBezTo>
                  <a:cubicBezTo>
                    <a:pt x="30261" y="2952"/>
                    <a:pt x="28401" y="1042"/>
                    <a:pt x="25431" y="217"/>
                  </a:cubicBezTo>
                  <a:cubicBezTo>
                    <a:pt x="25082" y="115"/>
                    <a:pt x="24714" y="71"/>
                    <a:pt x="24352" y="1"/>
                  </a:cubicBezTo>
                  <a:lnTo>
                    <a:pt x="22924" y="1"/>
                  </a:lnTo>
                  <a:cubicBezTo>
                    <a:pt x="22277" y="166"/>
                    <a:pt x="21604" y="261"/>
                    <a:pt x="20995" y="515"/>
                  </a:cubicBezTo>
                  <a:cubicBezTo>
                    <a:pt x="18190" y="1683"/>
                    <a:pt x="16622" y="3803"/>
                    <a:pt x="16267" y="6824"/>
                  </a:cubicBezTo>
                  <a:cubicBezTo>
                    <a:pt x="16248" y="6976"/>
                    <a:pt x="16191" y="7166"/>
                    <a:pt x="16083" y="7261"/>
                  </a:cubicBezTo>
                  <a:cubicBezTo>
                    <a:pt x="14813" y="8366"/>
                    <a:pt x="13538" y="9451"/>
                    <a:pt x="12249" y="10555"/>
                  </a:cubicBezTo>
                  <a:cubicBezTo>
                    <a:pt x="11412" y="9883"/>
                    <a:pt x="10498" y="9362"/>
                    <a:pt x="9463" y="9089"/>
                  </a:cubicBezTo>
                  <a:cubicBezTo>
                    <a:pt x="9133" y="9000"/>
                    <a:pt x="8797" y="8931"/>
                    <a:pt x="8454" y="8886"/>
                  </a:cubicBezTo>
                  <a:cubicBezTo>
                    <a:pt x="8219" y="8854"/>
                    <a:pt x="8111" y="8785"/>
                    <a:pt x="8111" y="8524"/>
                  </a:cubicBezTo>
                  <a:cubicBezTo>
                    <a:pt x="8124" y="7547"/>
                    <a:pt x="8111" y="6570"/>
                    <a:pt x="8130" y="5592"/>
                  </a:cubicBezTo>
                  <a:cubicBezTo>
                    <a:pt x="8130" y="5472"/>
                    <a:pt x="8238" y="5294"/>
                    <a:pt x="8346" y="5250"/>
                  </a:cubicBezTo>
                  <a:cubicBezTo>
                    <a:pt x="9565" y="4704"/>
                    <a:pt x="10237" y="3707"/>
                    <a:pt x="10142" y="2540"/>
                  </a:cubicBezTo>
                  <a:cubicBezTo>
                    <a:pt x="10047" y="1302"/>
                    <a:pt x="9273" y="413"/>
                    <a:pt x="7997" y="64"/>
                  </a:cubicBezTo>
                  <a:cubicBezTo>
                    <a:pt x="7946" y="52"/>
                    <a:pt x="7902" y="20"/>
                    <a:pt x="7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2"/>
            <p:cNvSpPr/>
            <p:nvPr/>
          </p:nvSpPr>
          <p:spPr>
            <a:xfrm>
              <a:off x="7196702" y="6788484"/>
              <a:ext cx="170792" cy="127779"/>
            </a:xfrm>
            <a:custGeom>
              <a:rect b="b" l="l" r="r" t="t"/>
              <a:pathLst>
                <a:path extrusionOk="0" h="4061" w="5428">
                  <a:moveTo>
                    <a:pt x="2387" y="0"/>
                  </a:moveTo>
                  <a:cubicBezTo>
                    <a:pt x="1856" y="0"/>
                    <a:pt x="1325" y="2"/>
                    <a:pt x="794" y="5"/>
                  </a:cubicBezTo>
                  <a:cubicBezTo>
                    <a:pt x="280" y="11"/>
                    <a:pt x="20" y="284"/>
                    <a:pt x="13" y="798"/>
                  </a:cubicBezTo>
                  <a:cubicBezTo>
                    <a:pt x="1" y="1617"/>
                    <a:pt x="20" y="2435"/>
                    <a:pt x="7" y="3254"/>
                  </a:cubicBezTo>
                  <a:cubicBezTo>
                    <a:pt x="1" y="3483"/>
                    <a:pt x="83" y="3590"/>
                    <a:pt x="293" y="3641"/>
                  </a:cubicBezTo>
                  <a:cubicBezTo>
                    <a:pt x="838" y="3775"/>
                    <a:pt x="1384" y="3921"/>
                    <a:pt x="1930" y="4060"/>
                  </a:cubicBezTo>
                  <a:lnTo>
                    <a:pt x="3441" y="4060"/>
                  </a:lnTo>
                  <a:cubicBezTo>
                    <a:pt x="4012" y="3914"/>
                    <a:pt x="4583" y="3768"/>
                    <a:pt x="5161" y="3629"/>
                  </a:cubicBezTo>
                  <a:cubicBezTo>
                    <a:pt x="5357" y="3584"/>
                    <a:pt x="5427" y="3476"/>
                    <a:pt x="5427" y="3267"/>
                  </a:cubicBezTo>
                  <a:cubicBezTo>
                    <a:pt x="5414" y="2448"/>
                    <a:pt x="5427" y="1629"/>
                    <a:pt x="5414" y="811"/>
                  </a:cubicBezTo>
                  <a:cubicBezTo>
                    <a:pt x="5414" y="297"/>
                    <a:pt x="5148" y="11"/>
                    <a:pt x="4640" y="11"/>
                  </a:cubicBezTo>
                  <a:cubicBezTo>
                    <a:pt x="3889" y="4"/>
                    <a:pt x="3138" y="0"/>
                    <a:pt x="23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2"/>
            <p:cNvSpPr/>
            <p:nvPr/>
          </p:nvSpPr>
          <p:spPr>
            <a:xfrm>
              <a:off x="6919522" y="6255646"/>
              <a:ext cx="170981" cy="127968"/>
            </a:xfrm>
            <a:custGeom>
              <a:rect b="b" l="l" r="r" t="t"/>
              <a:pathLst>
                <a:path extrusionOk="0" h="4067" w="5434">
                  <a:moveTo>
                    <a:pt x="1925" y="0"/>
                  </a:moveTo>
                  <a:cubicBezTo>
                    <a:pt x="1582" y="0"/>
                    <a:pt x="1238" y="2"/>
                    <a:pt x="895" y="6"/>
                  </a:cubicBezTo>
                  <a:cubicBezTo>
                    <a:pt x="267" y="19"/>
                    <a:pt x="26" y="273"/>
                    <a:pt x="20" y="875"/>
                  </a:cubicBezTo>
                  <a:cubicBezTo>
                    <a:pt x="13" y="1256"/>
                    <a:pt x="20" y="1643"/>
                    <a:pt x="20" y="2024"/>
                  </a:cubicBezTo>
                  <a:cubicBezTo>
                    <a:pt x="20" y="2449"/>
                    <a:pt x="1" y="2875"/>
                    <a:pt x="26" y="3293"/>
                  </a:cubicBezTo>
                  <a:cubicBezTo>
                    <a:pt x="39" y="3414"/>
                    <a:pt x="153" y="3585"/>
                    <a:pt x="261" y="3624"/>
                  </a:cubicBezTo>
                  <a:cubicBezTo>
                    <a:pt x="1080" y="3919"/>
                    <a:pt x="1901" y="4066"/>
                    <a:pt x="2723" y="4066"/>
                  </a:cubicBezTo>
                  <a:cubicBezTo>
                    <a:pt x="3545" y="4066"/>
                    <a:pt x="4367" y="3919"/>
                    <a:pt x="5186" y="3624"/>
                  </a:cubicBezTo>
                  <a:cubicBezTo>
                    <a:pt x="5287" y="3585"/>
                    <a:pt x="5414" y="3433"/>
                    <a:pt x="5414" y="3332"/>
                  </a:cubicBezTo>
                  <a:cubicBezTo>
                    <a:pt x="5433" y="2475"/>
                    <a:pt x="5433" y="1612"/>
                    <a:pt x="5421" y="755"/>
                  </a:cubicBezTo>
                  <a:cubicBezTo>
                    <a:pt x="5414" y="317"/>
                    <a:pt x="5179" y="76"/>
                    <a:pt x="4742" y="25"/>
                  </a:cubicBezTo>
                  <a:cubicBezTo>
                    <a:pt x="4572" y="8"/>
                    <a:pt x="4406" y="5"/>
                    <a:pt x="4239" y="5"/>
                  </a:cubicBezTo>
                  <a:cubicBezTo>
                    <a:pt x="4155" y="5"/>
                    <a:pt x="4071" y="6"/>
                    <a:pt x="3986" y="6"/>
                  </a:cubicBezTo>
                  <a:cubicBezTo>
                    <a:pt x="3301" y="6"/>
                    <a:pt x="2613" y="0"/>
                    <a:pt x="1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2"/>
            <p:cNvSpPr/>
            <p:nvPr/>
          </p:nvSpPr>
          <p:spPr>
            <a:xfrm>
              <a:off x="7430743" y="5978844"/>
              <a:ext cx="171170" cy="127716"/>
            </a:xfrm>
            <a:custGeom>
              <a:rect b="b" l="l" r="r" t="t"/>
              <a:pathLst>
                <a:path extrusionOk="0" h="4059" w="5440">
                  <a:moveTo>
                    <a:pt x="1518" y="1"/>
                  </a:moveTo>
                  <a:cubicBezTo>
                    <a:pt x="1315" y="1"/>
                    <a:pt x="1112" y="2"/>
                    <a:pt x="909" y="7"/>
                  </a:cubicBezTo>
                  <a:cubicBezTo>
                    <a:pt x="268" y="13"/>
                    <a:pt x="20" y="260"/>
                    <a:pt x="14" y="889"/>
                  </a:cubicBezTo>
                  <a:cubicBezTo>
                    <a:pt x="7" y="1669"/>
                    <a:pt x="20" y="2450"/>
                    <a:pt x="7" y="3224"/>
                  </a:cubicBezTo>
                  <a:cubicBezTo>
                    <a:pt x="1" y="3459"/>
                    <a:pt x="71" y="3573"/>
                    <a:pt x="306" y="3656"/>
                  </a:cubicBezTo>
                  <a:cubicBezTo>
                    <a:pt x="1110" y="3924"/>
                    <a:pt x="1913" y="4059"/>
                    <a:pt x="2716" y="4059"/>
                  </a:cubicBezTo>
                  <a:cubicBezTo>
                    <a:pt x="3528" y="4059"/>
                    <a:pt x="4341" y="3921"/>
                    <a:pt x="5154" y="3643"/>
                  </a:cubicBezTo>
                  <a:cubicBezTo>
                    <a:pt x="5364" y="3573"/>
                    <a:pt x="5440" y="3472"/>
                    <a:pt x="5440" y="3250"/>
                  </a:cubicBezTo>
                  <a:cubicBezTo>
                    <a:pt x="5427" y="2475"/>
                    <a:pt x="5434" y="1695"/>
                    <a:pt x="5434" y="914"/>
                  </a:cubicBezTo>
                  <a:cubicBezTo>
                    <a:pt x="5427" y="286"/>
                    <a:pt x="5180" y="19"/>
                    <a:pt x="4551" y="7"/>
                  </a:cubicBezTo>
                  <a:cubicBezTo>
                    <a:pt x="4348" y="2"/>
                    <a:pt x="4146" y="1"/>
                    <a:pt x="3944" y="1"/>
                  </a:cubicBezTo>
                  <a:cubicBezTo>
                    <a:pt x="3540" y="1"/>
                    <a:pt x="3136" y="7"/>
                    <a:pt x="2730" y="7"/>
                  </a:cubicBezTo>
                  <a:cubicBezTo>
                    <a:pt x="2328" y="7"/>
                    <a:pt x="1923" y="1"/>
                    <a:pt x="15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2"/>
            <p:cNvSpPr/>
            <p:nvPr/>
          </p:nvSpPr>
          <p:spPr>
            <a:xfrm>
              <a:off x="7707545" y="6532480"/>
              <a:ext cx="171358" cy="127779"/>
            </a:xfrm>
            <a:custGeom>
              <a:rect b="b" l="l" r="r" t="t"/>
              <a:pathLst>
                <a:path extrusionOk="0" h="4061" w="5446">
                  <a:moveTo>
                    <a:pt x="1675" y="0"/>
                  </a:moveTo>
                  <a:cubicBezTo>
                    <a:pt x="1409" y="0"/>
                    <a:pt x="1143" y="3"/>
                    <a:pt x="876" y="11"/>
                  </a:cubicBezTo>
                  <a:cubicBezTo>
                    <a:pt x="267" y="23"/>
                    <a:pt x="19" y="284"/>
                    <a:pt x="13" y="893"/>
                  </a:cubicBezTo>
                  <a:cubicBezTo>
                    <a:pt x="7" y="1673"/>
                    <a:pt x="19" y="2448"/>
                    <a:pt x="7" y="3228"/>
                  </a:cubicBezTo>
                  <a:cubicBezTo>
                    <a:pt x="0" y="3457"/>
                    <a:pt x="64" y="3577"/>
                    <a:pt x="299" y="3654"/>
                  </a:cubicBezTo>
                  <a:cubicBezTo>
                    <a:pt x="1109" y="3926"/>
                    <a:pt x="1915" y="4061"/>
                    <a:pt x="2722" y="4061"/>
                  </a:cubicBezTo>
                  <a:cubicBezTo>
                    <a:pt x="3532" y="4061"/>
                    <a:pt x="4342" y="3924"/>
                    <a:pt x="5154" y="3654"/>
                  </a:cubicBezTo>
                  <a:cubicBezTo>
                    <a:pt x="5395" y="3571"/>
                    <a:pt x="5446" y="3451"/>
                    <a:pt x="5439" y="3222"/>
                  </a:cubicBezTo>
                  <a:cubicBezTo>
                    <a:pt x="5433" y="2460"/>
                    <a:pt x="5439" y="1693"/>
                    <a:pt x="5433" y="925"/>
                  </a:cubicBezTo>
                  <a:cubicBezTo>
                    <a:pt x="5433" y="284"/>
                    <a:pt x="5173" y="17"/>
                    <a:pt x="4519" y="4"/>
                  </a:cubicBezTo>
                  <a:cubicBezTo>
                    <a:pt x="4322" y="2"/>
                    <a:pt x="4125" y="2"/>
                    <a:pt x="3927" y="2"/>
                  </a:cubicBezTo>
                  <a:cubicBezTo>
                    <a:pt x="3531" y="2"/>
                    <a:pt x="3133" y="4"/>
                    <a:pt x="2736" y="4"/>
                  </a:cubicBezTo>
                  <a:cubicBezTo>
                    <a:pt x="2384" y="4"/>
                    <a:pt x="2030" y="0"/>
                    <a:pt x="16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52"/>
            <p:cNvSpPr/>
            <p:nvPr/>
          </p:nvSpPr>
          <p:spPr>
            <a:xfrm>
              <a:off x="6962252" y="6042719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68" y="1"/>
                  </a:moveTo>
                  <a:cubicBezTo>
                    <a:pt x="1361" y="1"/>
                    <a:pt x="1354" y="1"/>
                    <a:pt x="1346" y="1"/>
                  </a:cubicBezTo>
                  <a:cubicBezTo>
                    <a:pt x="597" y="14"/>
                    <a:pt x="1" y="636"/>
                    <a:pt x="13" y="1391"/>
                  </a:cubicBezTo>
                  <a:cubicBezTo>
                    <a:pt x="26" y="2129"/>
                    <a:pt x="622" y="2698"/>
                    <a:pt x="1366" y="2698"/>
                  </a:cubicBezTo>
                  <a:cubicBezTo>
                    <a:pt x="1370" y="2698"/>
                    <a:pt x="1374" y="2698"/>
                    <a:pt x="1378" y="2698"/>
                  </a:cubicBezTo>
                  <a:cubicBezTo>
                    <a:pt x="2114" y="2692"/>
                    <a:pt x="2711" y="2096"/>
                    <a:pt x="2711" y="1359"/>
                  </a:cubicBezTo>
                  <a:cubicBezTo>
                    <a:pt x="2717" y="624"/>
                    <a:pt x="2095" y="1"/>
                    <a:pt x="13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2"/>
            <p:cNvSpPr/>
            <p:nvPr/>
          </p:nvSpPr>
          <p:spPr>
            <a:xfrm>
              <a:off x="7239432" y="6575525"/>
              <a:ext cx="85522" cy="84924"/>
            </a:xfrm>
            <a:custGeom>
              <a:rect b="b" l="l" r="r" t="t"/>
              <a:pathLst>
                <a:path extrusionOk="0" h="2699" w="2718">
                  <a:moveTo>
                    <a:pt x="1353" y="1"/>
                  </a:moveTo>
                  <a:cubicBezTo>
                    <a:pt x="597" y="1"/>
                    <a:pt x="1" y="604"/>
                    <a:pt x="7" y="1365"/>
                  </a:cubicBezTo>
                  <a:cubicBezTo>
                    <a:pt x="14" y="2102"/>
                    <a:pt x="617" y="2698"/>
                    <a:pt x="1353" y="2698"/>
                  </a:cubicBezTo>
                  <a:cubicBezTo>
                    <a:pt x="2095" y="2698"/>
                    <a:pt x="2717" y="2070"/>
                    <a:pt x="2705" y="1327"/>
                  </a:cubicBezTo>
                  <a:cubicBezTo>
                    <a:pt x="2692" y="597"/>
                    <a:pt x="2089" y="7"/>
                    <a:pt x="13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2"/>
            <p:cNvSpPr/>
            <p:nvPr/>
          </p:nvSpPr>
          <p:spPr>
            <a:xfrm>
              <a:off x="7750684" y="6319710"/>
              <a:ext cx="85302" cy="84924"/>
            </a:xfrm>
            <a:custGeom>
              <a:rect b="b" l="l" r="r" t="t"/>
              <a:pathLst>
                <a:path extrusionOk="0" h="2699" w="2711">
                  <a:moveTo>
                    <a:pt x="1351" y="1"/>
                  </a:moveTo>
                  <a:cubicBezTo>
                    <a:pt x="1347" y="1"/>
                    <a:pt x="1343" y="1"/>
                    <a:pt x="1339" y="1"/>
                  </a:cubicBezTo>
                  <a:cubicBezTo>
                    <a:pt x="603" y="7"/>
                    <a:pt x="13" y="604"/>
                    <a:pt x="7" y="1346"/>
                  </a:cubicBezTo>
                  <a:cubicBezTo>
                    <a:pt x="0" y="2104"/>
                    <a:pt x="591" y="2698"/>
                    <a:pt x="1346" y="2698"/>
                  </a:cubicBezTo>
                  <a:cubicBezTo>
                    <a:pt x="1350" y="2698"/>
                    <a:pt x="1354" y="2698"/>
                    <a:pt x="1358" y="2698"/>
                  </a:cubicBezTo>
                  <a:cubicBezTo>
                    <a:pt x="2095" y="2692"/>
                    <a:pt x="2691" y="2102"/>
                    <a:pt x="2704" y="1365"/>
                  </a:cubicBezTo>
                  <a:cubicBezTo>
                    <a:pt x="2710" y="627"/>
                    <a:pt x="2088" y="1"/>
                    <a:pt x="13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7473693" y="5765759"/>
              <a:ext cx="85711" cy="84893"/>
            </a:xfrm>
            <a:custGeom>
              <a:rect b="b" l="l" r="r" t="t"/>
              <a:pathLst>
                <a:path extrusionOk="0" h="2698" w="2724">
                  <a:moveTo>
                    <a:pt x="1352" y="0"/>
                  </a:moveTo>
                  <a:cubicBezTo>
                    <a:pt x="603" y="7"/>
                    <a:pt x="0" y="622"/>
                    <a:pt x="13" y="1378"/>
                  </a:cubicBezTo>
                  <a:cubicBezTo>
                    <a:pt x="20" y="2120"/>
                    <a:pt x="610" y="2698"/>
                    <a:pt x="1352" y="2698"/>
                  </a:cubicBezTo>
                  <a:cubicBezTo>
                    <a:pt x="2089" y="2698"/>
                    <a:pt x="2698" y="2107"/>
                    <a:pt x="2710" y="1378"/>
                  </a:cubicBezTo>
                  <a:cubicBezTo>
                    <a:pt x="2723" y="648"/>
                    <a:pt x="2089" y="0"/>
                    <a:pt x="13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0800" lIns="90800" spcFirstLastPara="1" rIns="90800" wrap="square" tIns="90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8" name="Google Shape;858;p52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53" title="ScreenRecording_08-20-2026 10-40-16_1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663" y="1305375"/>
            <a:ext cx="1312800" cy="2835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864" name="Google Shape;864;p53" title="tv.png"/>
          <p:cNvPicPr preferRelativeResize="0"/>
          <p:nvPr/>
        </p:nvPicPr>
        <p:blipFill rotWithShape="1">
          <a:blip r:embed="rId4">
            <a:alphaModFix/>
          </a:blip>
          <a:srcRect b="15975" l="15132" r="13890" t="17296"/>
          <a:stretch/>
        </p:blipFill>
        <p:spPr>
          <a:xfrm>
            <a:off x="2316612" y="2003197"/>
            <a:ext cx="2758124" cy="176575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53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Formatos digitales implementados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66" name="Google Shape;866;p53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7" name="Google Shape;867;p53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68" name="Google Shape;868;p53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3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0" name="Google Shape;870;p53"/>
          <p:cNvSpPr/>
          <p:nvPr/>
        </p:nvSpPr>
        <p:spPr>
          <a:xfrm>
            <a:off x="2964901" y="4119196"/>
            <a:ext cx="1576500" cy="3669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82125" lIns="82125" spcFirstLastPara="1" rIns="82125" wrap="square" tIns="8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Video YouTube/Programmatic</a:t>
            </a:r>
            <a:endParaRPr b="1" sz="89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71" name="Google Shape;871;p53"/>
          <p:cNvSpPr/>
          <p:nvPr/>
        </p:nvSpPr>
        <p:spPr>
          <a:xfrm>
            <a:off x="5360709" y="4223300"/>
            <a:ext cx="1466700" cy="2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BAB04"/>
          </a:solidFill>
          <a:ln>
            <a:noFill/>
          </a:ln>
        </p:spPr>
        <p:txBody>
          <a:bodyPr anchorCtr="0" anchor="ctr" bIns="82125" lIns="82125" spcFirstLastPara="1" rIns="82125" wrap="square" tIns="8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98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Video Meta</a:t>
            </a:r>
            <a:endParaRPr b="1" sz="898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72" name="Google Shape;872;p53" title="mobile mockup.png"/>
          <p:cNvPicPr preferRelativeResize="0"/>
          <p:nvPr/>
        </p:nvPicPr>
        <p:blipFill rotWithShape="1">
          <a:blip r:embed="rId5">
            <a:alphaModFix/>
          </a:blip>
          <a:srcRect b="10688" l="36229" r="36958" t="16559"/>
          <a:stretch/>
        </p:blipFill>
        <p:spPr>
          <a:xfrm>
            <a:off x="5380515" y="1270715"/>
            <a:ext cx="1427100" cy="2904600"/>
          </a:xfrm>
          <a:prstGeom prst="roundRect">
            <a:avLst>
              <a:gd fmla="val 20673" name="adj"/>
            </a:avLst>
          </a:prstGeom>
          <a:noFill/>
          <a:ln>
            <a:noFill/>
          </a:ln>
        </p:spPr>
      </p:pic>
      <p:sp>
        <p:nvSpPr>
          <p:cNvPr id="873" name="Google Shape;873;p53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874" name="Google Shape;874;p53" title="Desarticulación de banda narco en el Barrio Mugica de Lugano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56513" y="2030173"/>
            <a:ext cx="2683436" cy="150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4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agregados </a:t>
            </a:r>
            <a:r>
              <a:rPr i="1" lang="es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(parciales)</a:t>
            </a:r>
            <a:endParaRPr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0" name="Google Shape;880;p54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1" name="Google Shape;881;p54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882" name="Google Shape;882;p54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4" name="Google Shape;884;p54"/>
          <p:cNvSpPr/>
          <p:nvPr/>
        </p:nvSpPr>
        <p:spPr>
          <a:xfrm>
            <a:off x="899261" y="1983417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>
              <a:highlight>
                <a:srgbClr val="153245"/>
              </a:highlight>
            </a:endParaRPr>
          </a:p>
        </p:txBody>
      </p:sp>
      <p:sp>
        <p:nvSpPr>
          <p:cNvPr id="885" name="Google Shape;885;p54"/>
          <p:cNvSpPr txBox="1"/>
          <p:nvPr/>
        </p:nvSpPr>
        <p:spPr>
          <a:xfrm>
            <a:off x="899376" y="2427039"/>
            <a:ext cx="1518000" cy="5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708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299.798</a:t>
            </a:r>
            <a:endParaRPr baseline="30000" sz="2708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86" name="Google Shape;886;p54"/>
          <p:cNvSpPr/>
          <p:nvPr/>
        </p:nvSpPr>
        <p:spPr>
          <a:xfrm>
            <a:off x="2550179" y="1972820"/>
            <a:ext cx="1518000" cy="140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150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61925" lIns="61925" spcFirstLastPara="1" rIns="61925" wrap="square" tIns="61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9"/>
          </a:p>
        </p:txBody>
      </p:sp>
      <p:sp>
        <p:nvSpPr>
          <p:cNvPr id="887" name="Google Shape;887;p54"/>
          <p:cNvSpPr/>
          <p:nvPr/>
        </p:nvSpPr>
        <p:spPr>
          <a:xfrm>
            <a:off x="879074" y="296219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Entregados</a:t>
            </a:r>
            <a:endParaRPr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88" name="Google Shape;888;p54"/>
          <p:cNvSpPr/>
          <p:nvPr/>
        </p:nvSpPr>
        <p:spPr>
          <a:xfrm>
            <a:off x="2538462" y="2951630"/>
            <a:ext cx="1547700" cy="261300"/>
          </a:xfrm>
          <a:prstGeom prst="rect">
            <a:avLst/>
          </a:prstGeom>
          <a:solidFill>
            <a:srgbClr val="153244"/>
          </a:solidFill>
          <a:ln cap="flat" cmpd="sng" w="1667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0950" lIns="70950" spcFirstLastPara="1" rIns="70950" wrap="square" tIns="7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9"/>
              <a:buFont typeface="Arial"/>
              <a:buNone/>
            </a:pPr>
            <a:r>
              <a:rPr b="1" lang="es" sz="923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Aperturas</a:t>
            </a:r>
            <a:endParaRPr b="1" sz="923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889" name="Google Shape;889;p54"/>
          <p:cNvGrpSpPr/>
          <p:nvPr/>
        </p:nvGrpSpPr>
        <p:grpSpPr>
          <a:xfrm>
            <a:off x="1464964" y="2082186"/>
            <a:ext cx="315350" cy="246068"/>
            <a:chOff x="11542348" y="3083222"/>
            <a:chExt cx="361681" cy="274875"/>
          </a:xfrm>
        </p:grpSpPr>
        <p:sp>
          <p:nvSpPr>
            <p:cNvPr id="890" name="Google Shape;890;p54"/>
            <p:cNvSpPr/>
            <p:nvPr/>
          </p:nvSpPr>
          <p:spPr>
            <a:xfrm>
              <a:off x="11545963" y="3083222"/>
              <a:ext cx="354449" cy="169989"/>
            </a:xfrm>
            <a:custGeom>
              <a:rect b="b" l="l" r="r" t="t"/>
              <a:pathLst>
                <a:path extrusionOk="0" h="298" w="635">
                  <a:moveTo>
                    <a:pt x="298" y="290"/>
                  </a:moveTo>
                  <a:cubicBezTo>
                    <a:pt x="304" y="295"/>
                    <a:pt x="311" y="298"/>
                    <a:pt x="318" y="298"/>
                  </a:cubicBezTo>
                  <a:cubicBezTo>
                    <a:pt x="325" y="298"/>
                    <a:pt x="331" y="295"/>
                    <a:pt x="337" y="290"/>
                  </a:cubicBezTo>
                  <a:cubicBezTo>
                    <a:pt x="383" y="248"/>
                    <a:pt x="540" y="115"/>
                    <a:pt x="629" y="40"/>
                  </a:cubicBezTo>
                  <a:cubicBezTo>
                    <a:pt x="635" y="35"/>
                    <a:pt x="635" y="27"/>
                    <a:pt x="631" y="21"/>
                  </a:cubicBezTo>
                  <a:cubicBezTo>
                    <a:pt x="620" y="8"/>
                    <a:pt x="605" y="0"/>
                    <a:pt x="588" y="0"/>
                  </a:cubicBezTo>
                  <a:lnTo>
                    <a:pt x="47" y="0"/>
                  </a:lnTo>
                  <a:cubicBezTo>
                    <a:pt x="30" y="0"/>
                    <a:pt x="15" y="8"/>
                    <a:pt x="4" y="21"/>
                  </a:cubicBezTo>
                  <a:cubicBezTo>
                    <a:pt x="0" y="27"/>
                    <a:pt x="1" y="35"/>
                    <a:pt x="6" y="40"/>
                  </a:cubicBezTo>
                  <a:cubicBezTo>
                    <a:pt x="96" y="115"/>
                    <a:pt x="252" y="248"/>
                    <a:pt x="298" y="290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  <p:sp>
          <p:nvSpPr>
            <p:cNvPr id="891" name="Google Shape;891;p54"/>
            <p:cNvSpPr/>
            <p:nvPr/>
          </p:nvSpPr>
          <p:spPr>
            <a:xfrm>
              <a:off x="11542348" y="3159174"/>
              <a:ext cx="361681" cy="198924"/>
            </a:xfrm>
            <a:custGeom>
              <a:rect b="b" l="l" r="r" t="t"/>
              <a:pathLst>
                <a:path extrusionOk="0" h="358" w="650">
                  <a:moveTo>
                    <a:pt x="642" y="3"/>
                  </a:moveTo>
                  <a:cubicBezTo>
                    <a:pt x="637" y="0"/>
                    <a:pt x="631" y="1"/>
                    <a:pt x="627" y="5"/>
                  </a:cubicBezTo>
                  <a:cubicBezTo>
                    <a:pt x="528" y="88"/>
                    <a:pt x="402" y="196"/>
                    <a:pt x="362" y="232"/>
                  </a:cubicBezTo>
                  <a:cubicBezTo>
                    <a:pt x="340" y="252"/>
                    <a:pt x="309" y="252"/>
                    <a:pt x="287" y="232"/>
                  </a:cubicBezTo>
                  <a:cubicBezTo>
                    <a:pt x="245" y="194"/>
                    <a:pt x="103" y="73"/>
                    <a:pt x="22" y="5"/>
                  </a:cubicBezTo>
                  <a:cubicBezTo>
                    <a:pt x="18" y="1"/>
                    <a:pt x="12" y="1"/>
                    <a:pt x="8" y="3"/>
                  </a:cubicBezTo>
                  <a:cubicBezTo>
                    <a:pt x="3" y="5"/>
                    <a:pt x="0" y="10"/>
                    <a:pt x="0" y="15"/>
                  </a:cubicBezTo>
                  <a:lnTo>
                    <a:pt x="0" y="304"/>
                  </a:lnTo>
                  <a:cubicBezTo>
                    <a:pt x="0" y="334"/>
                    <a:pt x="24" y="358"/>
                    <a:pt x="54" y="358"/>
                  </a:cubicBezTo>
                  <a:lnTo>
                    <a:pt x="595" y="358"/>
                  </a:lnTo>
                  <a:cubicBezTo>
                    <a:pt x="625" y="358"/>
                    <a:pt x="650" y="334"/>
                    <a:pt x="650" y="304"/>
                  </a:cubicBezTo>
                  <a:lnTo>
                    <a:pt x="650" y="15"/>
                  </a:lnTo>
                  <a:cubicBezTo>
                    <a:pt x="650" y="10"/>
                    <a:pt x="646" y="5"/>
                    <a:pt x="642" y="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t" bIns="13500" lIns="27025" spcFirstLastPara="1" rIns="27025" wrap="square" tIns="135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473" u="none">
                <a:solidFill>
                  <a:srgbClr val="000000"/>
                </a:solidFill>
                <a:latin typeface="Nunito Medium"/>
                <a:ea typeface="Nunito Medium"/>
                <a:cs typeface="Nunito Medium"/>
                <a:sym typeface="Nunito Medium"/>
              </a:endParaRPr>
            </a:p>
          </p:txBody>
        </p:sp>
      </p:grpSp>
      <p:sp>
        <p:nvSpPr>
          <p:cNvPr id="892" name="Google Shape;892;p54"/>
          <p:cNvSpPr/>
          <p:nvPr/>
        </p:nvSpPr>
        <p:spPr>
          <a:xfrm>
            <a:off x="3163004" y="2048532"/>
            <a:ext cx="280801" cy="313372"/>
          </a:xfrm>
          <a:custGeom>
            <a:rect b="b" l="l" r="r" t="t"/>
            <a:pathLst>
              <a:path extrusionOk="0" h="76200" w="76201">
                <a:moveTo>
                  <a:pt x="38079" y="3539"/>
                </a:moveTo>
                <a:cubicBezTo>
                  <a:pt x="38841" y="3539"/>
                  <a:pt x="39604" y="3796"/>
                  <a:pt x="40267" y="4298"/>
                </a:cubicBezTo>
                <a:cubicBezTo>
                  <a:pt x="41232" y="5024"/>
                  <a:pt x="42160" y="5810"/>
                  <a:pt x="43101" y="6572"/>
                </a:cubicBezTo>
                <a:cubicBezTo>
                  <a:pt x="43184" y="6632"/>
                  <a:pt x="43280" y="6668"/>
                  <a:pt x="43291" y="6858"/>
                </a:cubicBezTo>
                <a:lnTo>
                  <a:pt x="32731" y="6858"/>
                </a:lnTo>
                <a:cubicBezTo>
                  <a:pt x="33933" y="5894"/>
                  <a:pt x="34957" y="5001"/>
                  <a:pt x="36052" y="4203"/>
                </a:cubicBezTo>
                <a:cubicBezTo>
                  <a:pt x="36675" y="3758"/>
                  <a:pt x="37377" y="3539"/>
                  <a:pt x="38079" y="3539"/>
                </a:cubicBezTo>
                <a:close/>
                <a:moveTo>
                  <a:pt x="52971" y="17300"/>
                </a:moveTo>
                <a:cubicBezTo>
                  <a:pt x="54519" y="17300"/>
                  <a:pt x="55352" y="17919"/>
                  <a:pt x="55352" y="19050"/>
                </a:cubicBezTo>
                <a:cubicBezTo>
                  <a:pt x="55341" y="20169"/>
                  <a:pt x="54507" y="20788"/>
                  <a:pt x="52971" y="20788"/>
                </a:cubicBezTo>
                <a:lnTo>
                  <a:pt x="23206" y="20788"/>
                </a:lnTo>
                <a:cubicBezTo>
                  <a:pt x="22860" y="20788"/>
                  <a:pt x="22515" y="20753"/>
                  <a:pt x="22170" y="20693"/>
                </a:cubicBezTo>
                <a:cubicBezTo>
                  <a:pt x="21360" y="20538"/>
                  <a:pt x="20824" y="19883"/>
                  <a:pt x="20812" y="19074"/>
                </a:cubicBezTo>
                <a:cubicBezTo>
                  <a:pt x="20801" y="18228"/>
                  <a:pt x="21336" y="17550"/>
                  <a:pt x="22182" y="17395"/>
                </a:cubicBezTo>
                <a:cubicBezTo>
                  <a:pt x="22527" y="17335"/>
                  <a:pt x="22872" y="17312"/>
                  <a:pt x="23217" y="17312"/>
                </a:cubicBezTo>
                <a:cubicBezTo>
                  <a:pt x="28182" y="17300"/>
                  <a:pt x="33135" y="17300"/>
                  <a:pt x="38100" y="17300"/>
                </a:cubicBezTo>
                <a:close/>
                <a:moveTo>
                  <a:pt x="23063" y="27694"/>
                </a:moveTo>
                <a:cubicBezTo>
                  <a:pt x="33088" y="27694"/>
                  <a:pt x="43101" y="27694"/>
                  <a:pt x="53126" y="27706"/>
                </a:cubicBezTo>
                <a:cubicBezTo>
                  <a:pt x="53459" y="27706"/>
                  <a:pt x="53817" y="27742"/>
                  <a:pt x="54150" y="27825"/>
                </a:cubicBezTo>
                <a:cubicBezTo>
                  <a:pt x="54876" y="28015"/>
                  <a:pt x="55388" y="28777"/>
                  <a:pt x="55352" y="29516"/>
                </a:cubicBezTo>
                <a:cubicBezTo>
                  <a:pt x="55305" y="30278"/>
                  <a:pt x="54757" y="30956"/>
                  <a:pt x="54007" y="31087"/>
                </a:cubicBezTo>
                <a:cubicBezTo>
                  <a:pt x="53650" y="31159"/>
                  <a:pt x="53269" y="31159"/>
                  <a:pt x="52900" y="31159"/>
                </a:cubicBezTo>
                <a:cubicBezTo>
                  <a:pt x="47959" y="31171"/>
                  <a:pt x="43029" y="31171"/>
                  <a:pt x="38088" y="31171"/>
                </a:cubicBezTo>
                <a:cubicBezTo>
                  <a:pt x="33135" y="31171"/>
                  <a:pt x="28170" y="31171"/>
                  <a:pt x="23217" y="31159"/>
                </a:cubicBezTo>
                <a:cubicBezTo>
                  <a:pt x="22896" y="31159"/>
                  <a:pt x="22563" y="31159"/>
                  <a:pt x="22253" y="31111"/>
                </a:cubicBezTo>
                <a:cubicBezTo>
                  <a:pt x="21396" y="30968"/>
                  <a:pt x="20824" y="30313"/>
                  <a:pt x="20812" y="29468"/>
                </a:cubicBezTo>
                <a:cubicBezTo>
                  <a:pt x="20801" y="28646"/>
                  <a:pt x="21301" y="27992"/>
                  <a:pt x="22110" y="27801"/>
                </a:cubicBezTo>
                <a:cubicBezTo>
                  <a:pt x="22420" y="27730"/>
                  <a:pt x="22741" y="27694"/>
                  <a:pt x="23063" y="27694"/>
                </a:cubicBezTo>
                <a:close/>
                <a:moveTo>
                  <a:pt x="42549" y="38085"/>
                </a:moveTo>
                <a:cubicBezTo>
                  <a:pt x="43342" y="38085"/>
                  <a:pt x="44137" y="38088"/>
                  <a:pt x="44934" y="38100"/>
                </a:cubicBezTo>
                <a:cubicBezTo>
                  <a:pt x="45911" y="38124"/>
                  <a:pt x="46589" y="38719"/>
                  <a:pt x="46720" y="39576"/>
                </a:cubicBezTo>
                <a:cubicBezTo>
                  <a:pt x="46839" y="40350"/>
                  <a:pt x="46399" y="41148"/>
                  <a:pt x="45649" y="41410"/>
                </a:cubicBezTo>
                <a:cubicBezTo>
                  <a:pt x="45304" y="41517"/>
                  <a:pt x="44911" y="41541"/>
                  <a:pt x="44542" y="41541"/>
                </a:cubicBezTo>
                <a:cubicBezTo>
                  <a:pt x="43823" y="41545"/>
                  <a:pt x="43105" y="41546"/>
                  <a:pt x="42387" y="41546"/>
                </a:cubicBezTo>
                <a:cubicBezTo>
                  <a:pt x="40950" y="41546"/>
                  <a:pt x="39513" y="41541"/>
                  <a:pt x="38076" y="41541"/>
                </a:cubicBezTo>
                <a:cubicBezTo>
                  <a:pt x="36552" y="41541"/>
                  <a:pt x="35034" y="41551"/>
                  <a:pt x="33513" y="41551"/>
                </a:cubicBezTo>
                <a:cubicBezTo>
                  <a:pt x="32753" y="41551"/>
                  <a:pt x="31992" y="41549"/>
                  <a:pt x="31230" y="41541"/>
                </a:cubicBezTo>
                <a:cubicBezTo>
                  <a:pt x="29849" y="41517"/>
                  <a:pt x="29028" y="40398"/>
                  <a:pt x="29468" y="39207"/>
                </a:cubicBezTo>
                <a:cubicBezTo>
                  <a:pt x="29742" y="38481"/>
                  <a:pt x="30397" y="38100"/>
                  <a:pt x="31397" y="38100"/>
                </a:cubicBezTo>
                <a:cubicBezTo>
                  <a:pt x="34326" y="38088"/>
                  <a:pt x="37243" y="38088"/>
                  <a:pt x="40172" y="38088"/>
                </a:cubicBezTo>
                <a:cubicBezTo>
                  <a:pt x="40964" y="38088"/>
                  <a:pt x="41756" y="38085"/>
                  <a:pt x="42549" y="38085"/>
                </a:cubicBezTo>
                <a:close/>
                <a:moveTo>
                  <a:pt x="65770" y="24705"/>
                </a:moveTo>
                <a:cubicBezTo>
                  <a:pt x="67783" y="26301"/>
                  <a:pt x="69676" y="27813"/>
                  <a:pt x="71652" y="29385"/>
                </a:cubicBezTo>
                <a:cubicBezTo>
                  <a:pt x="71366" y="29623"/>
                  <a:pt x="71128" y="29813"/>
                  <a:pt x="70890" y="30004"/>
                </a:cubicBezTo>
                <a:cubicBezTo>
                  <a:pt x="61615" y="37397"/>
                  <a:pt x="52352" y="44779"/>
                  <a:pt x="43089" y="52161"/>
                </a:cubicBezTo>
                <a:cubicBezTo>
                  <a:pt x="42160" y="52911"/>
                  <a:pt x="41291" y="53721"/>
                  <a:pt x="40362" y="54471"/>
                </a:cubicBezTo>
                <a:cubicBezTo>
                  <a:pt x="39617" y="55084"/>
                  <a:pt x="38844" y="55391"/>
                  <a:pt x="38072" y="55391"/>
                </a:cubicBezTo>
                <a:cubicBezTo>
                  <a:pt x="37314" y="55391"/>
                  <a:pt x="36557" y="55096"/>
                  <a:pt x="35826" y="54507"/>
                </a:cubicBezTo>
                <a:cubicBezTo>
                  <a:pt x="25503" y="46232"/>
                  <a:pt x="15181" y="37945"/>
                  <a:pt x="4858" y="29647"/>
                </a:cubicBezTo>
                <a:cubicBezTo>
                  <a:pt x="4787" y="29587"/>
                  <a:pt x="4715" y="29516"/>
                  <a:pt x="4560" y="29385"/>
                </a:cubicBezTo>
                <a:cubicBezTo>
                  <a:pt x="6442" y="27873"/>
                  <a:pt x="8311" y="26396"/>
                  <a:pt x="10335" y="24777"/>
                </a:cubicBezTo>
                <a:lnTo>
                  <a:pt x="10335" y="24777"/>
                </a:lnTo>
                <a:cubicBezTo>
                  <a:pt x="10335" y="26075"/>
                  <a:pt x="10359" y="27170"/>
                  <a:pt x="10323" y="28254"/>
                </a:cubicBezTo>
                <a:cubicBezTo>
                  <a:pt x="10299" y="29146"/>
                  <a:pt x="10633" y="29789"/>
                  <a:pt x="11335" y="30361"/>
                </a:cubicBezTo>
                <a:cubicBezTo>
                  <a:pt x="19800" y="37124"/>
                  <a:pt x="28230" y="43922"/>
                  <a:pt x="36683" y="50709"/>
                </a:cubicBezTo>
                <a:cubicBezTo>
                  <a:pt x="37194" y="51124"/>
                  <a:pt x="37627" y="51332"/>
                  <a:pt x="38063" y="51332"/>
                </a:cubicBezTo>
                <a:cubicBezTo>
                  <a:pt x="38502" y="51332"/>
                  <a:pt x="38944" y="51121"/>
                  <a:pt x="39470" y="50697"/>
                </a:cubicBezTo>
                <a:cubicBezTo>
                  <a:pt x="47899" y="43934"/>
                  <a:pt x="56329" y="37171"/>
                  <a:pt x="64770" y="30420"/>
                </a:cubicBezTo>
                <a:cubicBezTo>
                  <a:pt x="65461" y="29861"/>
                  <a:pt x="65806" y="29218"/>
                  <a:pt x="65770" y="28313"/>
                </a:cubicBezTo>
                <a:cubicBezTo>
                  <a:pt x="65735" y="27170"/>
                  <a:pt x="65770" y="26039"/>
                  <a:pt x="65770" y="24705"/>
                </a:cubicBezTo>
                <a:close/>
                <a:moveTo>
                  <a:pt x="37207" y="0"/>
                </a:moveTo>
                <a:cubicBezTo>
                  <a:pt x="35267" y="381"/>
                  <a:pt x="33755" y="1524"/>
                  <a:pt x="32290" y="2750"/>
                </a:cubicBezTo>
                <a:cubicBezTo>
                  <a:pt x="30766" y="4024"/>
                  <a:pt x="29230" y="5263"/>
                  <a:pt x="27659" y="6477"/>
                </a:cubicBezTo>
                <a:cubicBezTo>
                  <a:pt x="27337" y="6727"/>
                  <a:pt x="26873" y="6906"/>
                  <a:pt x="26468" y="6906"/>
                </a:cubicBezTo>
                <a:cubicBezTo>
                  <a:pt x="24725" y="6927"/>
                  <a:pt x="22986" y="6931"/>
                  <a:pt x="21246" y="6931"/>
                </a:cubicBezTo>
                <a:cubicBezTo>
                  <a:pt x="20087" y="6931"/>
                  <a:pt x="18926" y="6929"/>
                  <a:pt x="17764" y="6929"/>
                </a:cubicBezTo>
                <a:cubicBezTo>
                  <a:pt x="14788" y="6929"/>
                  <a:pt x="12442" y="8108"/>
                  <a:pt x="11145" y="10847"/>
                </a:cubicBezTo>
                <a:cubicBezTo>
                  <a:pt x="10680" y="11835"/>
                  <a:pt x="10502" y="13025"/>
                  <a:pt x="10430" y="14133"/>
                </a:cubicBezTo>
                <a:cubicBezTo>
                  <a:pt x="10323" y="15966"/>
                  <a:pt x="10383" y="17800"/>
                  <a:pt x="10406" y="19633"/>
                </a:cubicBezTo>
                <a:cubicBezTo>
                  <a:pt x="10418" y="20122"/>
                  <a:pt x="10287" y="20443"/>
                  <a:pt x="9882" y="20753"/>
                </a:cubicBezTo>
                <a:cubicBezTo>
                  <a:pt x="7037" y="22979"/>
                  <a:pt x="4191" y="25229"/>
                  <a:pt x="1381" y="27503"/>
                </a:cubicBezTo>
                <a:cubicBezTo>
                  <a:pt x="858" y="27920"/>
                  <a:pt x="453" y="28504"/>
                  <a:pt x="0" y="29016"/>
                </a:cubicBezTo>
                <a:lnTo>
                  <a:pt x="0" y="69949"/>
                </a:lnTo>
                <a:cubicBezTo>
                  <a:pt x="262" y="71283"/>
                  <a:pt x="679" y="72545"/>
                  <a:pt x="1572" y="73628"/>
                </a:cubicBezTo>
                <a:cubicBezTo>
                  <a:pt x="2715" y="74985"/>
                  <a:pt x="4144" y="75831"/>
                  <a:pt x="5906" y="76093"/>
                </a:cubicBezTo>
                <a:cubicBezTo>
                  <a:pt x="6025" y="76105"/>
                  <a:pt x="6132" y="76164"/>
                  <a:pt x="6251" y="76200"/>
                </a:cubicBezTo>
                <a:lnTo>
                  <a:pt x="70092" y="76200"/>
                </a:lnTo>
                <a:cubicBezTo>
                  <a:pt x="71343" y="75878"/>
                  <a:pt x="72557" y="75521"/>
                  <a:pt x="73569" y="74676"/>
                </a:cubicBezTo>
                <a:cubicBezTo>
                  <a:pt x="74950" y="73533"/>
                  <a:pt x="75795" y="72116"/>
                  <a:pt x="76081" y="70354"/>
                </a:cubicBezTo>
                <a:cubicBezTo>
                  <a:pt x="76105" y="70271"/>
                  <a:pt x="76165" y="70187"/>
                  <a:pt x="76200" y="70092"/>
                </a:cubicBezTo>
                <a:lnTo>
                  <a:pt x="76200" y="29016"/>
                </a:lnTo>
                <a:cubicBezTo>
                  <a:pt x="75748" y="28504"/>
                  <a:pt x="75343" y="27932"/>
                  <a:pt x="74819" y="27503"/>
                </a:cubicBezTo>
                <a:cubicBezTo>
                  <a:pt x="72069" y="25265"/>
                  <a:pt x="69295" y="23062"/>
                  <a:pt x="66497" y="20884"/>
                </a:cubicBezTo>
                <a:cubicBezTo>
                  <a:pt x="65961" y="20455"/>
                  <a:pt x="65735" y="20038"/>
                  <a:pt x="65747" y="19336"/>
                </a:cubicBezTo>
                <a:cubicBezTo>
                  <a:pt x="65759" y="17216"/>
                  <a:pt x="65782" y="15073"/>
                  <a:pt x="65628" y="12954"/>
                </a:cubicBezTo>
                <a:cubicBezTo>
                  <a:pt x="65425" y="9894"/>
                  <a:pt x="62627" y="7144"/>
                  <a:pt x="59567" y="7025"/>
                </a:cubicBezTo>
                <a:cubicBezTo>
                  <a:pt x="57720" y="6949"/>
                  <a:pt x="55869" y="6933"/>
                  <a:pt x="54016" y="6933"/>
                </a:cubicBezTo>
                <a:cubicBezTo>
                  <a:pt x="52668" y="6933"/>
                  <a:pt x="51319" y="6941"/>
                  <a:pt x="49971" y="6941"/>
                </a:cubicBezTo>
                <a:cubicBezTo>
                  <a:pt x="49340" y="6941"/>
                  <a:pt x="48852" y="6787"/>
                  <a:pt x="48363" y="6370"/>
                </a:cubicBezTo>
                <a:cubicBezTo>
                  <a:pt x="46625" y="4929"/>
                  <a:pt x="44839" y="3548"/>
                  <a:pt x="43113" y="2096"/>
                </a:cubicBezTo>
                <a:cubicBezTo>
                  <a:pt x="41851" y="1048"/>
                  <a:pt x="40470" y="298"/>
                  <a:pt x="38850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94225" lIns="94225" spcFirstLastPara="1" rIns="94225" wrap="square" tIns="942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3"/>
              <a:buFont typeface="Arial"/>
              <a:buNone/>
            </a:pPr>
            <a:r>
              <a:t/>
            </a:r>
            <a:endParaRPr b="0" i="0" sz="14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3" name="Google Shape;893;p54"/>
          <p:cNvCxnSpPr/>
          <p:nvPr/>
        </p:nvCxnSpPr>
        <p:spPr>
          <a:xfrm rot="10800000">
            <a:off x="4570665" y="967069"/>
            <a:ext cx="2700" cy="3516000"/>
          </a:xfrm>
          <a:prstGeom prst="straightConnector1">
            <a:avLst/>
          </a:prstGeom>
          <a:noFill/>
          <a:ln cap="flat" cmpd="sng" w="19050">
            <a:solidFill>
              <a:srgbClr val="153244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94" name="Google Shape;894;p54"/>
          <p:cNvSpPr/>
          <p:nvPr/>
        </p:nvSpPr>
        <p:spPr>
          <a:xfrm>
            <a:off x="4901363" y="1592713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895" name="Google Shape;895;p54"/>
          <p:cNvSpPr txBox="1"/>
          <p:nvPr/>
        </p:nvSpPr>
        <p:spPr>
          <a:xfrm>
            <a:off x="4901455" y="1950612"/>
            <a:ext cx="12246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18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625.977</a:t>
            </a:r>
            <a:endParaRPr baseline="30000" sz="218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96" name="Google Shape;896;p54"/>
          <p:cNvSpPr/>
          <p:nvPr/>
        </p:nvSpPr>
        <p:spPr>
          <a:xfrm>
            <a:off x="6218955" y="1592684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897" name="Google Shape;897;p54"/>
          <p:cNvSpPr txBox="1"/>
          <p:nvPr/>
        </p:nvSpPr>
        <p:spPr>
          <a:xfrm>
            <a:off x="6214312" y="1950603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4.509.115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898" name="Google Shape;898;p54"/>
          <p:cNvSpPr/>
          <p:nvPr/>
        </p:nvSpPr>
        <p:spPr>
          <a:xfrm>
            <a:off x="4885077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Usuarios alcanzados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99" name="Google Shape;899;p54"/>
          <p:cNvSpPr/>
          <p:nvPr/>
        </p:nvSpPr>
        <p:spPr>
          <a:xfrm>
            <a:off x="6209502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Impresiones</a:t>
            </a:r>
            <a:endParaRPr b="1"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00" name="Google Shape;900;p54"/>
          <p:cNvSpPr/>
          <p:nvPr/>
        </p:nvSpPr>
        <p:spPr>
          <a:xfrm>
            <a:off x="7528139" y="1592728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901" name="Google Shape;901;p54"/>
          <p:cNvSpPr txBox="1"/>
          <p:nvPr/>
        </p:nvSpPr>
        <p:spPr>
          <a:xfrm>
            <a:off x="7517470" y="1950612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29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7,2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02" name="Google Shape;902;p54"/>
          <p:cNvSpPr/>
          <p:nvPr/>
        </p:nvSpPr>
        <p:spPr>
          <a:xfrm>
            <a:off x="7520760" y="2382355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Frecuencia estimada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5125471" y="411397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3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04" name="Google Shape;904;p54"/>
          <p:cNvGrpSpPr/>
          <p:nvPr/>
        </p:nvGrpSpPr>
        <p:grpSpPr>
          <a:xfrm>
            <a:off x="5294822" y="1702325"/>
            <a:ext cx="385160" cy="224336"/>
            <a:chOff x="5743198" y="1745389"/>
            <a:chExt cx="650608" cy="378881"/>
          </a:xfrm>
        </p:grpSpPr>
        <p:sp>
          <p:nvSpPr>
            <p:cNvPr id="905" name="Google Shape;905;p54"/>
            <p:cNvSpPr/>
            <p:nvPr/>
          </p:nvSpPr>
          <p:spPr>
            <a:xfrm>
              <a:off x="5930725" y="1975015"/>
              <a:ext cx="279377" cy="149255"/>
            </a:xfrm>
            <a:custGeom>
              <a:rect b="b" l="l" r="r" t="t"/>
              <a:pathLst>
                <a:path extrusionOk="0" h="255" w="471">
                  <a:moveTo>
                    <a:pt x="369" y="24"/>
                  </a:moveTo>
                  <a:cubicBezTo>
                    <a:pt x="342" y="8"/>
                    <a:pt x="310" y="0"/>
                    <a:pt x="276" y="0"/>
                  </a:cubicBezTo>
                  <a:lnTo>
                    <a:pt x="195" y="0"/>
                  </a:lnTo>
                  <a:cubicBezTo>
                    <a:pt x="161" y="0"/>
                    <a:pt x="128" y="9"/>
                    <a:pt x="100" y="25"/>
                  </a:cubicBezTo>
                  <a:cubicBezTo>
                    <a:pt x="40" y="58"/>
                    <a:pt x="0" y="122"/>
                    <a:pt x="0" y="195"/>
                  </a:cubicBezTo>
                  <a:lnTo>
                    <a:pt x="0" y="255"/>
                  </a:lnTo>
                  <a:lnTo>
                    <a:pt x="471" y="255"/>
                  </a:lnTo>
                  <a:lnTo>
                    <a:pt x="471" y="195"/>
                  </a:lnTo>
                  <a:cubicBezTo>
                    <a:pt x="471" y="121"/>
                    <a:pt x="430" y="57"/>
                    <a:pt x="369" y="24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54"/>
            <p:cNvSpPr/>
            <p:nvPr/>
          </p:nvSpPr>
          <p:spPr>
            <a:xfrm>
              <a:off x="6179488" y="1940570"/>
              <a:ext cx="214318" cy="164564"/>
            </a:xfrm>
            <a:custGeom>
              <a:rect b="b" l="l" r="r" t="t"/>
              <a:pathLst>
                <a:path extrusionOk="0" h="278" w="367">
                  <a:moveTo>
                    <a:pt x="172" y="0"/>
                  </a:moveTo>
                  <a:lnTo>
                    <a:pt x="106" y="0"/>
                  </a:lnTo>
                  <a:cubicBezTo>
                    <a:pt x="67" y="0"/>
                    <a:pt x="30" y="12"/>
                    <a:pt x="0" y="32"/>
                  </a:cubicBezTo>
                  <a:cubicBezTo>
                    <a:pt x="14" y="41"/>
                    <a:pt x="28" y="52"/>
                    <a:pt x="41" y="65"/>
                  </a:cubicBezTo>
                  <a:cubicBezTo>
                    <a:pt x="90" y="114"/>
                    <a:pt x="117" y="180"/>
                    <a:pt x="117" y="249"/>
                  </a:cubicBezTo>
                  <a:lnTo>
                    <a:pt x="117" y="278"/>
                  </a:lnTo>
                  <a:lnTo>
                    <a:pt x="367" y="278"/>
                  </a:lnTo>
                  <a:lnTo>
                    <a:pt x="367" y="195"/>
                  </a:lnTo>
                  <a:cubicBezTo>
                    <a:pt x="367" y="88"/>
                    <a:pt x="280" y="0"/>
                    <a:pt x="17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54"/>
            <p:cNvSpPr/>
            <p:nvPr/>
          </p:nvSpPr>
          <p:spPr>
            <a:xfrm>
              <a:off x="5743198" y="1940570"/>
              <a:ext cx="218144" cy="164564"/>
            </a:xfrm>
            <a:custGeom>
              <a:rect b="b" l="l" r="r" t="t"/>
              <a:pathLst>
                <a:path extrusionOk="0" h="278" w="369">
                  <a:moveTo>
                    <a:pt x="369" y="33"/>
                  </a:moveTo>
                  <a:cubicBezTo>
                    <a:pt x="338" y="12"/>
                    <a:pt x="301" y="0"/>
                    <a:pt x="261" y="0"/>
                  </a:cubicBezTo>
                  <a:lnTo>
                    <a:pt x="194" y="0"/>
                  </a:lnTo>
                  <a:cubicBezTo>
                    <a:pt x="87" y="0"/>
                    <a:pt x="0" y="88"/>
                    <a:pt x="0" y="195"/>
                  </a:cubicBezTo>
                  <a:lnTo>
                    <a:pt x="0" y="278"/>
                  </a:lnTo>
                  <a:lnTo>
                    <a:pt x="253" y="278"/>
                  </a:lnTo>
                  <a:lnTo>
                    <a:pt x="253" y="249"/>
                  </a:lnTo>
                  <a:cubicBezTo>
                    <a:pt x="253" y="180"/>
                    <a:pt x="280" y="114"/>
                    <a:pt x="329" y="65"/>
                  </a:cubicBezTo>
                  <a:cubicBezTo>
                    <a:pt x="342" y="53"/>
                    <a:pt x="355" y="42"/>
                    <a:pt x="369" y="33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54"/>
            <p:cNvSpPr/>
            <p:nvPr/>
          </p:nvSpPr>
          <p:spPr>
            <a:xfrm>
              <a:off x="6183314" y="1756869"/>
              <a:ext cx="156910" cy="160738"/>
            </a:xfrm>
            <a:custGeom>
              <a:rect b="b" l="l" r="r" t="t"/>
              <a:pathLst>
                <a:path extrusionOk="0" h="276" w="264">
                  <a:moveTo>
                    <a:pt x="132" y="276"/>
                  </a:moveTo>
                  <a:lnTo>
                    <a:pt x="133" y="276"/>
                  </a:lnTo>
                  <a:cubicBezTo>
                    <a:pt x="169" y="276"/>
                    <a:pt x="202" y="261"/>
                    <a:pt x="226" y="234"/>
                  </a:cubicBezTo>
                  <a:cubicBezTo>
                    <a:pt x="251" y="208"/>
                    <a:pt x="264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54"/>
            <p:cNvSpPr/>
            <p:nvPr/>
          </p:nvSpPr>
          <p:spPr>
            <a:xfrm>
              <a:off x="5800603" y="1756869"/>
              <a:ext cx="153084" cy="160738"/>
            </a:xfrm>
            <a:custGeom>
              <a:rect b="b" l="l" r="r" t="t"/>
              <a:pathLst>
                <a:path extrusionOk="0" h="276" w="263">
                  <a:moveTo>
                    <a:pt x="132" y="276"/>
                  </a:moveTo>
                  <a:lnTo>
                    <a:pt x="133" y="276"/>
                  </a:lnTo>
                  <a:cubicBezTo>
                    <a:pt x="168" y="276"/>
                    <a:pt x="202" y="261"/>
                    <a:pt x="226" y="234"/>
                  </a:cubicBezTo>
                  <a:cubicBezTo>
                    <a:pt x="250" y="208"/>
                    <a:pt x="263" y="174"/>
                    <a:pt x="263" y="137"/>
                  </a:cubicBezTo>
                  <a:cubicBezTo>
                    <a:pt x="263" y="61"/>
                    <a:pt x="204" y="0"/>
                    <a:pt x="132" y="0"/>
                  </a:cubicBezTo>
                  <a:lnTo>
                    <a:pt x="131" y="0"/>
                  </a:lnTo>
                  <a:cubicBezTo>
                    <a:pt x="58" y="0"/>
                    <a:pt x="0" y="63"/>
                    <a:pt x="1" y="139"/>
                  </a:cubicBezTo>
                  <a:cubicBezTo>
                    <a:pt x="1" y="215"/>
                    <a:pt x="60" y="276"/>
                    <a:pt x="132" y="276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54"/>
            <p:cNvSpPr/>
            <p:nvPr/>
          </p:nvSpPr>
          <p:spPr>
            <a:xfrm>
              <a:off x="5976650" y="1745389"/>
              <a:ext cx="187527" cy="199008"/>
            </a:xfrm>
            <a:custGeom>
              <a:rect b="b" l="l" r="r" t="t"/>
              <a:pathLst>
                <a:path extrusionOk="0" h="338" w="319">
                  <a:moveTo>
                    <a:pt x="91" y="321"/>
                  </a:moveTo>
                  <a:cubicBezTo>
                    <a:pt x="112" y="332"/>
                    <a:pt x="135" y="338"/>
                    <a:pt x="160" y="338"/>
                  </a:cubicBezTo>
                  <a:cubicBezTo>
                    <a:pt x="184" y="338"/>
                    <a:pt x="207" y="332"/>
                    <a:pt x="228" y="321"/>
                  </a:cubicBezTo>
                  <a:cubicBezTo>
                    <a:pt x="282" y="294"/>
                    <a:pt x="319" y="236"/>
                    <a:pt x="319" y="169"/>
                  </a:cubicBezTo>
                  <a:cubicBezTo>
                    <a:pt x="319" y="76"/>
                    <a:pt x="248" y="0"/>
                    <a:pt x="160" y="0"/>
                  </a:cubicBezTo>
                  <a:cubicBezTo>
                    <a:pt x="72" y="0"/>
                    <a:pt x="0" y="76"/>
                    <a:pt x="0" y="169"/>
                  </a:cubicBezTo>
                  <a:cubicBezTo>
                    <a:pt x="0" y="236"/>
                    <a:pt x="37" y="294"/>
                    <a:pt x="91" y="321"/>
                  </a:cubicBezTo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54325" lIns="108725" spcFirstLastPara="1" rIns="108725" wrap="square" tIns="54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43" u="none">
                <a:solidFill>
                  <a:srgbClr val="FFC8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1" name="Google Shape;911;p54"/>
          <p:cNvSpPr/>
          <p:nvPr/>
        </p:nvSpPr>
        <p:spPr>
          <a:xfrm>
            <a:off x="5552569" y="2790192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/>
          </a:p>
        </p:txBody>
      </p:sp>
      <p:sp>
        <p:nvSpPr>
          <p:cNvPr id="912" name="Google Shape;912;p54"/>
          <p:cNvSpPr txBox="1"/>
          <p:nvPr/>
        </p:nvSpPr>
        <p:spPr>
          <a:xfrm>
            <a:off x="5547926" y="3148112"/>
            <a:ext cx="1224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71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3.850</a:t>
            </a:r>
            <a:endParaRPr baseline="30000" sz="1971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grpSp>
        <p:nvGrpSpPr>
          <p:cNvPr id="913" name="Google Shape;913;p54"/>
          <p:cNvGrpSpPr/>
          <p:nvPr/>
        </p:nvGrpSpPr>
        <p:grpSpPr>
          <a:xfrm>
            <a:off x="6011632" y="2854285"/>
            <a:ext cx="255544" cy="313352"/>
            <a:chOff x="-2003511" y="3801687"/>
            <a:chExt cx="493805" cy="652953"/>
          </a:xfrm>
        </p:grpSpPr>
        <p:sp>
          <p:nvSpPr>
            <p:cNvPr id="914" name="Google Shape;914;p54"/>
            <p:cNvSpPr/>
            <p:nvPr/>
          </p:nvSpPr>
          <p:spPr>
            <a:xfrm>
              <a:off x="-1810430" y="3992252"/>
              <a:ext cx="300724" cy="462388"/>
            </a:xfrm>
            <a:custGeom>
              <a:rect b="b" l="l" r="r" t="t"/>
              <a:pathLst>
                <a:path extrusionOk="0" h="53860" w="35029">
                  <a:moveTo>
                    <a:pt x="1577" y="1"/>
                  </a:moveTo>
                  <a:cubicBezTo>
                    <a:pt x="888" y="1"/>
                    <a:pt x="252" y="469"/>
                    <a:pt x="72" y="1246"/>
                  </a:cubicBezTo>
                  <a:cubicBezTo>
                    <a:pt x="12" y="1532"/>
                    <a:pt x="0" y="1830"/>
                    <a:pt x="0" y="2127"/>
                  </a:cubicBezTo>
                  <a:cubicBezTo>
                    <a:pt x="0" y="16391"/>
                    <a:pt x="0" y="30655"/>
                    <a:pt x="0" y="44918"/>
                  </a:cubicBezTo>
                  <a:cubicBezTo>
                    <a:pt x="0" y="45204"/>
                    <a:pt x="12" y="45514"/>
                    <a:pt x="84" y="45799"/>
                  </a:cubicBezTo>
                  <a:cubicBezTo>
                    <a:pt x="258" y="46555"/>
                    <a:pt x="882" y="47026"/>
                    <a:pt x="1572" y="47026"/>
                  </a:cubicBezTo>
                  <a:cubicBezTo>
                    <a:pt x="1827" y="47026"/>
                    <a:pt x="2092" y="46962"/>
                    <a:pt x="2346" y="46823"/>
                  </a:cubicBezTo>
                  <a:cubicBezTo>
                    <a:pt x="2679" y="46633"/>
                    <a:pt x="2989" y="46371"/>
                    <a:pt x="3298" y="46121"/>
                  </a:cubicBezTo>
                  <a:cubicBezTo>
                    <a:pt x="5715" y="44240"/>
                    <a:pt x="8132" y="42347"/>
                    <a:pt x="10597" y="40430"/>
                  </a:cubicBezTo>
                  <a:cubicBezTo>
                    <a:pt x="10764" y="40704"/>
                    <a:pt x="10907" y="40918"/>
                    <a:pt x="11037" y="41156"/>
                  </a:cubicBezTo>
                  <a:cubicBezTo>
                    <a:pt x="13109" y="44895"/>
                    <a:pt x="15181" y="48645"/>
                    <a:pt x="17288" y="52372"/>
                  </a:cubicBezTo>
                  <a:cubicBezTo>
                    <a:pt x="17598" y="52919"/>
                    <a:pt x="18110" y="53360"/>
                    <a:pt x="18538" y="53860"/>
                  </a:cubicBezTo>
                  <a:lnTo>
                    <a:pt x="19419" y="53860"/>
                  </a:lnTo>
                  <a:cubicBezTo>
                    <a:pt x="22491" y="52324"/>
                    <a:pt x="25563" y="50788"/>
                    <a:pt x="28635" y="49240"/>
                  </a:cubicBezTo>
                  <a:cubicBezTo>
                    <a:pt x="30254" y="48431"/>
                    <a:pt x="30468" y="47740"/>
                    <a:pt x="29611" y="46180"/>
                  </a:cubicBezTo>
                  <a:cubicBezTo>
                    <a:pt x="27647" y="42656"/>
                    <a:pt x="25694" y="39132"/>
                    <a:pt x="23730" y="35608"/>
                  </a:cubicBezTo>
                  <a:cubicBezTo>
                    <a:pt x="23610" y="35381"/>
                    <a:pt x="23503" y="35143"/>
                    <a:pt x="23349" y="34846"/>
                  </a:cubicBezTo>
                  <a:lnTo>
                    <a:pt x="33183" y="34846"/>
                  </a:lnTo>
                  <a:cubicBezTo>
                    <a:pt x="33897" y="34834"/>
                    <a:pt x="34433" y="34536"/>
                    <a:pt x="34731" y="33881"/>
                  </a:cubicBezTo>
                  <a:cubicBezTo>
                    <a:pt x="35029" y="33215"/>
                    <a:pt x="34838" y="32631"/>
                    <a:pt x="34374" y="32107"/>
                  </a:cubicBezTo>
                  <a:cubicBezTo>
                    <a:pt x="34255" y="31976"/>
                    <a:pt x="34136" y="31857"/>
                    <a:pt x="34017" y="31726"/>
                  </a:cubicBezTo>
                  <a:cubicBezTo>
                    <a:pt x="23718" y="21439"/>
                    <a:pt x="13419" y="11140"/>
                    <a:pt x="3120" y="853"/>
                  </a:cubicBezTo>
                  <a:cubicBezTo>
                    <a:pt x="2929" y="651"/>
                    <a:pt x="2739" y="460"/>
                    <a:pt x="2513" y="306"/>
                  </a:cubicBezTo>
                  <a:cubicBezTo>
                    <a:pt x="2215" y="97"/>
                    <a:pt x="1890" y="1"/>
                    <a:pt x="1577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54"/>
            <p:cNvSpPr/>
            <p:nvPr/>
          </p:nvSpPr>
          <p:spPr>
            <a:xfrm>
              <a:off x="-2003511" y="3991891"/>
              <a:ext cx="111425" cy="27584"/>
            </a:xfrm>
            <a:custGeom>
              <a:rect b="b" l="l" r="r" t="t"/>
              <a:pathLst>
                <a:path extrusionOk="0" h="3213" w="12979">
                  <a:moveTo>
                    <a:pt x="7356" y="1"/>
                  </a:moveTo>
                  <a:cubicBezTo>
                    <a:pt x="5586" y="1"/>
                    <a:pt x="3815" y="7"/>
                    <a:pt x="2048" y="14"/>
                  </a:cubicBezTo>
                  <a:cubicBezTo>
                    <a:pt x="1334" y="14"/>
                    <a:pt x="739" y="312"/>
                    <a:pt x="453" y="1014"/>
                  </a:cubicBezTo>
                  <a:cubicBezTo>
                    <a:pt x="0" y="2134"/>
                    <a:pt x="798" y="3169"/>
                    <a:pt x="2179" y="3193"/>
                  </a:cubicBezTo>
                  <a:cubicBezTo>
                    <a:pt x="2906" y="3205"/>
                    <a:pt x="3635" y="3208"/>
                    <a:pt x="4364" y="3208"/>
                  </a:cubicBezTo>
                  <a:cubicBezTo>
                    <a:pt x="5093" y="3208"/>
                    <a:pt x="5823" y="3205"/>
                    <a:pt x="6549" y="3205"/>
                  </a:cubicBezTo>
                  <a:cubicBezTo>
                    <a:pt x="7440" y="3205"/>
                    <a:pt x="8331" y="3213"/>
                    <a:pt x="9223" y="3213"/>
                  </a:cubicBezTo>
                  <a:cubicBezTo>
                    <a:pt x="9891" y="3213"/>
                    <a:pt x="10560" y="3209"/>
                    <a:pt x="11228" y="3193"/>
                  </a:cubicBezTo>
                  <a:cubicBezTo>
                    <a:pt x="12323" y="3158"/>
                    <a:pt x="12978" y="2515"/>
                    <a:pt x="12966" y="1574"/>
                  </a:cubicBezTo>
                  <a:cubicBezTo>
                    <a:pt x="12943" y="669"/>
                    <a:pt x="12312" y="26"/>
                    <a:pt x="11240" y="14"/>
                  </a:cubicBezTo>
                  <a:cubicBezTo>
                    <a:pt x="9947" y="4"/>
                    <a:pt x="8651" y="1"/>
                    <a:pt x="735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54"/>
            <p:cNvSpPr/>
            <p:nvPr/>
          </p:nvSpPr>
          <p:spPr>
            <a:xfrm>
              <a:off x="-1701472" y="3991908"/>
              <a:ext cx="108969" cy="27541"/>
            </a:xfrm>
            <a:custGeom>
              <a:rect b="b" l="l" r="r" t="t"/>
              <a:pathLst>
                <a:path extrusionOk="0" h="3208" w="12693">
                  <a:moveTo>
                    <a:pt x="10621" y="0"/>
                  </a:moveTo>
                  <a:cubicBezTo>
                    <a:pt x="7751" y="0"/>
                    <a:pt x="4882" y="0"/>
                    <a:pt x="2013" y="12"/>
                  </a:cubicBezTo>
                  <a:cubicBezTo>
                    <a:pt x="1739" y="12"/>
                    <a:pt x="1465" y="48"/>
                    <a:pt x="1203" y="108"/>
                  </a:cubicBezTo>
                  <a:cubicBezTo>
                    <a:pt x="441" y="286"/>
                    <a:pt x="0" y="905"/>
                    <a:pt x="24" y="1679"/>
                  </a:cubicBezTo>
                  <a:cubicBezTo>
                    <a:pt x="72" y="2596"/>
                    <a:pt x="751" y="3179"/>
                    <a:pt x="1870" y="3191"/>
                  </a:cubicBezTo>
                  <a:cubicBezTo>
                    <a:pt x="2614" y="3203"/>
                    <a:pt x="3358" y="3206"/>
                    <a:pt x="4101" y="3206"/>
                  </a:cubicBezTo>
                  <a:cubicBezTo>
                    <a:pt x="4843" y="3206"/>
                    <a:pt x="5584" y="3203"/>
                    <a:pt x="6323" y="3203"/>
                  </a:cubicBezTo>
                  <a:cubicBezTo>
                    <a:pt x="6323" y="3203"/>
                    <a:pt x="6323" y="3203"/>
                    <a:pt x="6323" y="3191"/>
                  </a:cubicBezTo>
                  <a:cubicBezTo>
                    <a:pt x="7347" y="3191"/>
                    <a:pt x="8371" y="3207"/>
                    <a:pt x="9391" y="3207"/>
                  </a:cubicBezTo>
                  <a:cubicBezTo>
                    <a:pt x="9901" y="3207"/>
                    <a:pt x="10410" y="3203"/>
                    <a:pt x="10918" y="3191"/>
                  </a:cubicBezTo>
                  <a:cubicBezTo>
                    <a:pt x="11966" y="3156"/>
                    <a:pt x="12645" y="2513"/>
                    <a:pt x="12669" y="1632"/>
                  </a:cubicBezTo>
                  <a:cubicBezTo>
                    <a:pt x="12693" y="739"/>
                    <a:pt x="11978" y="84"/>
                    <a:pt x="10918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54"/>
            <p:cNvSpPr/>
            <p:nvPr/>
          </p:nvSpPr>
          <p:spPr>
            <a:xfrm>
              <a:off x="-1810430" y="3801687"/>
              <a:ext cx="27506" cy="108497"/>
            </a:xfrm>
            <a:custGeom>
              <a:rect b="b" l="l" r="r" t="t"/>
              <a:pathLst>
                <a:path extrusionOk="0" h="12638" w="3204">
                  <a:moveTo>
                    <a:pt x="1596" y="1"/>
                  </a:moveTo>
                  <a:cubicBezTo>
                    <a:pt x="572" y="1"/>
                    <a:pt x="0" y="763"/>
                    <a:pt x="0" y="2156"/>
                  </a:cubicBezTo>
                  <a:cubicBezTo>
                    <a:pt x="0" y="4954"/>
                    <a:pt x="0" y="7740"/>
                    <a:pt x="0" y="10538"/>
                  </a:cubicBezTo>
                  <a:cubicBezTo>
                    <a:pt x="0" y="10859"/>
                    <a:pt x="24" y="11181"/>
                    <a:pt x="108" y="11490"/>
                  </a:cubicBezTo>
                  <a:cubicBezTo>
                    <a:pt x="286" y="12181"/>
                    <a:pt x="762" y="12574"/>
                    <a:pt x="1489" y="12633"/>
                  </a:cubicBezTo>
                  <a:cubicBezTo>
                    <a:pt x="1533" y="12636"/>
                    <a:pt x="1577" y="12638"/>
                    <a:pt x="1619" y="12638"/>
                  </a:cubicBezTo>
                  <a:cubicBezTo>
                    <a:pt x="2278" y="12638"/>
                    <a:pt x="2756" y="12297"/>
                    <a:pt x="3025" y="11693"/>
                  </a:cubicBezTo>
                  <a:cubicBezTo>
                    <a:pt x="3167" y="11371"/>
                    <a:pt x="3179" y="10978"/>
                    <a:pt x="3179" y="10609"/>
                  </a:cubicBezTo>
                  <a:cubicBezTo>
                    <a:pt x="3203" y="9204"/>
                    <a:pt x="3191" y="7788"/>
                    <a:pt x="3191" y="6383"/>
                  </a:cubicBezTo>
                  <a:cubicBezTo>
                    <a:pt x="3191" y="4978"/>
                    <a:pt x="3191" y="3561"/>
                    <a:pt x="3191" y="2156"/>
                  </a:cubicBezTo>
                  <a:cubicBezTo>
                    <a:pt x="3191" y="763"/>
                    <a:pt x="2620" y="1"/>
                    <a:pt x="1596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54"/>
            <p:cNvSpPr/>
            <p:nvPr/>
          </p:nvSpPr>
          <p:spPr>
            <a:xfrm>
              <a:off x="-1946173" y="3857574"/>
              <a:ext cx="85876" cy="84494"/>
            </a:xfrm>
            <a:custGeom>
              <a:rect b="b" l="l" r="r" t="t"/>
              <a:pathLst>
                <a:path extrusionOk="0" h="9842" w="10003">
                  <a:moveTo>
                    <a:pt x="1708" y="1"/>
                  </a:moveTo>
                  <a:cubicBezTo>
                    <a:pt x="1221" y="1"/>
                    <a:pt x="753" y="245"/>
                    <a:pt x="441" y="694"/>
                  </a:cubicBezTo>
                  <a:cubicBezTo>
                    <a:pt x="1" y="1337"/>
                    <a:pt x="25" y="2087"/>
                    <a:pt x="656" y="2718"/>
                  </a:cubicBezTo>
                  <a:cubicBezTo>
                    <a:pt x="2846" y="4957"/>
                    <a:pt x="5085" y="7159"/>
                    <a:pt x="7299" y="9374"/>
                  </a:cubicBezTo>
                  <a:cubicBezTo>
                    <a:pt x="7407" y="9481"/>
                    <a:pt x="7538" y="9564"/>
                    <a:pt x="7669" y="9636"/>
                  </a:cubicBezTo>
                  <a:cubicBezTo>
                    <a:pt x="7909" y="9776"/>
                    <a:pt x="8164" y="9842"/>
                    <a:pt x="8415" y="9842"/>
                  </a:cubicBezTo>
                  <a:cubicBezTo>
                    <a:pt x="9231" y="9842"/>
                    <a:pt x="9993" y="9138"/>
                    <a:pt x="10002" y="7981"/>
                  </a:cubicBezTo>
                  <a:cubicBezTo>
                    <a:pt x="9859" y="7767"/>
                    <a:pt x="9633" y="7266"/>
                    <a:pt x="9276" y="6897"/>
                  </a:cubicBezTo>
                  <a:cubicBezTo>
                    <a:pt x="7240" y="4814"/>
                    <a:pt x="5168" y="2766"/>
                    <a:pt x="3097" y="706"/>
                  </a:cubicBezTo>
                  <a:cubicBezTo>
                    <a:pt x="2930" y="539"/>
                    <a:pt x="2727" y="373"/>
                    <a:pt x="2525" y="242"/>
                  </a:cubicBezTo>
                  <a:cubicBezTo>
                    <a:pt x="2263" y="79"/>
                    <a:pt x="1982" y="1"/>
                    <a:pt x="1708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54"/>
            <p:cNvSpPr/>
            <p:nvPr/>
          </p:nvSpPr>
          <p:spPr>
            <a:xfrm>
              <a:off x="-1734790" y="3857462"/>
              <a:ext cx="86168" cy="84665"/>
            </a:xfrm>
            <a:custGeom>
              <a:rect b="b" l="l" r="r" t="t"/>
              <a:pathLst>
                <a:path extrusionOk="0" h="9862" w="10037">
                  <a:moveTo>
                    <a:pt x="8459" y="0"/>
                  </a:moveTo>
                  <a:cubicBezTo>
                    <a:pt x="8013" y="0"/>
                    <a:pt x="7604" y="212"/>
                    <a:pt x="7251" y="564"/>
                  </a:cubicBezTo>
                  <a:cubicBezTo>
                    <a:pt x="5084" y="2719"/>
                    <a:pt x="2905" y="4886"/>
                    <a:pt x="750" y="7065"/>
                  </a:cubicBezTo>
                  <a:cubicBezTo>
                    <a:pt x="24" y="7803"/>
                    <a:pt x="0" y="8744"/>
                    <a:pt x="619" y="9387"/>
                  </a:cubicBezTo>
                  <a:cubicBezTo>
                    <a:pt x="927" y="9700"/>
                    <a:pt x="1311" y="9861"/>
                    <a:pt x="1712" y="9861"/>
                  </a:cubicBezTo>
                  <a:cubicBezTo>
                    <a:pt x="2148" y="9861"/>
                    <a:pt x="2603" y="9671"/>
                    <a:pt x="3000" y="9280"/>
                  </a:cubicBezTo>
                  <a:cubicBezTo>
                    <a:pt x="5167" y="7148"/>
                    <a:pt x="7310" y="5005"/>
                    <a:pt x="9442" y="2827"/>
                  </a:cubicBezTo>
                  <a:cubicBezTo>
                    <a:pt x="9751" y="2517"/>
                    <a:pt x="9918" y="2053"/>
                    <a:pt x="10037" y="1838"/>
                  </a:cubicBezTo>
                  <a:cubicBezTo>
                    <a:pt x="10037" y="910"/>
                    <a:pt x="9692" y="410"/>
                    <a:pt x="9084" y="136"/>
                  </a:cubicBezTo>
                  <a:cubicBezTo>
                    <a:pt x="8870" y="43"/>
                    <a:pt x="8661" y="0"/>
                    <a:pt x="8459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54"/>
            <p:cNvSpPr/>
            <p:nvPr/>
          </p:nvSpPr>
          <p:spPr>
            <a:xfrm>
              <a:off x="-1946679" y="4069283"/>
              <a:ext cx="89748" cy="84579"/>
            </a:xfrm>
            <a:custGeom>
              <a:rect b="b" l="l" r="r" t="t"/>
              <a:pathLst>
                <a:path extrusionOk="0" h="9852" w="10454">
                  <a:moveTo>
                    <a:pt x="8204" y="0"/>
                  </a:moveTo>
                  <a:cubicBezTo>
                    <a:pt x="7978" y="143"/>
                    <a:pt x="7477" y="358"/>
                    <a:pt x="7108" y="715"/>
                  </a:cubicBezTo>
                  <a:cubicBezTo>
                    <a:pt x="5037" y="2763"/>
                    <a:pt x="2977" y="4834"/>
                    <a:pt x="917" y="6894"/>
                  </a:cubicBezTo>
                  <a:cubicBezTo>
                    <a:pt x="750" y="7073"/>
                    <a:pt x="584" y="7263"/>
                    <a:pt x="453" y="7466"/>
                  </a:cubicBezTo>
                  <a:cubicBezTo>
                    <a:pt x="0" y="8180"/>
                    <a:pt x="203" y="9073"/>
                    <a:pt x="905" y="9549"/>
                  </a:cubicBezTo>
                  <a:cubicBezTo>
                    <a:pt x="1187" y="9749"/>
                    <a:pt x="1487" y="9852"/>
                    <a:pt x="1790" y="9852"/>
                  </a:cubicBezTo>
                  <a:cubicBezTo>
                    <a:pt x="2191" y="9852"/>
                    <a:pt x="2597" y="9672"/>
                    <a:pt x="2977" y="9299"/>
                  </a:cubicBezTo>
                  <a:cubicBezTo>
                    <a:pt x="5180" y="7132"/>
                    <a:pt x="7358" y="4942"/>
                    <a:pt x="9537" y="2751"/>
                  </a:cubicBezTo>
                  <a:cubicBezTo>
                    <a:pt x="9656" y="2632"/>
                    <a:pt x="9763" y="2489"/>
                    <a:pt x="9847" y="2334"/>
                  </a:cubicBezTo>
                  <a:cubicBezTo>
                    <a:pt x="10454" y="1310"/>
                    <a:pt x="9716" y="12"/>
                    <a:pt x="8204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0725" lIns="100725" spcFirstLastPara="1" rIns="100725" wrap="square" tIns="100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43"/>
                <a:buFont typeface="Arial"/>
                <a:buNone/>
              </a:pPr>
              <a:r>
                <a:t/>
              </a:r>
              <a:endParaRPr b="0" i="0" sz="1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1" name="Google Shape;921;p54"/>
          <p:cNvSpPr txBox="1"/>
          <p:nvPr/>
        </p:nvSpPr>
        <p:spPr>
          <a:xfrm>
            <a:off x="2497675" y="2416469"/>
            <a:ext cx="16395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0950" lIns="70950" spcFirstLastPara="1" rIns="70950" wrap="square" tIns="216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2443">
                <a:solidFill>
                  <a:srgbClr val="163243"/>
                </a:solidFill>
                <a:latin typeface="Archivo Black"/>
                <a:ea typeface="Archivo Black"/>
                <a:cs typeface="Archivo Black"/>
                <a:sym typeface="Archivo Black"/>
              </a:rPr>
              <a:t>103.194 (34%)</a:t>
            </a:r>
            <a:endParaRPr baseline="30000" sz="2443">
              <a:solidFill>
                <a:srgbClr val="163243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22" name="Google Shape;922;p54"/>
          <p:cNvSpPr/>
          <p:nvPr/>
        </p:nvSpPr>
        <p:spPr>
          <a:xfrm>
            <a:off x="954153" y="977721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54"/>
          <p:cNvSpPr/>
          <p:nvPr/>
        </p:nvSpPr>
        <p:spPr>
          <a:xfrm>
            <a:off x="1333702" y="977721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Directa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4" name="Google Shape;924;p54"/>
          <p:cNvSpPr/>
          <p:nvPr/>
        </p:nvSpPr>
        <p:spPr>
          <a:xfrm>
            <a:off x="1031011" y="1022281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54"/>
          <p:cNvSpPr/>
          <p:nvPr/>
        </p:nvSpPr>
        <p:spPr>
          <a:xfrm>
            <a:off x="5174328" y="977746"/>
            <a:ext cx="2655300" cy="313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FFC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54"/>
          <p:cNvSpPr/>
          <p:nvPr/>
        </p:nvSpPr>
        <p:spPr>
          <a:xfrm>
            <a:off x="5553877" y="977746"/>
            <a:ext cx="2546700" cy="313500"/>
          </a:xfrm>
          <a:prstGeom prst="roundRect">
            <a:avLst>
              <a:gd fmla="val 50000" name="adj"/>
            </a:avLst>
          </a:prstGeom>
          <a:solidFill>
            <a:srgbClr val="FECA18"/>
          </a:solidFill>
          <a:ln cap="flat" cmpd="sng" w="9525">
            <a:solidFill>
              <a:srgbClr val="FECA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Digital</a:t>
            </a:r>
            <a:endParaRPr b="1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27" name="Google Shape;927;p54"/>
          <p:cNvSpPr/>
          <p:nvPr/>
        </p:nvSpPr>
        <p:spPr>
          <a:xfrm>
            <a:off x="5251186" y="1022306"/>
            <a:ext cx="224103" cy="22434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ECA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54"/>
          <p:cNvSpPr/>
          <p:nvPr/>
        </p:nvSpPr>
        <p:spPr>
          <a:xfrm>
            <a:off x="5540592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7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Clics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929" name="Google Shape;929;p54"/>
          <p:cNvGrpSpPr/>
          <p:nvPr/>
        </p:nvGrpSpPr>
        <p:grpSpPr>
          <a:xfrm>
            <a:off x="6686411" y="1672299"/>
            <a:ext cx="280788" cy="284368"/>
            <a:chOff x="6770074" y="3804745"/>
            <a:chExt cx="309545" cy="313492"/>
          </a:xfrm>
        </p:grpSpPr>
        <p:sp>
          <p:nvSpPr>
            <p:cNvPr id="930" name="Google Shape;930;p54"/>
            <p:cNvSpPr/>
            <p:nvPr/>
          </p:nvSpPr>
          <p:spPr>
            <a:xfrm>
              <a:off x="6833494" y="3804745"/>
              <a:ext cx="246125" cy="294697"/>
            </a:xfrm>
            <a:custGeom>
              <a:rect b="b" l="l" r="r" t="t"/>
              <a:pathLst>
                <a:path extrusionOk="0" h="247125" w="206394">
                  <a:moveTo>
                    <a:pt x="0" y="247125"/>
                  </a:moveTo>
                  <a:cubicBezTo>
                    <a:pt x="0" y="245076"/>
                    <a:pt x="0" y="243758"/>
                    <a:pt x="0" y="242295"/>
                  </a:cubicBezTo>
                  <a:cubicBezTo>
                    <a:pt x="0" y="205550"/>
                    <a:pt x="0" y="168806"/>
                    <a:pt x="0" y="131916"/>
                  </a:cubicBezTo>
                  <a:cubicBezTo>
                    <a:pt x="0" y="128256"/>
                    <a:pt x="1025" y="125328"/>
                    <a:pt x="3220" y="122546"/>
                  </a:cubicBezTo>
                  <a:cubicBezTo>
                    <a:pt x="9222" y="114788"/>
                    <a:pt x="16979" y="109225"/>
                    <a:pt x="24883" y="103662"/>
                  </a:cubicBezTo>
                  <a:cubicBezTo>
                    <a:pt x="28250" y="101320"/>
                    <a:pt x="31617" y="98831"/>
                    <a:pt x="35129" y="96782"/>
                  </a:cubicBezTo>
                  <a:cubicBezTo>
                    <a:pt x="53133" y="85802"/>
                    <a:pt x="61184" y="69553"/>
                    <a:pt x="62062" y="48765"/>
                  </a:cubicBezTo>
                  <a:cubicBezTo>
                    <a:pt x="62794" y="32516"/>
                    <a:pt x="64404" y="16266"/>
                    <a:pt x="65722" y="17"/>
                  </a:cubicBezTo>
                  <a:cubicBezTo>
                    <a:pt x="85335" y="-569"/>
                    <a:pt x="98802" y="14071"/>
                    <a:pt x="98509" y="30906"/>
                  </a:cubicBezTo>
                  <a:cubicBezTo>
                    <a:pt x="98216" y="50522"/>
                    <a:pt x="97484" y="70138"/>
                    <a:pt x="96899" y="89755"/>
                  </a:cubicBezTo>
                  <a:cubicBezTo>
                    <a:pt x="96753" y="96489"/>
                    <a:pt x="97924" y="97660"/>
                    <a:pt x="104510" y="97660"/>
                  </a:cubicBezTo>
                  <a:cubicBezTo>
                    <a:pt x="132907" y="97660"/>
                    <a:pt x="161303" y="97660"/>
                    <a:pt x="189699" y="97660"/>
                  </a:cubicBezTo>
                  <a:cubicBezTo>
                    <a:pt x="197750" y="97660"/>
                    <a:pt x="204629" y="102637"/>
                    <a:pt x="206093" y="109518"/>
                  </a:cubicBezTo>
                  <a:cubicBezTo>
                    <a:pt x="207996" y="118887"/>
                    <a:pt x="200677" y="127524"/>
                    <a:pt x="190431" y="127524"/>
                  </a:cubicBezTo>
                  <a:cubicBezTo>
                    <a:pt x="178282" y="127670"/>
                    <a:pt x="166133" y="127524"/>
                    <a:pt x="153838" y="127524"/>
                  </a:cubicBezTo>
                  <a:cubicBezTo>
                    <a:pt x="152814" y="127524"/>
                    <a:pt x="151935" y="127524"/>
                    <a:pt x="150911" y="127524"/>
                  </a:cubicBezTo>
                  <a:cubicBezTo>
                    <a:pt x="147251" y="127670"/>
                    <a:pt x="145348" y="129280"/>
                    <a:pt x="145202" y="132355"/>
                  </a:cubicBezTo>
                  <a:cubicBezTo>
                    <a:pt x="145202" y="135429"/>
                    <a:pt x="147105" y="137186"/>
                    <a:pt x="150764" y="137186"/>
                  </a:cubicBezTo>
                  <a:cubicBezTo>
                    <a:pt x="162035" y="137186"/>
                    <a:pt x="173159" y="137186"/>
                    <a:pt x="184430" y="137186"/>
                  </a:cubicBezTo>
                  <a:cubicBezTo>
                    <a:pt x="190285" y="137186"/>
                    <a:pt x="195262" y="139089"/>
                    <a:pt x="198482" y="144066"/>
                  </a:cubicBezTo>
                  <a:cubicBezTo>
                    <a:pt x="204922" y="153581"/>
                    <a:pt x="198335" y="166610"/>
                    <a:pt x="186625" y="167049"/>
                  </a:cubicBezTo>
                  <a:cubicBezTo>
                    <a:pt x="176819" y="167489"/>
                    <a:pt x="166865" y="167196"/>
                    <a:pt x="157058" y="167196"/>
                  </a:cubicBezTo>
                  <a:cubicBezTo>
                    <a:pt x="156034" y="167196"/>
                    <a:pt x="154863" y="167196"/>
                    <a:pt x="153838" y="167196"/>
                  </a:cubicBezTo>
                  <a:cubicBezTo>
                    <a:pt x="150764" y="167342"/>
                    <a:pt x="148568" y="168806"/>
                    <a:pt x="148568" y="172027"/>
                  </a:cubicBezTo>
                  <a:cubicBezTo>
                    <a:pt x="148568" y="175247"/>
                    <a:pt x="150764" y="176858"/>
                    <a:pt x="153838" y="176858"/>
                  </a:cubicBezTo>
                  <a:cubicBezTo>
                    <a:pt x="161449" y="177004"/>
                    <a:pt x="169207" y="176858"/>
                    <a:pt x="176819" y="177004"/>
                  </a:cubicBezTo>
                  <a:cubicBezTo>
                    <a:pt x="179161" y="177004"/>
                    <a:pt x="181795" y="177297"/>
                    <a:pt x="183991" y="178029"/>
                  </a:cubicBezTo>
                  <a:cubicBezTo>
                    <a:pt x="190870" y="180225"/>
                    <a:pt x="194969" y="186373"/>
                    <a:pt x="194383" y="193400"/>
                  </a:cubicBezTo>
                  <a:cubicBezTo>
                    <a:pt x="193944" y="199695"/>
                    <a:pt x="188382" y="205550"/>
                    <a:pt x="181502" y="206429"/>
                  </a:cubicBezTo>
                  <a:cubicBezTo>
                    <a:pt x="177111" y="207014"/>
                    <a:pt x="172720" y="206868"/>
                    <a:pt x="168329" y="206868"/>
                  </a:cubicBezTo>
                  <a:cubicBezTo>
                    <a:pt x="164230" y="206868"/>
                    <a:pt x="159986" y="206868"/>
                    <a:pt x="155887" y="206868"/>
                  </a:cubicBezTo>
                  <a:cubicBezTo>
                    <a:pt x="151935" y="206868"/>
                    <a:pt x="149740" y="208625"/>
                    <a:pt x="149740" y="211552"/>
                  </a:cubicBezTo>
                  <a:cubicBezTo>
                    <a:pt x="149740" y="214480"/>
                    <a:pt x="152082" y="216530"/>
                    <a:pt x="156180" y="216530"/>
                  </a:cubicBezTo>
                  <a:cubicBezTo>
                    <a:pt x="160278" y="216530"/>
                    <a:pt x="164523" y="216530"/>
                    <a:pt x="168621" y="216530"/>
                  </a:cubicBezTo>
                  <a:cubicBezTo>
                    <a:pt x="175208" y="216676"/>
                    <a:pt x="181356" y="221361"/>
                    <a:pt x="183259" y="227363"/>
                  </a:cubicBezTo>
                  <a:cubicBezTo>
                    <a:pt x="186040" y="236292"/>
                    <a:pt x="179599" y="245808"/>
                    <a:pt x="169646" y="246540"/>
                  </a:cubicBezTo>
                  <a:cubicBezTo>
                    <a:pt x="161449" y="247125"/>
                    <a:pt x="153106" y="246833"/>
                    <a:pt x="144763" y="246833"/>
                  </a:cubicBezTo>
                  <a:cubicBezTo>
                    <a:pt x="97777" y="246833"/>
                    <a:pt x="50791" y="246833"/>
                    <a:pt x="3806" y="246686"/>
                  </a:cubicBezTo>
                  <a:cubicBezTo>
                    <a:pt x="2781" y="247125"/>
                    <a:pt x="1610" y="247125"/>
                    <a:pt x="0" y="24712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6770074" y="3922542"/>
              <a:ext cx="51666" cy="195694"/>
            </a:xfrm>
            <a:custGeom>
              <a:rect b="b" l="l" r="r" t="t"/>
              <a:pathLst>
                <a:path extrusionOk="0" h="164104" w="43326">
                  <a:moveTo>
                    <a:pt x="0" y="0"/>
                  </a:moveTo>
                  <a:cubicBezTo>
                    <a:pt x="14491" y="0"/>
                    <a:pt x="28836" y="0"/>
                    <a:pt x="43327" y="0"/>
                  </a:cubicBezTo>
                  <a:cubicBezTo>
                    <a:pt x="43327" y="54750"/>
                    <a:pt x="43327" y="109354"/>
                    <a:pt x="43327" y="164105"/>
                  </a:cubicBezTo>
                  <a:cubicBezTo>
                    <a:pt x="28982" y="164105"/>
                    <a:pt x="14637" y="164105"/>
                    <a:pt x="0" y="164105"/>
                  </a:cubicBezTo>
                  <a:cubicBezTo>
                    <a:pt x="0" y="109501"/>
                    <a:pt x="0" y="54897"/>
                    <a:pt x="0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41450" lIns="82925" spcFirstLastPara="1" rIns="82925" wrap="square" tIns="414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2" name="Google Shape;932;p54"/>
          <p:cNvGrpSpPr/>
          <p:nvPr/>
        </p:nvGrpSpPr>
        <p:grpSpPr>
          <a:xfrm>
            <a:off x="8014839" y="1687194"/>
            <a:ext cx="280842" cy="288366"/>
            <a:chOff x="1669775" y="621725"/>
            <a:chExt cx="4347400" cy="4463875"/>
          </a:xfrm>
        </p:grpSpPr>
        <p:sp>
          <p:nvSpPr>
            <p:cNvPr id="933" name="Google Shape;933;p54"/>
            <p:cNvSpPr/>
            <p:nvPr/>
          </p:nvSpPr>
          <p:spPr>
            <a:xfrm>
              <a:off x="1669775" y="621725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54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102875" lIns="102875" spcFirstLastPara="1" rIns="102875" wrap="square" tIns="10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5" name="Google Shape;935;p54"/>
          <p:cNvSpPr/>
          <p:nvPr/>
        </p:nvSpPr>
        <p:spPr>
          <a:xfrm>
            <a:off x="781471" y="4113022"/>
            <a:ext cx="3402300" cy="38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700">
            <a:solidFill>
              <a:srgbClr val="FECA1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425" lIns="49425" spcFirstLastPara="1" rIns="49425" wrap="square" tIns="49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800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4 </a:t>
            </a:r>
            <a:r>
              <a:rPr lang="es" sz="1100">
                <a:solidFill>
                  <a:srgbClr val="163243"/>
                </a:solidFill>
                <a:latin typeface="Archivo"/>
                <a:ea typeface="Archivo"/>
                <a:cs typeface="Archivo"/>
                <a:sym typeface="Archivo"/>
              </a:rPr>
              <a:t>implementaciones</a:t>
            </a:r>
            <a:endParaRPr sz="1100">
              <a:solidFill>
                <a:srgbClr val="163243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6" name="Google Shape;936;p54"/>
          <p:cNvSpPr/>
          <p:nvPr/>
        </p:nvSpPr>
        <p:spPr>
          <a:xfrm>
            <a:off x="6872514" y="2790237"/>
            <a:ext cx="1224600" cy="1132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7875">
            <a:solidFill>
              <a:srgbClr val="15324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9975" lIns="49975" spcFirstLastPara="1" rIns="49975" wrap="square" tIns="49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65">
              <a:highlight>
                <a:srgbClr val="153245"/>
              </a:highlight>
            </a:endParaRPr>
          </a:p>
        </p:txBody>
      </p:sp>
      <p:sp>
        <p:nvSpPr>
          <p:cNvPr id="937" name="Google Shape;937;p54"/>
          <p:cNvSpPr txBox="1"/>
          <p:nvPr/>
        </p:nvSpPr>
        <p:spPr>
          <a:xfrm>
            <a:off x="6872606" y="3148121"/>
            <a:ext cx="1224600" cy="4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225" lIns="57225" spcFirstLastPara="1" rIns="57225" wrap="square" tIns="16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s" sz="1964">
                <a:solidFill>
                  <a:srgbClr val="153244"/>
                </a:solidFill>
                <a:latin typeface="Archivo Black"/>
                <a:ea typeface="Archivo Black"/>
                <a:cs typeface="Archivo Black"/>
                <a:sym typeface="Archivo Black"/>
              </a:rPr>
              <a:t>2.686.280</a:t>
            </a:r>
            <a:endParaRPr baseline="30000" sz="1964">
              <a:solidFill>
                <a:srgbClr val="153244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38" name="Google Shape;938;p54"/>
          <p:cNvSpPr/>
          <p:nvPr/>
        </p:nvSpPr>
        <p:spPr>
          <a:xfrm>
            <a:off x="6860627" y="3566026"/>
            <a:ext cx="1248600" cy="210900"/>
          </a:xfrm>
          <a:prstGeom prst="rect">
            <a:avLst/>
          </a:prstGeom>
          <a:solidFill>
            <a:srgbClr val="153244"/>
          </a:solidFill>
          <a:ln cap="flat" cmpd="sng" w="13425">
            <a:solidFill>
              <a:srgbClr val="153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225" lIns="57225" spcFirstLastPara="1" rIns="57225" wrap="square" tIns="57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844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rPr>
              <a:t>Visualizaciones</a:t>
            </a:r>
            <a:endParaRPr sz="844">
              <a:solidFill>
                <a:srgbClr val="FFFFFF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39" name="Google Shape;939;p54"/>
          <p:cNvSpPr/>
          <p:nvPr/>
        </p:nvSpPr>
        <p:spPr>
          <a:xfrm>
            <a:off x="7501923" y="3069868"/>
            <a:ext cx="110654" cy="88522"/>
          </a:xfrm>
          <a:custGeom>
            <a:rect b="b" l="l" r="r" t="t"/>
            <a:pathLst>
              <a:path extrusionOk="0" h="105383" w="131731">
                <a:moveTo>
                  <a:pt x="70095" y="105384"/>
                </a:moveTo>
                <a:cubicBezTo>
                  <a:pt x="52384" y="105384"/>
                  <a:pt x="34526" y="105384"/>
                  <a:pt x="16815" y="105384"/>
                </a:cubicBezTo>
                <a:cubicBezTo>
                  <a:pt x="13595" y="105384"/>
                  <a:pt x="11106" y="104505"/>
                  <a:pt x="9057" y="102163"/>
                </a:cubicBezTo>
                <a:cubicBezTo>
                  <a:pt x="7008" y="99967"/>
                  <a:pt x="4812" y="97918"/>
                  <a:pt x="2617" y="95722"/>
                </a:cubicBezTo>
                <a:cubicBezTo>
                  <a:pt x="-896" y="92208"/>
                  <a:pt x="-896" y="89134"/>
                  <a:pt x="2763" y="85621"/>
                </a:cubicBezTo>
                <a:cubicBezTo>
                  <a:pt x="14473" y="73763"/>
                  <a:pt x="26329" y="62052"/>
                  <a:pt x="38185" y="50194"/>
                </a:cubicBezTo>
                <a:cubicBezTo>
                  <a:pt x="53701" y="34677"/>
                  <a:pt x="69363" y="19013"/>
                  <a:pt x="84878" y="3495"/>
                </a:cubicBezTo>
                <a:cubicBezTo>
                  <a:pt x="89562" y="-1189"/>
                  <a:pt x="92051" y="-1189"/>
                  <a:pt x="96734" y="3642"/>
                </a:cubicBezTo>
                <a:cubicBezTo>
                  <a:pt x="107273" y="14182"/>
                  <a:pt x="117666" y="24722"/>
                  <a:pt x="128351" y="35116"/>
                </a:cubicBezTo>
                <a:cubicBezTo>
                  <a:pt x="130839" y="37458"/>
                  <a:pt x="131864" y="40093"/>
                  <a:pt x="131718" y="43460"/>
                </a:cubicBezTo>
                <a:cubicBezTo>
                  <a:pt x="131571" y="61466"/>
                  <a:pt x="131718" y="79472"/>
                  <a:pt x="131718" y="97478"/>
                </a:cubicBezTo>
                <a:cubicBezTo>
                  <a:pt x="131718" y="103481"/>
                  <a:pt x="129815" y="105237"/>
                  <a:pt x="123813" y="105237"/>
                </a:cubicBezTo>
                <a:cubicBezTo>
                  <a:pt x="105956" y="105384"/>
                  <a:pt x="87952" y="105384"/>
                  <a:pt x="70095" y="105384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4"/>
          <p:cNvGrpSpPr/>
          <p:nvPr/>
        </p:nvGrpSpPr>
        <p:grpSpPr>
          <a:xfrm>
            <a:off x="7366564" y="2863517"/>
            <a:ext cx="199640" cy="268248"/>
            <a:chOff x="7372774" y="3031376"/>
            <a:chExt cx="199640" cy="268248"/>
          </a:xfrm>
        </p:grpSpPr>
        <p:sp>
          <p:nvSpPr>
            <p:cNvPr id="941" name="Google Shape;941;p54"/>
            <p:cNvSpPr/>
            <p:nvPr/>
          </p:nvSpPr>
          <p:spPr>
            <a:xfrm>
              <a:off x="7392817" y="3031376"/>
              <a:ext cx="137664" cy="235946"/>
            </a:xfrm>
            <a:custGeom>
              <a:rect b="b" l="l" r="r" t="t"/>
              <a:pathLst>
                <a:path extrusionOk="0" h="280888" w="163886">
                  <a:moveTo>
                    <a:pt x="151738" y="35390"/>
                  </a:moveTo>
                  <a:cubicBezTo>
                    <a:pt x="105045" y="35390"/>
                    <a:pt x="58498" y="35390"/>
                    <a:pt x="11805" y="35390"/>
                  </a:cubicBezTo>
                  <a:cubicBezTo>
                    <a:pt x="11805" y="52664"/>
                    <a:pt x="11805" y="69792"/>
                    <a:pt x="11805" y="87505"/>
                  </a:cubicBezTo>
                  <a:cubicBezTo>
                    <a:pt x="8000" y="85895"/>
                    <a:pt x="4633" y="84724"/>
                    <a:pt x="1413" y="83114"/>
                  </a:cubicBezTo>
                  <a:cubicBezTo>
                    <a:pt x="681" y="82821"/>
                    <a:pt x="96" y="81357"/>
                    <a:pt x="96" y="80479"/>
                  </a:cubicBezTo>
                  <a:cubicBezTo>
                    <a:pt x="96" y="62765"/>
                    <a:pt x="-197" y="44906"/>
                    <a:pt x="242" y="27192"/>
                  </a:cubicBezTo>
                  <a:cubicBezTo>
                    <a:pt x="535" y="12699"/>
                    <a:pt x="13562" y="256"/>
                    <a:pt x="28199" y="110"/>
                  </a:cubicBezTo>
                  <a:cubicBezTo>
                    <a:pt x="64061" y="-37"/>
                    <a:pt x="99776" y="-37"/>
                    <a:pt x="135637" y="110"/>
                  </a:cubicBezTo>
                  <a:cubicBezTo>
                    <a:pt x="151152" y="110"/>
                    <a:pt x="163740" y="13431"/>
                    <a:pt x="163887" y="29242"/>
                  </a:cubicBezTo>
                  <a:cubicBezTo>
                    <a:pt x="163887" y="66718"/>
                    <a:pt x="163887" y="104194"/>
                    <a:pt x="163887" y="141816"/>
                  </a:cubicBezTo>
                  <a:cubicBezTo>
                    <a:pt x="163887" y="177829"/>
                    <a:pt x="163887" y="213841"/>
                    <a:pt x="163887" y="250000"/>
                  </a:cubicBezTo>
                  <a:cubicBezTo>
                    <a:pt x="163887" y="268445"/>
                    <a:pt x="151445" y="280742"/>
                    <a:pt x="132856" y="280888"/>
                  </a:cubicBezTo>
                  <a:cubicBezTo>
                    <a:pt x="98897" y="280888"/>
                    <a:pt x="64939" y="280888"/>
                    <a:pt x="30980" y="280888"/>
                  </a:cubicBezTo>
                  <a:cubicBezTo>
                    <a:pt x="12537" y="280888"/>
                    <a:pt x="242" y="268445"/>
                    <a:pt x="96" y="249853"/>
                  </a:cubicBezTo>
                  <a:cubicBezTo>
                    <a:pt x="96" y="242973"/>
                    <a:pt x="96" y="236092"/>
                    <a:pt x="96" y="228773"/>
                  </a:cubicBezTo>
                  <a:cubicBezTo>
                    <a:pt x="1267" y="229212"/>
                    <a:pt x="2145" y="229358"/>
                    <a:pt x="2730" y="229651"/>
                  </a:cubicBezTo>
                  <a:cubicBezTo>
                    <a:pt x="8878" y="233604"/>
                    <a:pt x="15758" y="234043"/>
                    <a:pt x="22930" y="234043"/>
                  </a:cubicBezTo>
                  <a:cubicBezTo>
                    <a:pt x="64353" y="233897"/>
                    <a:pt x="105777" y="233897"/>
                    <a:pt x="147054" y="233897"/>
                  </a:cubicBezTo>
                  <a:cubicBezTo>
                    <a:pt x="148518" y="233897"/>
                    <a:pt x="149981" y="233897"/>
                    <a:pt x="151738" y="233897"/>
                  </a:cubicBezTo>
                  <a:cubicBezTo>
                    <a:pt x="151738" y="167874"/>
                    <a:pt x="151738" y="101705"/>
                    <a:pt x="151738" y="35390"/>
                  </a:cubicBezTo>
                  <a:close/>
                  <a:moveTo>
                    <a:pt x="82064" y="263175"/>
                  </a:moveTo>
                  <a:cubicBezTo>
                    <a:pt x="83967" y="263175"/>
                    <a:pt x="86017" y="263321"/>
                    <a:pt x="87919" y="263175"/>
                  </a:cubicBezTo>
                  <a:cubicBezTo>
                    <a:pt x="91140" y="262882"/>
                    <a:pt x="93481" y="260540"/>
                    <a:pt x="93481" y="257466"/>
                  </a:cubicBezTo>
                  <a:cubicBezTo>
                    <a:pt x="93628" y="254391"/>
                    <a:pt x="91140" y="251756"/>
                    <a:pt x="87773" y="251610"/>
                  </a:cubicBezTo>
                  <a:cubicBezTo>
                    <a:pt x="83821" y="251464"/>
                    <a:pt x="79722" y="251464"/>
                    <a:pt x="75770" y="251610"/>
                  </a:cubicBezTo>
                  <a:cubicBezTo>
                    <a:pt x="72550" y="251756"/>
                    <a:pt x="70208" y="254245"/>
                    <a:pt x="70208" y="257173"/>
                  </a:cubicBezTo>
                  <a:cubicBezTo>
                    <a:pt x="70062" y="260247"/>
                    <a:pt x="72404" y="262882"/>
                    <a:pt x="75917" y="263028"/>
                  </a:cubicBezTo>
                  <a:cubicBezTo>
                    <a:pt x="77966" y="263321"/>
                    <a:pt x="80015" y="263175"/>
                    <a:pt x="82064" y="263175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7444912" y="3109985"/>
              <a:ext cx="127502" cy="189639"/>
            </a:xfrm>
            <a:custGeom>
              <a:rect b="b" l="l" r="r" t="t"/>
              <a:pathLst>
                <a:path extrusionOk="0" h="225761" w="151788">
                  <a:moveTo>
                    <a:pt x="878" y="198883"/>
                  </a:moveTo>
                  <a:cubicBezTo>
                    <a:pt x="24591" y="198883"/>
                    <a:pt x="48303" y="199029"/>
                    <a:pt x="72162" y="198883"/>
                  </a:cubicBezTo>
                  <a:cubicBezTo>
                    <a:pt x="91776" y="198737"/>
                    <a:pt x="107877" y="186001"/>
                    <a:pt x="112268" y="166970"/>
                  </a:cubicBezTo>
                  <a:cubicBezTo>
                    <a:pt x="113146" y="163310"/>
                    <a:pt x="113293" y="159504"/>
                    <a:pt x="113293" y="155698"/>
                  </a:cubicBezTo>
                  <a:cubicBezTo>
                    <a:pt x="113293" y="105632"/>
                    <a:pt x="113293" y="55566"/>
                    <a:pt x="113293" y="5500"/>
                  </a:cubicBezTo>
                  <a:cubicBezTo>
                    <a:pt x="113293" y="4036"/>
                    <a:pt x="113293" y="2572"/>
                    <a:pt x="113293" y="1255"/>
                  </a:cubicBezTo>
                  <a:cubicBezTo>
                    <a:pt x="124710" y="-3137"/>
                    <a:pt x="136127" y="4622"/>
                    <a:pt x="137298" y="14869"/>
                  </a:cubicBezTo>
                  <a:cubicBezTo>
                    <a:pt x="138615" y="26288"/>
                    <a:pt x="139347" y="37853"/>
                    <a:pt x="140225" y="49418"/>
                  </a:cubicBezTo>
                  <a:cubicBezTo>
                    <a:pt x="141835" y="68888"/>
                    <a:pt x="143445" y="88504"/>
                    <a:pt x="145056" y="107974"/>
                  </a:cubicBezTo>
                  <a:cubicBezTo>
                    <a:pt x="145641" y="115147"/>
                    <a:pt x="146227" y="122320"/>
                    <a:pt x="146812" y="129493"/>
                  </a:cubicBezTo>
                  <a:cubicBezTo>
                    <a:pt x="147251" y="135642"/>
                    <a:pt x="147105" y="141937"/>
                    <a:pt x="151789" y="147060"/>
                  </a:cubicBezTo>
                  <a:cubicBezTo>
                    <a:pt x="150764" y="148085"/>
                    <a:pt x="150032" y="148964"/>
                    <a:pt x="149300" y="149696"/>
                  </a:cubicBezTo>
                  <a:cubicBezTo>
                    <a:pt x="124563" y="174436"/>
                    <a:pt x="99826" y="199176"/>
                    <a:pt x="75236" y="223916"/>
                  </a:cubicBezTo>
                  <a:cubicBezTo>
                    <a:pt x="73479" y="225673"/>
                    <a:pt x="72162" y="226404"/>
                    <a:pt x="69674" y="225087"/>
                  </a:cubicBezTo>
                  <a:cubicBezTo>
                    <a:pt x="63526" y="221720"/>
                    <a:pt x="56793" y="222306"/>
                    <a:pt x="50060" y="222306"/>
                  </a:cubicBezTo>
                  <a:cubicBezTo>
                    <a:pt x="38203" y="222452"/>
                    <a:pt x="27079" y="219670"/>
                    <a:pt x="17126" y="213229"/>
                  </a:cubicBezTo>
                  <a:cubicBezTo>
                    <a:pt x="11124" y="209423"/>
                    <a:pt x="5709" y="204446"/>
                    <a:pt x="0" y="200054"/>
                  </a:cubicBezTo>
                  <a:cubicBezTo>
                    <a:pt x="293" y="199761"/>
                    <a:pt x="586" y="199322"/>
                    <a:pt x="878" y="198883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7372774" y="3110253"/>
              <a:ext cx="50017" cy="107940"/>
            </a:xfrm>
            <a:custGeom>
              <a:rect b="b" l="l" r="r" t="t"/>
              <a:pathLst>
                <a:path extrusionOk="0" h="128500" w="59544">
                  <a:moveTo>
                    <a:pt x="54106" y="52758"/>
                  </a:moveTo>
                  <a:cubicBezTo>
                    <a:pt x="61132" y="62859"/>
                    <a:pt x="61132" y="77937"/>
                    <a:pt x="54253" y="87892"/>
                  </a:cubicBezTo>
                  <a:cubicBezTo>
                    <a:pt x="60986" y="96382"/>
                    <a:pt x="60108" y="106337"/>
                    <a:pt x="58059" y="115852"/>
                  </a:cubicBezTo>
                  <a:cubicBezTo>
                    <a:pt x="55717" y="126685"/>
                    <a:pt x="43568" y="131516"/>
                    <a:pt x="33614" y="126539"/>
                  </a:cubicBezTo>
                  <a:cubicBezTo>
                    <a:pt x="25857" y="122586"/>
                    <a:pt x="18099" y="118487"/>
                    <a:pt x="10487" y="114242"/>
                  </a:cubicBezTo>
                  <a:cubicBezTo>
                    <a:pt x="3901" y="110582"/>
                    <a:pt x="534" y="104873"/>
                    <a:pt x="680" y="97261"/>
                  </a:cubicBezTo>
                  <a:cubicBezTo>
                    <a:pt x="680" y="95065"/>
                    <a:pt x="827" y="92869"/>
                    <a:pt x="680" y="90673"/>
                  </a:cubicBezTo>
                  <a:cubicBezTo>
                    <a:pt x="388" y="85110"/>
                    <a:pt x="1851" y="80133"/>
                    <a:pt x="5218" y="76034"/>
                  </a:cubicBezTo>
                  <a:cubicBezTo>
                    <a:pt x="-1369" y="64030"/>
                    <a:pt x="-1369" y="52319"/>
                    <a:pt x="5072" y="40168"/>
                  </a:cubicBezTo>
                  <a:cubicBezTo>
                    <a:pt x="-1515" y="31677"/>
                    <a:pt x="-637" y="21576"/>
                    <a:pt x="1851" y="11915"/>
                  </a:cubicBezTo>
                  <a:cubicBezTo>
                    <a:pt x="4486" y="1521"/>
                    <a:pt x="16342" y="-2871"/>
                    <a:pt x="26003" y="1960"/>
                  </a:cubicBezTo>
                  <a:cubicBezTo>
                    <a:pt x="33907" y="5913"/>
                    <a:pt x="41811" y="10158"/>
                    <a:pt x="49569" y="14403"/>
                  </a:cubicBezTo>
                  <a:cubicBezTo>
                    <a:pt x="56009" y="17917"/>
                    <a:pt x="59083" y="23626"/>
                    <a:pt x="59083" y="30799"/>
                  </a:cubicBezTo>
                  <a:cubicBezTo>
                    <a:pt x="59083" y="33141"/>
                    <a:pt x="58937" y="35484"/>
                    <a:pt x="59083" y="37679"/>
                  </a:cubicBezTo>
                  <a:cubicBezTo>
                    <a:pt x="59230" y="43242"/>
                    <a:pt x="57912" y="48220"/>
                    <a:pt x="54106" y="52758"/>
                  </a:cubicBezTo>
                  <a:close/>
                </a:path>
              </a:pathLst>
            </a:custGeom>
            <a:solidFill>
              <a:srgbClr val="163243"/>
            </a:solidFill>
            <a:ln>
              <a:noFill/>
            </a:ln>
          </p:spPr>
          <p:txBody>
            <a:bodyPr anchorCtr="0" anchor="ctr" bIns="38400" lIns="76800" spcFirstLastPara="1" rIns="76800" wrap="square" tIns="384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4" name="Google Shape;944;p54"/>
          <p:cNvSpPr/>
          <p:nvPr/>
        </p:nvSpPr>
        <p:spPr>
          <a:xfrm>
            <a:off x="7357039" y="2871605"/>
            <a:ext cx="19562" cy="41155"/>
          </a:xfrm>
          <a:custGeom>
            <a:rect b="b" l="l" r="r" t="t"/>
            <a:pathLst>
              <a:path extrusionOk="0" h="48994" w="23288">
                <a:moveTo>
                  <a:pt x="23289" y="0"/>
                </a:moveTo>
                <a:cubicBezTo>
                  <a:pt x="23289" y="15810"/>
                  <a:pt x="23289" y="31328"/>
                  <a:pt x="23289" y="46845"/>
                </a:cubicBezTo>
                <a:cubicBezTo>
                  <a:pt x="17141" y="49919"/>
                  <a:pt x="17141" y="49919"/>
                  <a:pt x="12311" y="45381"/>
                </a:cubicBezTo>
                <a:cubicBezTo>
                  <a:pt x="10115" y="43332"/>
                  <a:pt x="7773" y="41282"/>
                  <a:pt x="5578" y="39086"/>
                </a:cubicBezTo>
                <a:cubicBezTo>
                  <a:pt x="-716" y="33084"/>
                  <a:pt x="-1741" y="24594"/>
                  <a:pt x="2796" y="17128"/>
                </a:cubicBezTo>
                <a:cubicBezTo>
                  <a:pt x="4699" y="14054"/>
                  <a:pt x="6602" y="10979"/>
                  <a:pt x="8798" y="7905"/>
                </a:cubicBezTo>
                <a:cubicBezTo>
                  <a:pt x="12311" y="3221"/>
                  <a:pt x="17141" y="439"/>
                  <a:pt x="23289" y="0"/>
                </a:cubicBezTo>
                <a:close/>
              </a:path>
            </a:pathLst>
          </a:custGeom>
          <a:solidFill>
            <a:srgbClr val="163243"/>
          </a:solidFill>
          <a:ln>
            <a:noFill/>
          </a:ln>
        </p:spPr>
        <p:txBody>
          <a:bodyPr anchorCtr="0" anchor="ctr" bIns="38400" lIns="76800" spcFirstLastPara="1" rIns="76800" wrap="square" tIns="38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4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6" name="Google Shape;946;p54"/>
          <p:cNvSpPr txBox="1"/>
          <p:nvPr/>
        </p:nvSpPr>
        <p:spPr>
          <a:xfrm>
            <a:off x="133492" y="4772623"/>
            <a:ext cx="28587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>
                <a:solidFill>
                  <a:srgbClr val="595959"/>
                </a:solidFill>
                <a:latin typeface="Archivo"/>
                <a:ea typeface="Archivo"/>
                <a:cs typeface="Archivo"/>
                <a:sym typeface="Archivo"/>
              </a:rPr>
              <a:t>Período: del 10/08 al 24/08 </a:t>
            </a:r>
            <a:endParaRPr i="1">
              <a:solidFill>
                <a:srgbClr val="595959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5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Digital </a:t>
            </a:r>
            <a:r>
              <a:rPr i="1" lang="es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(parciales)</a:t>
            </a:r>
            <a:endParaRPr i="1"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52" name="Google Shape;952;p55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3" name="Google Shape;953;p55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54" name="Google Shape;954;p55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55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956" name="Google Shape;956;p55"/>
          <p:cNvGraphicFramePr/>
          <p:nvPr/>
        </p:nvGraphicFramePr>
        <p:xfrm>
          <a:off x="256649" y="9551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{C1D6F21A-42A2-4662-9338-570C3162B0AC}</a:tableStyleId>
              </a:tblPr>
              <a:tblGrid>
                <a:gridCol w="1673625"/>
                <a:gridCol w="832700"/>
                <a:gridCol w="852400"/>
                <a:gridCol w="1139575"/>
                <a:gridCol w="995150"/>
                <a:gridCol w="868725"/>
                <a:gridCol w="755825"/>
                <a:gridCol w="966850"/>
                <a:gridCol w="687100"/>
              </a:tblGrid>
              <a:tr h="38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Plataforma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Objetivo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Impresiones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Frecuencia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Vistas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VTR</a:t>
                      </a:r>
                      <a:endParaRPr b="1" sz="11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Meta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625.977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1.026.469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1,64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1.036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0,10%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186.877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18,21%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10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 Google/YouTube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Clics/Vistas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447.121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435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0,10%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299.084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89,48%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57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             Programmatic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Alcance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3.035.525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2.379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0,08%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2.200.319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72,49%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308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1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TOTALES</a:t>
                      </a:r>
                      <a:endParaRPr b="1" sz="11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625.977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4.509.115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7,2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3.850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0,08%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2.686.280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59,56%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</a:tr>
            </a:tbl>
          </a:graphicData>
        </a:graphic>
      </p:graphicFrame>
      <p:sp>
        <p:nvSpPr>
          <p:cNvPr id="957" name="Google Shape;957;p55"/>
          <p:cNvSpPr/>
          <p:nvPr/>
        </p:nvSpPr>
        <p:spPr>
          <a:xfrm>
            <a:off x="256625" y="3772325"/>
            <a:ext cx="8772000" cy="12405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31" u="sng">
                <a:latin typeface="Archivo"/>
                <a:ea typeface="Archivo"/>
                <a:cs typeface="Archivo"/>
                <a:sym typeface="Archivo"/>
              </a:rPr>
              <a:t>Insight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. Las tres plataformas superan el benchmark de VTR del eje Seguridad. En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Meta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el segmento con mejor performance fue el de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mujeres de 65+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, con 0,16% de CTR y 37,84% de VTR. En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YouTube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, el volumen de reproducciones se concentró en usuarios de </a:t>
            </a:r>
            <a:r>
              <a:rPr b="1" lang="es" sz="1231">
                <a:latin typeface="Archivo"/>
                <a:ea typeface="Archivo"/>
                <a:cs typeface="Archivo"/>
                <a:sym typeface="Archivo"/>
              </a:rPr>
              <a:t>25 a 34 años</a:t>
            </a:r>
            <a:r>
              <a:rPr lang="es" sz="1231">
                <a:latin typeface="Archivo"/>
                <a:ea typeface="Archivo"/>
                <a:cs typeface="Archivo"/>
                <a:sym typeface="Archivo"/>
              </a:rPr>
              <a:t> (34.485 vistas).</a:t>
            </a:r>
            <a:endParaRPr sz="1231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58" name="Google Shape;958;p55" title="met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798" y="1446766"/>
            <a:ext cx="278950" cy="278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5" title="ima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948" y="2450396"/>
            <a:ext cx="288650" cy="288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5"/>
          <p:cNvSpPr txBox="1"/>
          <p:nvPr/>
        </p:nvSpPr>
        <p:spPr>
          <a:xfrm>
            <a:off x="332800" y="3384296"/>
            <a:ext cx="6470100" cy="28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CTR Seguridad: Meta 0,12%. Google Ads 0,84%. Programmatic 0,39%.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 VTR Seguridad: Meta 7,42%. Google Ads 82,96%. Programmatic 69,65%.</a:t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61" name="Google Shape;961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212" y="1977353"/>
            <a:ext cx="302121" cy="211551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5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56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envío de mail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68" name="Google Shape;968;p56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9" name="Google Shape;969;p56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70" name="Google Shape;970;p56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56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2" name="Google Shape;972;p56"/>
          <p:cNvSpPr/>
          <p:nvPr/>
        </p:nvSpPr>
        <p:spPr>
          <a:xfrm>
            <a:off x="237600" y="3766810"/>
            <a:ext cx="8791200" cy="904800"/>
          </a:xfrm>
          <a:prstGeom prst="roundRect">
            <a:avLst>
              <a:gd fmla="val 6282" name="adj"/>
            </a:avLst>
          </a:prstGeom>
          <a:solidFill>
            <a:srgbClr val="F0F5FB"/>
          </a:solidFill>
          <a:ln>
            <a:noFill/>
          </a:ln>
        </p:spPr>
        <p:txBody>
          <a:bodyPr anchorCtr="0" anchor="t" bIns="0" lIns="139200" spcFirstLastPara="1" rIns="139200" wrap="square" tIns="3093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" sz="1325">
                <a:solidFill>
                  <a:srgbClr val="11374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325">
              <a:solidFill>
                <a:srgbClr val="113748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7">
              <a:solidFill>
                <a:srgbClr val="123647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3" name="Google Shape;973;p56"/>
          <p:cNvSpPr txBox="1"/>
          <p:nvPr/>
        </p:nvSpPr>
        <p:spPr>
          <a:xfrm>
            <a:off x="305725" y="3804742"/>
            <a:ext cx="86550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Se destaca el </a:t>
            </a: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excelente porcentaje de aperturas</a:t>
            </a: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obtenido en el envío a apertores anteriores sobre comunicaciones similares demostrando el interés en seguridad. 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El porcentaje de aperturas en el global de la campaña es muy bueno, ya que </a:t>
            </a: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supera por 9 p.p el benchmark de JM</a:t>
            </a:r>
            <a:r>
              <a:rPr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4" name="Google Shape;974;p56"/>
          <p:cNvSpPr txBox="1"/>
          <p:nvPr/>
        </p:nvSpPr>
        <p:spPr>
          <a:xfrm>
            <a:off x="292461" y="4972080"/>
            <a:ext cx="2769000" cy="13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u="sng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Benchmark</a:t>
            </a:r>
            <a:r>
              <a:rPr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: </a:t>
            </a:r>
            <a:r>
              <a:rPr b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Remitente </a:t>
            </a:r>
            <a:r>
              <a:rPr b="1" i="1" lang="es" sz="900">
                <a:solidFill>
                  <a:srgbClr val="123546"/>
                </a:solidFill>
                <a:highlight>
                  <a:srgbClr val="FBAB04"/>
                </a:highlight>
                <a:latin typeface="Archivo"/>
                <a:ea typeface="Archivo"/>
                <a:cs typeface="Archivo"/>
                <a:sym typeface="Archivo"/>
              </a:rPr>
              <a:t>JM:</a:t>
            </a:r>
            <a:r>
              <a:rPr b="1"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i="1" lang="es" sz="9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25% </a:t>
            </a:r>
            <a:endParaRPr i="1" sz="9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75" name="Google Shape;975;p56"/>
          <p:cNvGraphicFramePr/>
          <p:nvPr/>
        </p:nvGraphicFramePr>
        <p:xfrm>
          <a:off x="237600" y="8577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{C1D6F21A-42A2-4662-9338-570C3162B0AC}</a:tableStyleId>
              </a:tblPr>
              <a:tblGrid>
                <a:gridCol w="520475"/>
                <a:gridCol w="705325"/>
                <a:gridCol w="2223875"/>
                <a:gridCol w="884725"/>
                <a:gridCol w="1106325"/>
                <a:gridCol w="977550"/>
                <a:gridCol w="771875"/>
                <a:gridCol w="753850"/>
                <a:gridCol w="779300"/>
              </a:tblGrid>
              <a:tr h="34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Envío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Fecha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Audiencia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Enviados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Entregados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Aperturas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OR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Clics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CTOR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</a:tr>
              <a:tr h="451075">
                <a:tc row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JM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10/08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cercanos interesados en seguridad (Flores, Parque Avellaneda, Villa Lugano, Villa Soldati, Mataderos, Villa Riachuelo)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18.616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18.393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3.570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164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5107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Barrios Priorizados cercanos a Lugano desde 45 años ( Caballito, Villa Crespo, Villa del Parque, Villa Santa Rita, Villa Devoto y Villa Pueyrredón.)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119.471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118.525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18.338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15%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194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51075">
                <a:tc vMerge="1"/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12/08</a:t>
                      </a:r>
                      <a:endParaRPr b="1"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Apertores de los envios Operativo Saturacion en el barrio 1.11.14 y Orden en la villa 31.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127.091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126.766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77.963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62%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617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45107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9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Vecinos de Villa Lugano.</a:t>
                      </a:r>
                      <a:endParaRPr sz="9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36.830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36.114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3.323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169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5%</a:t>
                      </a:r>
                      <a:endParaRPr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34450"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rgbClr val="FFFFFF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GLOBAL</a:t>
                      </a:r>
                      <a:endParaRPr b="1" sz="1200">
                        <a:solidFill>
                          <a:srgbClr val="FFFFFF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3748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302.008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299.798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103.194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34%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1.144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solidFill>
                            <a:schemeClr val="lt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1.11%</a:t>
                      </a:r>
                      <a:endParaRPr b="1" sz="1200">
                        <a:solidFill>
                          <a:schemeClr val="lt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3F4F"/>
                    </a:solidFill>
                  </a:tcPr>
                </a:tc>
              </a:tr>
            </a:tbl>
          </a:graphicData>
        </a:graphic>
      </p:graphicFrame>
      <p:sp>
        <p:nvSpPr>
          <p:cNvPr id="976" name="Google Shape;976;p56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57"/>
          <p:cNvPicPr preferRelativeResize="0"/>
          <p:nvPr/>
        </p:nvPicPr>
        <p:blipFill rotWithShape="1">
          <a:blip r:embed="rId3">
            <a:alphaModFix/>
          </a:blip>
          <a:srcRect b="-9291" l="10699" r="13040" t="619"/>
          <a:stretch/>
        </p:blipFill>
        <p:spPr>
          <a:xfrm>
            <a:off x="197050" y="1319115"/>
            <a:ext cx="2131976" cy="38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57"/>
          <p:cNvSpPr txBox="1"/>
          <p:nvPr/>
        </p:nvSpPr>
        <p:spPr>
          <a:xfrm>
            <a:off x="758075" y="227675"/>
            <a:ext cx="70767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123546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Resultados desagregados | Directa: respuestas</a:t>
            </a:r>
            <a:endParaRPr b="1" sz="22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83" name="Google Shape;983;p57"/>
          <p:cNvSpPr/>
          <p:nvPr/>
        </p:nvSpPr>
        <p:spPr>
          <a:xfrm>
            <a:off x="292450" y="197829"/>
            <a:ext cx="366900" cy="366900"/>
          </a:xfrm>
          <a:prstGeom prst="ellipse">
            <a:avLst/>
          </a:prstGeom>
          <a:solidFill>
            <a:srgbClr val="1235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4" name="Google Shape;984;p57"/>
          <p:cNvGrpSpPr/>
          <p:nvPr/>
        </p:nvGrpSpPr>
        <p:grpSpPr>
          <a:xfrm>
            <a:off x="393808" y="275504"/>
            <a:ext cx="190480" cy="211556"/>
            <a:chOff x="2169088" y="811743"/>
            <a:chExt cx="3848087" cy="4273857"/>
          </a:xfrm>
        </p:grpSpPr>
        <p:sp>
          <p:nvSpPr>
            <p:cNvPr id="985" name="Google Shape;985;p57"/>
            <p:cNvSpPr/>
            <p:nvPr/>
          </p:nvSpPr>
          <p:spPr>
            <a:xfrm>
              <a:off x="2169088" y="811743"/>
              <a:ext cx="3345825" cy="4082275"/>
            </a:xfrm>
            <a:custGeom>
              <a:rect b="b" l="l" r="r" t="t"/>
              <a:pathLst>
                <a:path extrusionOk="0" h="163291" w="133833">
                  <a:moveTo>
                    <a:pt x="91175" y="34428"/>
                  </a:moveTo>
                  <a:cubicBezTo>
                    <a:pt x="96225" y="34428"/>
                    <a:pt x="101274" y="34428"/>
                    <a:pt x="106324" y="34456"/>
                  </a:cubicBezTo>
                  <a:cubicBezTo>
                    <a:pt x="109672" y="34456"/>
                    <a:pt x="111960" y="36520"/>
                    <a:pt x="111988" y="39506"/>
                  </a:cubicBezTo>
                  <a:cubicBezTo>
                    <a:pt x="112043" y="42602"/>
                    <a:pt x="109784" y="44862"/>
                    <a:pt x="106380" y="44890"/>
                  </a:cubicBezTo>
                  <a:cubicBezTo>
                    <a:pt x="101330" y="44904"/>
                    <a:pt x="96273" y="44911"/>
                    <a:pt x="91217" y="44911"/>
                  </a:cubicBezTo>
                  <a:cubicBezTo>
                    <a:pt x="86160" y="44911"/>
                    <a:pt x="81103" y="44904"/>
                    <a:pt x="76054" y="44890"/>
                  </a:cubicBezTo>
                  <a:cubicBezTo>
                    <a:pt x="72622" y="44862"/>
                    <a:pt x="70362" y="42658"/>
                    <a:pt x="70390" y="39561"/>
                  </a:cubicBezTo>
                  <a:cubicBezTo>
                    <a:pt x="70418" y="36492"/>
                    <a:pt x="72706" y="34456"/>
                    <a:pt x="76165" y="34456"/>
                  </a:cubicBezTo>
                  <a:cubicBezTo>
                    <a:pt x="81159" y="34428"/>
                    <a:pt x="86181" y="34428"/>
                    <a:pt x="91175" y="34428"/>
                  </a:cubicBezTo>
                  <a:close/>
                  <a:moveTo>
                    <a:pt x="42463" y="34428"/>
                  </a:moveTo>
                  <a:cubicBezTo>
                    <a:pt x="47457" y="34428"/>
                    <a:pt x="52451" y="34428"/>
                    <a:pt x="57445" y="34456"/>
                  </a:cubicBezTo>
                  <a:cubicBezTo>
                    <a:pt x="60849" y="34456"/>
                    <a:pt x="63108" y="36437"/>
                    <a:pt x="63192" y="39422"/>
                  </a:cubicBezTo>
                  <a:cubicBezTo>
                    <a:pt x="63276" y="42547"/>
                    <a:pt x="61044" y="44862"/>
                    <a:pt x="57668" y="44862"/>
                  </a:cubicBezTo>
                  <a:cubicBezTo>
                    <a:pt x="52590" y="44904"/>
                    <a:pt x="47506" y="44918"/>
                    <a:pt x="42421" y="44918"/>
                  </a:cubicBezTo>
                  <a:cubicBezTo>
                    <a:pt x="37337" y="44918"/>
                    <a:pt x="32252" y="44904"/>
                    <a:pt x="27174" y="44890"/>
                  </a:cubicBezTo>
                  <a:cubicBezTo>
                    <a:pt x="24217" y="44862"/>
                    <a:pt x="22069" y="43077"/>
                    <a:pt x="21650" y="40510"/>
                  </a:cubicBezTo>
                  <a:cubicBezTo>
                    <a:pt x="21232" y="37999"/>
                    <a:pt x="22627" y="35544"/>
                    <a:pt x="25082" y="34735"/>
                  </a:cubicBezTo>
                  <a:cubicBezTo>
                    <a:pt x="25835" y="34512"/>
                    <a:pt x="26672" y="34456"/>
                    <a:pt x="27481" y="34456"/>
                  </a:cubicBezTo>
                  <a:cubicBezTo>
                    <a:pt x="32475" y="34428"/>
                    <a:pt x="37469" y="34428"/>
                    <a:pt x="42463" y="34428"/>
                  </a:cubicBezTo>
                  <a:close/>
                  <a:moveTo>
                    <a:pt x="42425" y="55366"/>
                  </a:moveTo>
                  <a:cubicBezTo>
                    <a:pt x="47715" y="55366"/>
                    <a:pt x="53009" y="55380"/>
                    <a:pt x="58310" y="55408"/>
                  </a:cubicBezTo>
                  <a:cubicBezTo>
                    <a:pt x="60876" y="55408"/>
                    <a:pt x="62941" y="57473"/>
                    <a:pt x="63164" y="59984"/>
                  </a:cubicBezTo>
                  <a:cubicBezTo>
                    <a:pt x="63415" y="62662"/>
                    <a:pt x="61825" y="64977"/>
                    <a:pt x="59258" y="65591"/>
                  </a:cubicBezTo>
                  <a:cubicBezTo>
                    <a:pt x="58477" y="65759"/>
                    <a:pt x="57640" y="65814"/>
                    <a:pt x="56831" y="65814"/>
                  </a:cubicBezTo>
                  <a:cubicBezTo>
                    <a:pt x="55222" y="65824"/>
                    <a:pt x="53613" y="65827"/>
                    <a:pt x="52005" y="65827"/>
                  </a:cubicBezTo>
                  <a:cubicBezTo>
                    <a:pt x="48787" y="65827"/>
                    <a:pt x="45569" y="65814"/>
                    <a:pt x="42351" y="65814"/>
                  </a:cubicBezTo>
                  <a:cubicBezTo>
                    <a:pt x="39152" y="65814"/>
                    <a:pt x="35941" y="65827"/>
                    <a:pt x="32725" y="65827"/>
                  </a:cubicBezTo>
                  <a:cubicBezTo>
                    <a:pt x="31117" y="65827"/>
                    <a:pt x="29509" y="65824"/>
                    <a:pt x="27900" y="65814"/>
                  </a:cubicBezTo>
                  <a:cubicBezTo>
                    <a:pt x="27146" y="65814"/>
                    <a:pt x="26365" y="65759"/>
                    <a:pt x="25640" y="65619"/>
                  </a:cubicBezTo>
                  <a:cubicBezTo>
                    <a:pt x="23045" y="65033"/>
                    <a:pt x="21399" y="62773"/>
                    <a:pt x="21595" y="60095"/>
                  </a:cubicBezTo>
                  <a:cubicBezTo>
                    <a:pt x="21790" y="57528"/>
                    <a:pt x="23882" y="55408"/>
                    <a:pt x="26561" y="55408"/>
                  </a:cubicBezTo>
                  <a:cubicBezTo>
                    <a:pt x="31847" y="55380"/>
                    <a:pt x="37134" y="55366"/>
                    <a:pt x="42425" y="55366"/>
                  </a:cubicBezTo>
                  <a:close/>
                  <a:moveTo>
                    <a:pt x="106268" y="55352"/>
                  </a:moveTo>
                  <a:cubicBezTo>
                    <a:pt x="109644" y="55380"/>
                    <a:pt x="111904" y="57389"/>
                    <a:pt x="111988" y="60374"/>
                  </a:cubicBezTo>
                  <a:cubicBezTo>
                    <a:pt x="112071" y="63471"/>
                    <a:pt x="109811" y="65787"/>
                    <a:pt x="106436" y="65787"/>
                  </a:cubicBezTo>
                  <a:cubicBezTo>
                    <a:pt x="101358" y="65814"/>
                    <a:pt x="96273" y="65828"/>
                    <a:pt x="91189" y="65828"/>
                  </a:cubicBezTo>
                  <a:cubicBezTo>
                    <a:pt x="86104" y="65828"/>
                    <a:pt x="81020" y="65814"/>
                    <a:pt x="75942" y="65787"/>
                  </a:cubicBezTo>
                  <a:cubicBezTo>
                    <a:pt x="72566" y="65787"/>
                    <a:pt x="70306" y="63471"/>
                    <a:pt x="70390" y="60374"/>
                  </a:cubicBezTo>
                  <a:cubicBezTo>
                    <a:pt x="70474" y="57389"/>
                    <a:pt x="72734" y="55380"/>
                    <a:pt x="76109" y="55380"/>
                  </a:cubicBezTo>
                  <a:cubicBezTo>
                    <a:pt x="81159" y="55352"/>
                    <a:pt x="86237" y="55352"/>
                    <a:pt x="91286" y="55352"/>
                  </a:cubicBezTo>
                  <a:close/>
                  <a:moveTo>
                    <a:pt x="42379" y="76277"/>
                  </a:moveTo>
                  <a:cubicBezTo>
                    <a:pt x="47457" y="76277"/>
                    <a:pt x="52507" y="76277"/>
                    <a:pt x="57556" y="76304"/>
                  </a:cubicBezTo>
                  <a:cubicBezTo>
                    <a:pt x="60904" y="76304"/>
                    <a:pt x="63164" y="78369"/>
                    <a:pt x="63192" y="81382"/>
                  </a:cubicBezTo>
                  <a:cubicBezTo>
                    <a:pt x="63248" y="84479"/>
                    <a:pt x="60960" y="86711"/>
                    <a:pt x="57584" y="86739"/>
                  </a:cubicBezTo>
                  <a:cubicBezTo>
                    <a:pt x="52521" y="86753"/>
                    <a:pt x="47464" y="86760"/>
                    <a:pt x="42407" y="86760"/>
                  </a:cubicBezTo>
                  <a:cubicBezTo>
                    <a:pt x="37351" y="86760"/>
                    <a:pt x="32294" y="86753"/>
                    <a:pt x="27230" y="86739"/>
                  </a:cubicBezTo>
                  <a:cubicBezTo>
                    <a:pt x="24273" y="86739"/>
                    <a:pt x="22097" y="84981"/>
                    <a:pt x="21650" y="82442"/>
                  </a:cubicBezTo>
                  <a:cubicBezTo>
                    <a:pt x="21204" y="79931"/>
                    <a:pt x="22571" y="77448"/>
                    <a:pt x="24998" y="76639"/>
                  </a:cubicBezTo>
                  <a:cubicBezTo>
                    <a:pt x="25752" y="76360"/>
                    <a:pt x="26588" y="76304"/>
                    <a:pt x="27398" y="76304"/>
                  </a:cubicBezTo>
                  <a:cubicBezTo>
                    <a:pt x="32392" y="76277"/>
                    <a:pt x="37385" y="76277"/>
                    <a:pt x="42379" y="76277"/>
                  </a:cubicBezTo>
                  <a:close/>
                  <a:moveTo>
                    <a:pt x="83140" y="76277"/>
                  </a:moveTo>
                  <a:cubicBezTo>
                    <a:pt x="83696" y="76283"/>
                    <a:pt x="84251" y="76285"/>
                    <a:pt x="84805" y="76285"/>
                  </a:cubicBezTo>
                  <a:cubicBezTo>
                    <a:pt x="85792" y="76285"/>
                    <a:pt x="86776" y="76278"/>
                    <a:pt x="87758" y="76278"/>
                  </a:cubicBezTo>
                  <a:cubicBezTo>
                    <a:pt x="88656" y="76278"/>
                    <a:pt x="89553" y="76284"/>
                    <a:pt x="90449" y="76304"/>
                  </a:cubicBezTo>
                  <a:cubicBezTo>
                    <a:pt x="93518" y="76332"/>
                    <a:pt x="95750" y="78425"/>
                    <a:pt x="95862" y="81298"/>
                  </a:cubicBezTo>
                  <a:cubicBezTo>
                    <a:pt x="95974" y="84088"/>
                    <a:pt x="93825" y="86599"/>
                    <a:pt x="90812" y="86683"/>
                  </a:cubicBezTo>
                  <a:cubicBezTo>
                    <a:pt x="88259" y="86753"/>
                    <a:pt x="85707" y="86788"/>
                    <a:pt x="83154" y="86788"/>
                  </a:cubicBezTo>
                  <a:cubicBezTo>
                    <a:pt x="80601" y="86788"/>
                    <a:pt x="78048" y="86753"/>
                    <a:pt x="75496" y="86683"/>
                  </a:cubicBezTo>
                  <a:cubicBezTo>
                    <a:pt x="72371" y="86599"/>
                    <a:pt x="70278" y="84200"/>
                    <a:pt x="70390" y="81215"/>
                  </a:cubicBezTo>
                  <a:cubicBezTo>
                    <a:pt x="70530" y="78369"/>
                    <a:pt x="72734" y="76332"/>
                    <a:pt x="75830" y="76304"/>
                  </a:cubicBezTo>
                  <a:cubicBezTo>
                    <a:pt x="78285" y="76277"/>
                    <a:pt x="80713" y="76277"/>
                    <a:pt x="83140" y="76277"/>
                  </a:cubicBezTo>
                  <a:close/>
                  <a:moveTo>
                    <a:pt x="42491" y="97201"/>
                  </a:moveTo>
                  <a:cubicBezTo>
                    <a:pt x="47485" y="97201"/>
                    <a:pt x="52479" y="97201"/>
                    <a:pt x="57473" y="97229"/>
                  </a:cubicBezTo>
                  <a:cubicBezTo>
                    <a:pt x="60932" y="97229"/>
                    <a:pt x="63192" y="99321"/>
                    <a:pt x="63192" y="102418"/>
                  </a:cubicBezTo>
                  <a:cubicBezTo>
                    <a:pt x="63192" y="105487"/>
                    <a:pt x="60904" y="107663"/>
                    <a:pt x="57473" y="107663"/>
                  </a:cubicBezTo>
                  <a:cubicBezTo>
                    <a:pt x="52451" y="107677"/>
                    <a:pt x="47422" y="107684"/>
                    <a:pt x="42393" y="107684"/>
                  </a:cubicBezTo>
                  <a:cubicBezTo>
                    <a:pt x="37365" y="107684"/>
                    <a:pt x="32336" y="107677"/>
                    <a:pt x="27314" y="107663"/>
                  </a:cubicBezTo>
                  <a:cubicBezTo>
                    <a:pt x="23882" y="107635"/>
                    <a:pt x="21595" y="105459"/>
                    <a:pt x="21595" y="102418"/>
                  </a:cubicBezTo>
                  <a:cubicBezTo>
                    <a:pt x="21595" y="99321"/>
                    <a:pt x="23882" y="97229"/>
                    <a:pt x="27314" y="97229"/>
                  </a:cubicBezTo>
                  <a:cubicBezTo>
                    <a:pt x="32364" y="97201"/>
                    <a:pt x="37413" y="97201"/>
                    <a:pt x="42491" y="97201"/>
                  </a:cubicBezTo>
                  <a:close/>
                  <a:moveTo>
                    <a:pt x="32503" y="118476"/>
                  </a:moveTo>
                  <a:cubicBezTo>
                    <a:pt x="35795" y="118476"/>
                    <a:pt x="39087" y="118488"/>
                    <a:pt x="42379" y="118488"/>
                  </a:cubicBezTo>
                  <a:lnTo>
                    <a:pt x="57389" y="118488"/>
                  </a:lnTo>
                  <a:cubicBezTo>
                    <a:pt x="60876" y="118488"/>
                    <a:pt x="63164" y="120525"/>
                    <a:pt x="63192" y="123593"/>
                  </a:cubicBezTo>
                  <a:cubicBezTo>
                    <a:pt x="63248" y="126746"/>
                    <a:pt x="60932" y="128922"/>
                    <a:pt x="57389" y="128950"/>
                  </a:cubicBezTo>
                  <a:cubicBezTo>
                    <a:pt x="52367" y="128950"/>
                    <a:pt x="47338" y="128957"/>
                    <a:pt x="42310" y="128957"/>
                  </a:cubicBezTo>
                  <a:cubicBezTo>
                    <a:pt x="37281" y="128957"/>
                    <a:pt x="32252" y="128950"/>
                    <a:pt x="27230" y="128922"/>
                  </a:cubicBezTo>
                  <a:cubicBezTo>
                    <a:pt x="24273" y="128922"/>
                    <a:pt x="22097" y="127192"/>
                    <a:pt x="21650" y="124654"/>
                  </a:cubicBezTo>
                  <a:cubicBezTo>
                    <a:pt x="21204" y="122115"/>
                    <a:pt x="22571" y="119660"/>
                    <a:pt x="24998" y="118823"/>
                  </a:cubicBezTo>
                  <a:cubicBezTo>
                    <a:pt x="25807" y="118572"/>
                    <a:pt x="26700" y="118516"/>
                    <a:pt x="27565" y="118488"/>
                  </a:cubicBezTo>
                  <a:cubicBezTo>
                    <a:pt x="29211" y="118479"/>
                    <a:pt x="30857" y="118476"/>
                    <a:pt x="32503" y="118476"/>
                  </a:cubicBezTo>
                  <a:close/>
                  <a:moveTo>
                    <a:pt x="18498" y="0"/>
                  </a:moveTo>
                  <a:cubicBezTo>
                    <a:pt x="14871" y="837"/>
                    <a:pt x="11356" y="1953"/>
                    <a:pt x="8370" y="4325"/>
                  </a:cubicBezTo>
                  <a:cubicBezTo>
                    <a:pt x="3042" y="8538"/>
                    <a:pt x="56" y="14034"/>
                    <a:pt x="56" y="20841"/>
                  </a:cubicBezTo>
                  <a:cubicBezTo>
                    <a:pt x="1" y="61378"/>
                    <a:pt x="1" y="101944"/>
                    <a:pt x="29" y="142509"/>
                  </a:cubicBezTo>
                  <a:cubicBezTo>
                    <a:pt x="56" y="153669"/>
                    <a:pt x="9235" y="163154"/>
                    <a:pt x="20339" y="163210"/>
                  </a:cubicBezTo>
                  <a:cubicBezTo>
                    <a:pt x="29558" y="163274"/>
                    <a:pt x="38778" y="163291"/>
                    <a:pt x="47997" y="163291"/>
                  </a:cubicBezTo>
                  <a:cubicBezTo>
                    <a:pt x="59060" y="163291"/>
                    <a:pt x="70124" y="163266"/>
                    <a:pt x="81187" y="163266"/>
                  </a:cubicBezTo>
                  <a:cubicBezTo>
                    <a:pt x="81354" y="163266"/>
                    <a:pt x="81522" y="163210"/>
                    <a:pt x="81829" y="163182"/>
                  </a:cubicBezTo>
                  <a:cubicBezTo>
                    <a:pt x="71450" y="144155"/>
                    <a:pt x="70809" y="125016"/>
                    <a:pt x="82498" y="106575"/>
                  </a:cubicBezTo>
                  <a:cubicBezTo>
                    <a:pt x="93348" y="89433"/>
                    <a:pt x="109245" y="81520"/>
                    <a:pt x="128941" y="81520"/>
                  </a:cubicBezTo>
                  <a:cubicBezTo>
                    <a:pt x="130465" y="81520"/>
                    <a:pt x="132012" y="81567"/>
                    <a:pt x="133581" y="81661"/>
                  </a:cubicBezTo>
                  <a:lnTo>
                    <a:pt x="133581" y="79597"/>
                  </a:lnTo>
                  <a:cubicBezTo>
                    <a:pt x="133581" y="60597"/>
                    <a:pt x="133386" y="41598"/>
                    <a:pt x="133665" y="22599"/>
                  </a:cubicBezTo>
                  <a:cubicBezTo>
                    <a:pt x="133833" y="9933"/>
                    <a:pt x="124933" y="1423"/>
                    <a:pt x="115559" y="224"/>
                  </a:cubicBezTo>
                  <a:cubicBezTo>
                    <a:pt x="115419" y="224"/>
                    <a:pt x="115252" y="84"/>
                    <a:pt x="115112" y="0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57"/>
            <p:cNvSpPr/>
            <p:nvPr/>
          </p:nvSpPr>
          <p:spPr>
            <a:xfrm>
              <a:off x="3700125" y="2911200"/>
              <a:ext cx="2317050" cy="2174400"/>
            </a:xfrm>
            <a:custGeom>
              <a:rect b="b" l="l" r="r" t="t"/>
              <a:pathLst>
                <a:path extrusionOk="0" h="86976" w="92682">
                  <a:moveTo>
                    <a:pt x="61246" y="27942"/>
                  </a:moveTo>
                  <a:cubicBezTo>
                    <a:pt x="62954" y="27942"/>
                    <a:pt x="64509" y="28984"/>
                    <a:pt x="65396" y="30508"/>
                  </a:cubicBezTo>
                  <a:cubicBezTo>
                    <a:pt x="66484" y="32349"/>
                    <a:pt x="66345" y="34693"/>
                    <a:pt x="64894" y="36534"/>
                  </a:cubicBezTo>
                  <a:cubicBezTo>
                    <a:pt x="61909" y="40328"/>
                    <a:pt x="58868" y="44067"/>
                    <a:pt x="55855" y="47833"/>
                  </a:cubicBezTo>
                  <a:cubicBezTo>
                    <a:pt x="53456" y="50818"/>
                    <a:pt x="51084" y="53832"/>
                    <a:pt x="48657" y="56789"/>
                  </a:cubicBezTo>
                  <a:cubicBezTo>
                    <a:pt x="47399" y="58321"/>
                    <a:pt x="45954" y="59098"/>
                    <a:pt x="44425" y="59098"/>
                  </a:cubicBezTo>
                  <a:cubicBezTo>
                    <a:pt x="43310" y="59098"/>
                    <a:pt x="42150" y="58685"/>
                    <a:pt x="40985" y="57849"/>
                  </a:cubicBezTo>
                  <a:cubicBezTo>
                    <a:pt x="36995" y="55031"/>
                    <a:pt x="33061" y="52158"/>
                    <a:pt x="29128" y="49284"/>
                  </a:cubicBezTo>
                  <a:cubicBezTo>
                    <a:pt x="26561" y="47359"/>
                    <a:pt x="26003" y="44151"/>
                    <a:pt x="27760" y="41751"/>
                  </a:cubicBezTo>
                  <a:cubicBezTo>
                    <a:pt x="28774" y="40394"/>
                    <a:pt x="30277" y="39679"/>
                    <a:pt x="31864" y="39679"/>
                  </a:cubicBezTo>
                  <a:cubicBezTo>
                    <a:pt x="32984" y="39679"/>
                    <a:pt x="34147" y="40036"/>
                    <a:pt x="35210" y="40775"/>
                  </a:cubicBezTo>
                  <a:cubicBezTo>
                    <a:pt x="37916" y="42672"/>
                    <a:pt x="40566" y="44653"/>
                    <a:pt x="43384" y="46661"/>
                  </a:cubicBezTo>
                  <a:cubicBezTo>
                    <a:pt x="47848" y="41110"/>
                    <a:pt x="52116" y="35669"/>
                    <a:pt x="56552" y="30368"/>
                  </a:cubicBezTo>
                  <a:cubicBezTo>
                    <a:pt x="57417" y="29336"/>
                    <a:pt x="58784" y="28471"/>
                    <a:pt x="60068" y="28109"/>
                  </a:cubicBezTo>
                  <a:cubicBezTo>
                    <a:pt x="60464" y="27995"/>
                    <a:pt x="60859" y="27942"/>
                    <a:pt x="61246" y="27942"/>
                  </a:cubicBezTo>
                  <a:close/>
                  <a:moveTo>
                    <a:pt x="46519" y="1"/>
                  </a:moveTo>
                  <a:cubicBezTo>
                    <a:pt x="43400" y="1"/>
                    <a:pt x="40238" y="348"/>
                    <a:pt x="37079" y="1074"/>
                  </a:cubicBezTo>
                  <a:cubicBezTo>
                    <a:pt x="14508" y="6264"/>
                    <a:pt x="1" y="27104"/>
                    <a:pt x="3600" y="50149"/>
                  </a:cubicBezTo>
                  <a:cubicBezTo>
                    <a:pt x="6250" y="67111"/>
                    <a:pt x="16210" y="78634"/>
                    <a:pt x="32336" y="84548"/>
                  </a:cubicBezTo>
                  <a:cubicBezTo>
                    <a:pt x="35628" y="85748"/>
                    <a:pt x="39199" y="86194"/>
                    <a:pt x="42631" y="86976"/>
                  </a:cubicBezTo>
                  <a:lnTo>
                    <a:pt x="50275" y="86976"/>
                  </a:lnTo>
                  <a:cubicBezTo>
                    <a:pt x="51084" y="86836"/>
                    <a:pt x="51865" y="86669"/>
                    <a:pt x="52646" y="86557"/>
                  </a:cubicBezTo>
                  <a:cubicBezTo>
                    <a:pt x="76500" y="82958"/>
                    <a:pt x="92682" y="61225"/>
                    <a:pt x="89417" y="37259"/>
                  </a:cubicBezTo>
                  <a:cubicBezTo>
                    <a:pt x="86455" y="15671"/>
                    <a:pt x="67470" y="1"/>
                    <a:pt x="46519" y="1"/>
                  </a:cubicBezTo>
                  <a:close/>
                </a:path>
              </a:pathLst>
            </a:custGeom>
            <a:solidFill>
              <a:srgbClr val="8DE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7" name="Google Shape;987;p57"/>
          <p:cNvSpPr/>
          <p:nvPr/>
        </p:nvSpPr>
        <p:spPr>
          <a:xfrm>
            <a:off x="2481375" y="2752475"/>
            <a:ext cx="6597000" cy="2283600"/>
          </a:xfrm>
          <a:prstGeom prst="roundRect">
            <a:avLst>
              <a:gd fmla="val 26355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0" lIns="78550" spcFirstLastPara="1" rIns="78550" wrap="square" tIns="72000">
            <a:noAutofit/>
          </a:bodyPr>
          <a:lstStyle/>
          <a:p>
            <a:pPr indent="0" lvl="0" marL="1800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registró mayormente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51%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positivas,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 favor de la medida. Además hubo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26%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solicitudes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con 3 ejes mencionados: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0423" lvl="0" marL="4572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1"/>
              <a:buFont typeface="Archivo"/>
              <a:buAutoNum type="arabicPeriod"/>
            </a:pP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Seguridad (70%):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Se solicita desalojar otros puntos de venta de droga en otras zonas como Caballito.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0423" lvl="0" marL="4572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1"/>
              <a:buFont typeface="Archivo"/>
              <a:buAutoNum type="arabicPeriod"/>
            </a:pP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Espacio Público e Higiene Urbana (20%)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Se solicita 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principalmente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limpieza de contenedores y arreglo de luminarias en el barrio de Caballito.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00423" lvl="0" marL="45720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31"/>
              <a:buFont typeface="Archivo"/>
              <a:buAutoNum type="arabicPeriod"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nfraestructura (10%):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 Piden mejoras en ordenamiento de tránsito.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82144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También se obtuvo un 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17%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respuestas</a:t>
            </a:r>
            <a:r>
              <a:rPr b="1"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negativas</a:t>
            </a:r>
            <a:r>
              <a:rPr lang="es" sz="113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repudiando la misma mencionando que la droga también está en Puerto Madero y Nordelta. </a:t>
            </a:r>
            <a:endParaRPr sz="113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988" name="Google Shape;988;p57"/>
          <p:cNvGraphicFramePr/>
          <p:nvPr/>
        </p:nvGraphicFramePr>
        <p:xfrm>
          <a:off x="2553318" y="98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{C1D6F21A-42A2-4662-9338-570C3162B0AC}</a:tableStyleId>
              </a:tblPr>
              <a:tblGrid>
                <a:gridCol w="1290625"/>
                <a:gridCol w="1290625"/>
                <a:gridCol w="1290625"/>
                <a:gridCol w="1290625"/>
                <a:gridCol w="1290625"/>
              </a:tblGrid>
              <a:tr h="36045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Respuestas moderadas: </a:t>
                      </a:r>
                      <a:r>
                        <a:rPr b="1" lang="es" sz="1600">
                          <a:solidFill>
                            <a:srgbClr val="153245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190</a:t>
                      </a:r>
                      <a:endParaRPr b="1" sz="1200">
                        <a:solidFill>
                          <a:srgbClr val="153245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CA18"/>
                    </a:solidFill>
                  </a:tcPr>
                </a:tc>
                <a:tc hMerge="1"/>
                <a:tc hMerge="1"/>
                <a:tc hMerge="1"/>
                <a:tc hMerge="1"/>
              </a:tr>
              <a:tr h="43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Positivas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Neutras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Negativas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Información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Solicitudes</a:t>
                      </a:r>
                      <a:endParaRPr b="1"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1DC"/>
                    </a:solidFill>
                  </a:tcPr>
                </a:tc>
              </a:tr>
              <a:tr h="78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96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(51%)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10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(5%)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32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(17%)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(1%)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50</a:t>
                      </a:r>
                      <a:endParaRPr sz="1200">
                        <a:solidFill>
                          <a:schemeClr val="dk1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  <a:p>
                      <a:pPr indent="0" lvl="0" marL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(26%)</a:t>
                      </a:r>
                      <a:endParaRPr sz="12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72000" marB="0" marR="36000" marL="360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  <p:sp>
        <p:nvSpPr>
          <p:cNvPr id="989" name="Google Shape;989;p57"/>
          <p:cNvSpPr/>
          <p:nvPr/>
        </p:nvSpPr>
        <p:spPr>
          <a:xfrm>
            <a:off x="8036243" y="683442"/>
            <a:ext cx="970200" cy="369600"/>
          </a:xfrm>
          <a:prstGeom prst="roundRect">
            <a:avLst>
              <a:gd fmla="val 16667" name="adj"/>
            </a:avLst>
          </a:prstGeom>
          <a:solidFill>
            <a:srgbClr val="FFC800"/>
          </a:solidFill>
          <a:ln>
            <a:noFill/>
          </a:ln>
        </p:spPr>
        <p:txBody>
          <a:bodyPr anchorCtr="0" anchor="ctr" bIns="132475" lIns="132475" spcFirstLastPara="1" rIns="132475" wrap="square" tIns="132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19">
                <a:solidFill>
                  <a:srgbClr val="153244"/>
                </a:solidFill>
                <a:latin typeface="Archivo"/>
                <a:ea typeface="Archivo"/>
                <a:cs typeface="Archivo"/>
                <a:sym typeface="Archivo"/>
              </a:rPr>
              <a:t>JM</a:t>
            </a:r>
            <a:endParaRPr b="1" sz="1719">
              <a:solidFill>
                <a:srgbClr val="153244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90" name="Google Shape;990;p57"/>
          <p:cNvSpPr/>
          <p:nvPr/>
        </p:nvSpPr>
        <p:spPr>
          <a:xfrm>
            <a:off x="7665463" y="560909"/>
            <a:ext cx="540900" cy="534000"/>
          </a:xfrm>
          <a:prstGeom prst="ellipse">
            <a:avLst/>
          </a:prstGeom>
          <a:solidFill>
            <a:srgbClr val="FFC800"/>
          </a:solidFill>
          <a:ln>
            <a:noFill/>
          </a:ln>
        </p:spPr>
        <p:txBody>
          <a:bodyPr anchorCtr="0" anchor="ctr" bIns="65150" lIns="65150" spcFirstLastPara="1" rIns="65150" wrap="square" tIns="6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7"/>
          </a:p>
        </p:txBody>
      </p:sp>
      <p:sp>
        <p:nvSpPr>
          <p:cNvPr id="991" name="Google Shape;991;p57"/>
          <p:cNvSpPr/>
          <p:nvPr/>
        </p:nvSpPr>
        <p:spPr>
          <a:xfrm>
            <a:off x="338149" y="946714"/>
            <a:ext cx="1897800" cy="3177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113748"/>
          </a:solidFill>
          <a:ln>
            <a:noFill/>
          </a:ln>
        </p:spPr>
        <p:txBody>
          <a:bodyPr anchorCtr="0" anchor="ctr" bIns="100000" lIns="100000" spcFirstLastPara="1" rIns="100000" wrap="square" tIns="100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rgbClr val="FFFFFF"/>
                </a:solidFill>
                <a:latin typeface="Archivo SemiBold"/>
                <a:ea typeface="Archivo SemiBold"/>
                <a:cs typeface="Archivo SemiBold"/>
                <a:sym typeface="Archivo SemiBold"/>
              </a:rPr>
              <a:t>Desmantelamos un clan narco en Lugano</a:t>
            </a:r>
            <a:endParaRPr sz="800">
              <a:solidFill>
                <a:srgbClr val="FFFFFF"/>
              </a:solidFill>
              <a:latin typeface="Archivo SemiBold"/>
              <a:ea typeface="Archivo SemiBold"/>
              <a:cs typeface="Archivo SemiBold"/>
              <a:sym typeface="Archivo SemiBold"/>
            </a:endParaRPr>
          </a:p>
        </p:txBody>
      </p:sp>
      <p:sp>
        <p:nvSpPr>
          <p:cNvPr id="992" name="Google Shape;992;p57"/>
          <p:cNvSpPr/>
          <p:nvPr/>
        </p:nvSpPr>
        <p:spPr>
          <a:xfrm>
            <a:off x="2553325" y="799731"/>
            <a:ext cx="1118400" cy="3438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 cap="flat" cmpd="sng" w="775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450" lIns="74450" spcFirstLastPara="1" rIns="74450" wrap="square" tIns="74450">
            <a:noAutofit/>
          </a:bodyPr>
          <a:lstStyle/>
          <a:p>
            <a:pPr indent="0" lvl="0" marL="87941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3">
                <a:solidFill>
                  <a:schemeClr val="lt1"/>
                </a:solidFill>
              </a:rPr>
              <a:t>Tasa de respuesta</a:t>
            </a:r>
            <a:br>
              <a:rPr b="1" lang="es" sz="1140">
                <a:solidFill>
                  <a:schemeClr val="lt1"/>
                </a:solidFill>
              </a:rPr>
            </a:br>
            <a:r>
              <a:rPr b="1" lang="es" sz="977">
                <a:solidFill>
                  <a:schemeClr val="lt1"/>
                </a:solidFill>
              </a:rPr>
              <a:t>0,19%</a:t>
            </a:r>
            <a:endParaRPr b="1" sz="977">
              <a:solidFill>
                <a:schemeClr val="lt1"/>
              </a:solidFill>
            </a:endParaRPr>
          </a:p>
        </p:txBody>
      </p:sp>
      <p:pic>
        <p:nvPicPr>
          <p:cNvPr id="993" name="Google Shape;99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00" y="1335544"/>
            <a:ext cx="1842300" cy="3297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994" name="Google Shape;994;p57"/>
          <p:cNvSpPr txBox="1"/>
          <p:nvPr/>
        </p:nvSpPr>
        <p:spPr>
          <a:xfrm>
            <a:off x="758075" y="533085"/>
            <a:ext cx="5441100" cy="28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23546"/>
                </a:solidFill>
                <a:latin typeface="Archivo"/>
                <a:ea typeface="Archivo"/>
                <a:cs typeface="Archivo"/>
                <a:sym typeface="Archivo"/>
              </a:rPr>
              <a:t>Desarticulación de banda narco en Barrio Mugica</a:t>
            </a:r>
            <a:endParaRPr sz="1600">
              <a:solidFill>
                <a:srgbClr val="1235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995" name="Google Shape;995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8566" y="580547"/>
            <a:ext cx="494700" cy="494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C3C3B"/>
        </a:solidFill>
      </p:bgPr>
    </p:bg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Google Shape;100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372" y="0"/>
            <a:ext cx="476660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58"/>
          <p:cNvPicPr preferRelativeResize="0"/>
          <p:nvPr/>
        </p:nvPicPr>
        <p:blipFill rotWithShape="1">
          <a:blip r:embed="rId3">
            <a:alphaModFix/>
          </a:blip>
          <a:srcRect b="0" l="0" r="-8613" t="0"/>
          <a:stretch/>
        </p:blipFill>
        <p:spPr>
          <a:xfrm>
            <a:off x="4805200" y="-14000"/>
            <a:ext cx="4719800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2" name="Google Shape;1002;p58"/>
          <p:cNvGrpSpPr/>
          <p:nvPr/>
        </p:nvGrpSpPr>
        <p:grpSpPr>
          <a:xfrm>
            <a:off x="-16575" y="88"/>
            <a:ext cx="4958874" cy="5143320"/>
            <a:chOff x="-4350" y="-25"/>
            <a:chExt cx="4648799" cy="5143320"/>
          </a:xfrm>
        </p:grpSpPr>
        <p:sp>
          <p:nvSpPr>
            <p:cNvPr id="1003" name="Google Shape;1003;p58"/>
            <p:cNvSpPr/>
            <p:nvPr/>
          </p:nvSpPr>
          <p:spPr>
            <a:xfrm>
              <a:off x="3468158" y="-25"/>
              <a:ext cx="1176291" cy="5143320"/>
            </a:xfrm>
            <a:custGeom>
              <a:rect b="b" l="l" r="r" t="t"/>
              <a:pathLst>
                <a:path extrusionOk="0" h="18000" w="4116">
                  <a:moveTo>
                    <a:pt x="0" y="18000"/>
                  </a:moveTo>
                  <a:lnTo>
                    <a:pt x="2653" y="18000"/>
                  </a:lnTo>
                  <a:cubicBezTo>
                    <a:pt x="3602" y="15173"/>
                    <a:pt x="4116" y="12147"/>
                    <a:pt x="4116" y="9000"/>
                  </a:cubicBezTo>
                  <a:cubicBezTo>
                    <a:pt x="4116" y="5853"/>
                    <a:pt x="3602" y="2827"/>
                    <a:pt x="2653" y="0"/>
                  </a:cubicBezTo>
                  <a:lnTo>
                    <a:pt x="0" y="0"/>
                  </a:lnTo>
                  <a:lnTo>
                    <a:pt x="0" y="18000"/>
                  </a:lnTo>
                  <a:close/>
                </a:path>
              </a:pathLst>
            </a:custGeom>
            <a:solidFill>
              <a:srgbClr val="15324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58"/>
            <p:cNvSpPr/>
            <p:nvPr/>
          </p:nvSpPr>
          <p:spPr>
            <a:xfrm>
              <a:off x="-4350" y="0"/>
              <a:ext cx="4123500" cy="5143200"/>
            </a:xfrm>
            <a:prstGeom prst="rect">
              <a:avLst/>
            </a:prstGeom>
            <a:solidFill>
              <a:srgbClr val="1532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5" name="Google Shape;1005;p58"/>
          <p:cNvSpPr/>
          <p:nvPr/>
        </p:nvSpPr>
        <p:spPr>
          <a:xfrm>
            <a:off x="-16575" y="1157828"/>
            <a:ext cx="184276" cy="2827845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8"/>
          <p:cNvSpPr/>
          <p:nvPr/>
        </p:nvSpPr>
        <p:spPr>
          <a:xfrm rot="5400000">
            <a:off x="742450" y="3643450"/>
            <a:ext cx="28200" cy="328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rgbClr val="FFFFFF">
              <a:alpha val="151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8"/>
          <p:cNvSpPr txBox="1"/>
          <p:nvPr/>
        </p:nvSpPr>
        <p:spPr>
          <a:xfrm>
            <a:off x="592154" y="2052856"/>
            <a:ext cx="40752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Análisis </a:t>
            </a:r>
            <a:b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s" sz="4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datos</a:t>
            </a:r>
            <a:endParaRPr b="1" sz="4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8" name="Google Shape;1008;p58"/>
          <p:cNvSpPr txBox="1"/>
          <p:nvPr/>
        </p:nvSpPr>
        <p:spPr>
          <a:xfrm>
            <a:off x="592154" y="1655494"/>
            <a:ext cx="4075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8DE2D6"/>
                </a:solidFill>
                <a:latin typeface="Poppins Thin"/>
                <a:ea typeface="Poppins Thin"/>
                <a:cs typeface="Poppins Thin"/>
                <a:sym typeface="Poppins Thin"/>
              </a:rPr>
              <a:t>INFORME SEMANAL </a:t>
            </a:r>
            <a:endParaRPr sz="2100">
              <a:solidFill>
                <a:srgbClr val="8DE2D6"/>
              </a:solidFill>
              <a:latin typeface="Poppins Thin"/>
              <a:ea typeface="Poppins Thin"/>
              <a:cs typeface="Poppins Thin"/>
              <a:sym typeface="Poppins Thin"/>
            </a:endParaRPr>
          </a:p>
        </p:txBody>
      </p:sp>
      <p:grpSp>
        <p:nvGrpSpPr>
          <p:cNvPr id="1009" name="Google Shape;1009;p58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010" name="Google Shape;1010;p58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011" name="Google Shape;1011;p58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58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58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58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58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58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58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58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58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58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58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58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58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58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58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58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58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58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9" name="Google Shape;1029;p58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030" name="Google Shape;1030;p58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58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58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58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58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5" name="Google Shape;1035;p58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036" name="Google Shape;1036;p58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58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58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58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58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58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58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58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58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58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58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58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58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58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58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58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58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58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58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58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56" name="Google Shape;1056;p58"/>
          <p:cNvSpPr/>
          <p:nvPr/>
        </p:nvSpPr>
        <p:spPr>
          <a:xfrm rot="10800000">
            <a:off x="8618726" y="-15560"/>
            <a:ext cx="532199" cy="5158935"/>
          </a:xfrm>
          <a:custGeom>
            <a:rect b="b" l="l" r="r" t="t"/>
            <a:pathLst>
              <a:path extrusionOk="0" h="18000" w="1863">
                <a:moveTo>
                  <a:pt x="1863" y="0"/>
                </a:moveTo>
                <a:lnTo>
                  <a:pt x="0" y="0"/>
                </a:lnTo>
                <a:lnTo>
                  <a:pt x="0" y="18000"/>
                </a:lnTo>
                <a:lnTo>
                  <a:pt x="1863" y="18000"/>
                </a:lnTo>
                <a:cubicBezTo>
                  <a:pt x="914" y="15173"/>
                  <a:pt x="400" y="12147"/>
                  <a:pt x="400" y="9000"/>
                </a:cubicBezTo>
                <a:cubicBezTo>
                  <a:pt x="400" y="5853"/>
                  <a:pt x="914" y="2827"/>
                  <a:pt x="1863" y="0"/>
                </a:cubicBezTo>
                <a:close/>
              </a:path>
            </a:pathLst>
          </a:custGeom>
          <a:solidFill>
            <a:srgbClr val="8DE2D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58"/>
          <p:cNvSpPr/>
          <p:nvPr/>
        </p:nvSpPr>
        <p:spPr>
          <a:xfrm>
            <a:off x="592149" y="909950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59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63" name="Google Shape;1063;p59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064" name="Google Shape;1064;p59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{6F20A704-7781-42FC-9981-BC5DD700F60C}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85%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99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5" name="Google Shape;1065;p59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9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7" name="Google Shape;1067;p59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068" name="Google Shape;1068;p59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59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59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1" name="Google Shape;1071;p59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072" name="Google Shape;1072;p59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59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4" name="Google Shape;1074;p59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95%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5" name="Google Shape;1075;p59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6" name="Google Shape;1076;p59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7" name="Google Shape;1077;p59"/>
          <p:cNvSpPr/>
          <p:nvPr/>
        </p:nvSpPr>
        <p:spPr>
          <a:xfrm>
            <a:off x="375550" y="2827100"/>
            <a:ext cx="5031000" cy="11508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Respecto de la semana pasada, se registra un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aumento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por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 punto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sentiment positivo general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None/>
            </a:pPr>
            <a:r>
              <a:t/>
            </a:r>
            <a:endParaRPr b="1"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8" name="Google Shape;1078;p59"/>
          <p:cNvSpPr/>
          <p:nvPr/>
        </p:nvSpPr>
        <p:spPr>
          <a:xfrm>
            <a:off x="375475" y="2801734"/>
            <a:ext cx="50310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79" name="Google Shape;1079;p59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8.813 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Medio)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4.7M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usuarios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influencers y políticos liberales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involucraron en la conversación realizando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críticas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a la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actual ley de salud mental.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0" name="Google Shape;1080;p59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difusión de video de un hombre agrediendo a una niña en Palermo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1" name="Google Shape;1081;p59"/>
          <p:cNvSpPr txBox="1"/>
          <p:nvPr/>
        </p:nvSpPr>
        <p:spPr>
          <a:xfrm>
            <a:off x="8456054" y="1433512"/>
            <a:ext cx="214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61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  XX</a:t>
            </a:r>
            <a:endParaRPr sz="861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2" name="Google Shape;1082;p59"/>
          <p:cNvSpPr txBox="1"/>
          <p:nvPr/>
        </p:nvSpPr>
        <p:spPr>
          <a:xfrm>
            <a:off x="2115550" y="159050"/>
            <a:ext cx="491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4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Resumen Ejecutivo</a:t>
            </a:r>
            <a:endParaRPr sz="24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83" name="Google Shape;1083;p59"/>
          <p:cNvSpPr/>
          <p:nvPr/>
        </p:nvSpPr>
        <p:spPr>
          <a:xfrm>
            <a:off x="5959675" y="3781075"/>
            <a:ext cx="2599800" cy="1150800"/>
          </a:xfrm>
          <a:prstGeom prst="roundRect">
            <a:avLst>
              <a:gd fmla="val 4791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91425" lIns="162000" spcFirstLastPara="1" rIns="162000" wrap="square" tIns="48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aphicFrame>
        <p:nvGraphicFramePr>
          <p:cNvPr id="1084" name="Google Shape;1084;p59"/>
          <p:cNvGraphicFramePr/>
          <p:nvPr/>
        </p:nvGraphicFramePr>
        <p:xfrm>
          <a:off x="5959675" y="402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{6F20A704-7781-42FC-9981-BC5DD700F60C}</a:tableStyleId>
              </a:tblPr>
              <a:tblGrid>
                <a:gridCol w="2598600"/>
              </a:tblGrid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84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94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Sentiment: 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98</a:t>
                      </a:r>
                      <a:r>
                        <a:rPr lang="es" sz="7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%</a:t>
                      </a:r>
                      <a:r>
                        <a:rPr lang="es" sz="700">
                          <a:solidFill>
                            <a:srgbClr val="000000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Positivo</a:t>
                      </a:r>
                      <a:endParaRPr b="1" sz="7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0" marB="0" marR="0" marL="21600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33446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5" name="Google Shape;1085;p59"/>
          <p:cNvSpPr/>
          <p:nvPr/>
        </p:nvSpPr>
        <p:spPr>
          <a:xfrm>
            <a:off x="6006403" y="4503352"/>
            <a:ext cx="122111" cy="122093"/>
          </a:xfrm>
          <a:custGeom>
            <a:rect b="b" l="l" r="r" t="t"/>
            <a:pathLst>
              <a:path extrusionOk="0" h="76189" w="76200">
                <a:moveTo>
                  <a:pt x="8334" y="0"/>
                </a:moveTo>
                <a:cubicBezTo>
                  <a:pt x="7727" y="155"/>
                  <a:pt x="7096" y="274"/>
                  <a:pt x="6501" y="500"/>
                </a:cubicBezTo>
                <a:cubicBezTo>
                  <a:pt x="2977" y="1798"/>
                  <a:pt x="833" y="4286"/>
                  <a:pt x="131" y="8001"/>
                </a:cubicBezTo>
                <a:cubicBezTo>
                  <a:pt x="119" y="8120"/>
                  <a:pt x="48" y="8216"/>
                  <a:pt x="0" y="8323"/>
                </a:cubicBezTo>
                <a:lnTo>
                  <a:pt x="0" y="67854"/>
                </a:lnTo>
                <a:cubicBezTo>
                  <a:pt x="167" y="68473"/>
                  <a:pt x="286" y="69104"/>
                  <a:pt x="500" y="69687"/>
                </a:cubicBezTo>
                <a:cubicBezTo>
                  <a:pt x="1810" y="73212"/>
                  <a:pt x="4298" y="75355"/>
                  <a:pt x="8013" y="76057"/>
                </a:cubicBezTo>
                <a:cubicBezTo>
                  <a:pt x="8120" y="76081"/>
                  <a:pt x="8227" y="76152"/>
                  <a:pt x="8334" y="76188"/>
                </a:cubicBezTo>
                <a:lnTo>
                  <a:pt x="38100" y="76188"/>
                </a:lnTo>
                <a:cubicBezTo>
                  <a:pt x="38100" y="67497"/>
                  <a:pt x="38100" y="58793"/>
                  <a:pt x="38100" y="50006"/>
                </a:cubicBezTo>
                <a:lnTo>
                  <a:pt x="28611" y="50006"/>
                </a:lnTo>
                <a:lnTo>
                  <a:pt x="28611" y="38124"/>
                </a:lnTo>
                <a:lnTo>
                  <a:pt x="38100" y="38124"/>
                </a:lnTo>
                <a:lnTo>
                  <a:pt x="38100" y="37255"/>
                </a:lnTo>
                <a:cubicBezTo>
                  <a:pt x="38100" y="34445"/>
                  <a:pt x="38088" y="31647"/>
                  <a:pt x="38100" y="28849"/>
                </a:cubicBezTo>
                <a:cubicBezTo>
                  <a:pt x="38124" y="21884"/>
                  <a:pt x="42434" y="16347"/>
                  <a:pt x="49185" y="14669"/>
                </a:cubicBezTo>
                <a:cubicBezTo>
                  <a:pt x="49923" y="14478"/>
                  <a:pt x="50697" y="14335"/>
                  <a:pt x="51459" y="14335"/>
                </a:cubicBezTo>
                <a:cubicBezTo>
                  <a:pt x="53523" y="14314"/>
                  <a:pt x="55588" y="14310"/>
                  <a:pt x="57668" y="14310"/>
                </a:cubicBezTo>
                <a:cubicBezTo>
                  <a:pt x="59055" y="14310"/>
                  <a:pt x="60448" y="14312"/>
                  <a:pt x="61853" y="14312"/>
                </a:cubicBezTo>
                <a:lnTo>
                  <a:pt x="61853" y="26182"/>
                </a:lnTo>
                <a:lnTo>
                  <a:pt x="60710" y="26182"/>
                </a:lnTo>
                <a:cubicBezTo>
                  <a:pt x="59853" y="26188"/>
                  <a:pt x="58998" y="26188"/>
                  <a:pt x="58144" y="26188"/>
                </a:cubicBezTo>
                <a:cubicBezTo>
                  <a:pt x="57290" y="26188"/>
                  <a:pt x="56436" y="26188"/>
                  <a:pt x="55578" y="26194"/>
                </a:cubicBezTo>
                <a:cubicBezTo>
                  <a:pt x="55138" y="26194"/>
                  <a:pt x="54685" y="26242"/>
                  <a:pt x="54245" y="26313"/>
                </a:cubicBezTo>
                <a:cubicBezTo>
                  <a:pt x="53007" y="26539"/>
                  <a:pt x="52483" y="27099"/>
                  <a:pt x="52411" y="28361"/>
                </a:cubicBezTo>
                <a:cubicBezTo>
                  <a:pt x="52364" y="29421"/>
                  <a:pt x="52388" y="30492"/>
                  <a:pt x="52388" y="31564"/>
                </a:cubicBezTo>
                <a:cubicBezTo>
                  <a:pt x="52388" y="33707"/>
                  <a:pt x="52388" y="35862"/>
                  <a:pt x="52388" y="38076"/>
                </a:cubicBezTo>
                <a:lnTo>
                  <a:pt x="64294" y="38076"/>
                </a:lnTo>
                <a:cubicBezTo>
                  <a:pt x="64127" y="38481"/>
                  <a:pt x="64008" y="38791"/>
                  <a:pt x="63889" y="39100"/>
                </a:cubicBezTo>
                <a:cubicBezTo>
                  <a:pt x="62532" y="42505"/>
                  <a:pt x="61162" y="45911"/>
                  <a:pt x="59817" y="49316"/>
                </a:cubicBezTo>
                <a:cubicBezTo>
                  <a:pt x="59632" y="49814"/>
                  <a:pt x="59390" y="50019"/>
                  <a:pt x="58852" y="50019"/>
                </a:cubicBezTo>
                <a:cubicBezTo>
                  <a:pt x="58836" y="50019"/>
                  <a:pt x="58821" y="50019"/>
                  <a:pt x="58805" y="50018"/>
                </a:cubicBezTo>
                <a:cubicBezTo>
                  <a:pt x="57751" y="49994"/>
                  <a:pt x="56701" y="49989"/>
                  <a:pt x="55636" y="49989"/>
                </a:cubicBezTo>
                <a:cubicBezTo>
                  <a:pt x="54572" y="49989"/>
                  <a:pt x="53495" y="49994"/>
                  <a:pt x="52388" y="49994"/>
                </a:cubicBezTo>
                <a:lnTo>
                  <a:pt x="52388" y="76188"/>
                </a:lnTo>
                <a:lnTo>
                  <a:pt x="67866" y="76188"/>
                </a:lnTo>
                <a:cubicBezTo>
                  <a:pt x="68473" y="76033"/>
                  <a:pt x="69104" y="75914"/>
                  <a:pt x="69699" y="75688"/>
                </a:cubicBezTo>
                <a:cubicBezTo>
                  <a:pt x="73223" y="74390"/>
                  <a:pt x="75367" y="71902"/>
                  <a:pt x="76069" y="68187"/>
                </a:cubicBezTo>
                <a:cubicBezTo>
                  <a:pt x="76081" y="68068"/>
                  <a:pt x="76152" y="67973"/>
                  <a:pt x="76200" y="67866"/>
                </a:cubicBezTo>
                <a:lnTo>
                  <a:pt x="76200" y="8335"/>
                </a:lnTo>
                <a:cubicBezTo>
                  <a:pt x="76033" y="7715"/>
                  <a:pt x="75914" y="7084"/>
                  <a:pt x="75700" y="6501"/>
                </a:cubicBezTo>
                <a:cubicBezTo>
                  <a:pt x="74390" y="2977"/>
                  <a:pt x="71902" y="834"/>
                  <a:pt x="68199" y="131"/>
                </a:cubicBezTo>
                <a:cubicBezTo>
                  <a:pt x="68080" y="107"/>
                  <a:pt x="67973" y="36"/>
                  <a:pt x="67866" y="0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59"/>
          <p:cNvSpPr/>
          <p:nvPr/>
        </p:nvSpPr>
        <p:spPr>
          <a:xfrm>
            <a:off x="6018028" y="4717141"/>
            <a:ext cx="99037" cy="114179"/>
          </a:xfrm>
          <a:custGeom>
            <a:rect b="b" l="l" r="r" t="t"/>
            <a:pathLst>
              <a:path extrusionOk="0" h="209503" w="181719">
                <a:moveTo>
                  <a:pt x="97316" y="1"/>
                </a:moveTo>
                <a:lnTo>
                  <a:pt x="97316" y="1246"/>
                </a:lnTo>
                <a:cubicBezTo>
                  <a:pt x="97316" y="40562"/>
                  <a:pt x="97256" y="79847"/>
                  <a:pt x="97316" y="119162"/>
                </a:cubicBezTo>
                <a:cubicBezTo>
                  <a:pt x="97316" y="128976"/>
                  <a:pt x="97195" y="138759"/>
                  <a:pt x="95797" y="148481"/>
                </a:cubicBezTo>
                <a:cubicBezTo>
                  <a:pt x="94187" y="159449"/>
                  <a:pt x="88262" y="167440"/>
                  <a:pt x="78327" y="172028"/>
                </a:cubicBezTo>
                <a:cubicBezTo>
                  <a:pt x="74346" y="173860"/>
                  <a:pt x="70400" y="174732"/>
                  <a:pt x="66482" y="174732"/>
                </a:cubicBezTo>
                <a:cubicBezTo>
                  <a:pt x="61371" y="174732"/>
                  <a:pt x="56309" y="173248"/>
                  <a:pt x="51286" y="170478"/>
                </a:cubicBezTo>
                <a:cubicBezTo>
                  <a:pt x="41351" y="164979"/>
                  <a:pt x="35548" y="156867"/>
                  <a:pt x="34454" y="145595"/>
                </a:cubicBezTo>
                <a:cubicBezTo>
                  <a:pt x="33604" y="136814"/>
                  <a:pt x="35700" y="128945"/>
                  <a:pt x="42172" y="122534"/>
                </a:cubicBezTo>
                <a:cubicBezTo>
                  <a:pt x="46152" y="118615"/>
                  <a:pt x="51226" y="116670"/>
                  <a:pt x="56391" y="114999"/>
                </a:cubicBezTo>
                <a:cubicBezTo>
                  <a:pt x="61374" y="113389"/>
                  <a:pt x="66417" y="112022"/>
                  <a:pt x="71491" y="110594"/>
                </a:cubicBezTo>
                <a:cubicBezTo>
                  <a:pt x="73101" y="110138"/>
                  <a:pt x="73952" y="109105"/>
                  <a:pt x="73952" y="107434"/>
                </a:cubicBezTo>
                <a:cubicBezTo>
                  <a:pt x="73982" y="104153"/>
                  <a:pt x="73982" y="100902"/>
                  <a:pt x="73982" y="97620"/>
                </a:cubicBezTo>
                <a:cubicBezTo>
                  <a:pt x="73952" y="90207"/>
                  <a:pt x="73952" y="82703"/>
                  <a:pt x="73952" y="75046"/>
                </a:cubicBezTo>
                <a:cubicBezTo>
                  <a:pt x="71886" y="75198"/>
                  <a:pt x="70002" y="75198"/>
                  <a:pt x="68179" y="75471"/>
                </a:cubicBezTo>
                <a:cubicBezTo>
                  <a:pt x="61860" y="76383"/>
                  <a:pt x="55419" y="76748"/>
                  <a:pt x="49342" y="78449"/>
                </a:cubicBezTo>
                <a:cubicBezTo>
                  <a:pt x="30170" y="83887"/>
                  <a:pt x="16194" y="95889"/>
                  <a:pt x="7383" y="113814"/>
                </a:cubicBezTo>
                <a:cubicBezTo>
                  <a:pt x="3677" y="121349"/>
                  <a:pt x="1763" y="129401"/>
                  <a:pt x="1033" y="137635"/>
                </a:cubicBezTo>
                <a:cubicBezTo>
                  <a:pt x="0" y="148846"/>
                  <a:pt x="2431" y="159723"/>
                  <a:pt x="6685" y="169992"/>
                </a:cubicBezTo>
                <a:cubicBezTo>
                  <a:pt x="16255" y="193144"/>
                  <a:pt x="34333" y="205692"/>
                  <a:pt x="58730" y="209247"/>
                </a:cubicBezTo>
                <a:cubicBezTo>
                  <a:pt x="59770" y="209402"/>
                  <a:pt x="61177" y="209503"/>
                  <a:pt x="62886" y="209503"/>
                </a:cubicBezTo>
                <a:cubicBezTo>
                  <a:pt x="71220" y="209503"/>
                  <a:pt x="86731" y="207112"/>
                  <a:pt x="101783" y="197003"/>
                </a:cubicBezTo>
                <a:cubicBezTo>
                  <a:pt x="115971" y="186733"/>
                  <a:pt x="125268" y="173213"/>
                  <a:pt x="129583" y="156320"/>
                </a:cubicBezTo>
                <a:cubicBezTo>
                  <a:pt x="131801" y="147691"/>
                  <a:pt x="132439" y="138850"/>
                  <a:pt x="132469" y="130009"/>
                </a:cubicBezTo>
                <a:cubicBezTo>
                  <a:pt x="132591" y="110564"/>
                  <a:pt x="132500" y="91149"/>
                  <a:pt x="132500" y="71704"/>
                </a:cubicBezTo>
                <a:lnTo>
                  <a:pt x="132500" y="69395"/>
                </a:lnTo>
                <a:cubicBezTo>
                  <a:pt x="135386" y="70823"/>
                  <a:pt x="137938" y="72312"/>
                  <a:pt x="140612" y="73405"/>
                </a:cubicBezTo>
                <a:cubicBezTo>
                  <a:pt x="145777" y="75532"/>
                  <a:pt x="150942" y="77781"/>
                  <a:pt x="156289" y="79360"/>
                </a:cubicBezTo>
                <a:cubicBezTo>
                  <a:pt x="160543" y="80667"/>
                  <a:pt x="165009" y="81275"/>
                  <a:pt x="169475" y="81882"/>
                </a:cubicBezTo>
                <a:cubicBezTo>
                  <a:pt x="172817" y="82368"/>
                  <a:pt x="176220" y="82490"/>
                  <a:pt x="179593" y="82642"/>
                </a:cubicBezTo>
                <a:cubicBezTo>
                  <a:pt x="179649" y="82644"/>
                  <a:pt x="179704" y="82645"/>
                  <a:pt x="179757" y="82645"/>
                </a:cubicBezTo>
                <a:cubicBezTo>
                  <a:pt x="181156" y="82645"/>
                  <a:pt x="181718" y="81881"/>
                  <a:pt x="181689" y="80272"/>
                </a:cubicBezTo>
                <a:cubicBezTo>
                  <a:pt x="181568" y="73314"/>
                  <a:pt x="181659" y="66387"/>
                  <a:pt x="181659" y="59399"/>
                </a:cubicBezTo>
                <a:lnTo>
                  <a:pt x="181659" y="49403"/>
                </a:lnTo>
                <a:cubicBezTo>
                  <a:pt x="181325" y="49312"/>
                  <a:pt x="181112" y="49251"/>
                  <a:pt x="180930" y="49251"/>
                </a:cubicBezTo>
                <a:cubicBezTo>
                  <a:pt x="169323" y="48826"/>
                  <a:pt x="158932" y="45028"/>
                  <a:pt x="150091" y="37432"/>
                </a:cubicBezTo>
                <a:cubicBezTo>
                  <a:pt x="141280" y="29867"/>
                  <a:pt x="135811" y="20387"/>
                  <a:pt x="133715" y="8994"/>
                </a:cubicBezTo>
                <a:cubicBezTo>
                  <a:pt x="133198" y="5986"/>
                  <a:pt x="132773" y="2948"/>
                  <a:pt x="132317" y="1"/>
                </a:cubicBezTo>
                <a:close/>
              </a:path>
            </a:pathLst>
          </a:cu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7" name="Google Shape;1087;p59"/>
          <p:cNvGrpSpPr/>
          <p:nvPr/>
        </p:nvGrpSpPr>
        <p:grpSpPr>
          <a:xfrm>
            <a:off x="6005756" y="4287301"/>
            <a:ext cx="124404" cy="124343"/>
            <a:chOff x="7972067" y="-4786323"/>
            <a:chExt cx="609227" cy="609227"/>
          </a:xfrm>
        </p:grpSpPr>
        <p:sp>
          <p:nvSpPr>
            <p:cNvPr id="1088" name="Google Shape;1088;p59"/>
            <p:cNvSpPr/>
            <p:nvPr/>
          </p:nvSpPr>
          <p:spPr>
            <a:xfrm>
              <a:off x="7972067" y="-4786323"/>
              <a:ext cx="609227" cy="609227"/>
            </a:xfrm>
            <a:custGeom>
              <a:rect b="b" l="l" r="r" t="t"/>
              <a:pathLst>
                <a:path extrusionOk="0" h="76201" w="76201">
                  <a:moveTo>
                    <a:pt x="38082" y="7148"/>
                  </a:moveTo>
                  <a:cubicBezTo>
                    <a:pt x="42744" y="7148"/>
                    <a:pt x="47405" y="7151"/>
                    <a:pt x="52066" y="7157"/>
                  </a:cubicBezTo>
                  <a:cubicBezTo>
                    <a:pt x="60246" y="7169"/>
                    <a:pt x="66830" y="12372"/>
                    <a:pt x="68652" y="20349"/>
                  </a:cubicBezTo>
                  <a:cubicBezTo>
                    <a:pt x="68937" y="21587"/>
                    <a:pt x="69021" y="22897"/>
                    <a:pt x="69033" y="24183"/>
                  </a:cubicBezTo>
                  <a:cubicBezTo>
                    <a:pt x="69080" y="28814"/>
                    <a:pt x="69056" y="33457"/>
                    <a:pt x="69056" y="38089"/>
                  </a:cubicBezTo>
                  <a:cubicBezTo>
                    <a:pt x="69056" y="42756"/>
                    <a:pt x="69056" y="47423"/>
                    <a:pt x="69045" y="52079"/>
                  </a:cubicBezTo>
                  <a:cubicBezTo>
                    <a:pt x="69033" y="59580"/>
                    <a:pt x="64711" y="65688"/>
                    <a:pt x="57650" y="68188"/>
                  </a:cubicBezTo>
                  <a:cubicBezTo>
                    <a:pt x="55852" y="68831"/>
                    <a:pt x="53995" y="69069"/>
                    <a:pt x="52090" y="69069"/>
                  </a:cubicBezTo>
                  <a:cubicBezTo>
                    <a:pt x="42767" y="69069"/>
                    <a:pt x="33445" y="69069"/>
                    <a:pt x="24122" y="69057"/>
                  </a:cubicBezTo>
                  <a:cubicBezTo>
                    <a:pt x="15943" y="69057"/>
                    <a:pt x="9358" y="63842"/>
                    <a:pt x="7537" y="55877"/>
                  </a:cubicBezTo>
                  <a:cubicBezTo>
                    <a:pt x="7251" y="54651"/>
                    <a:pt x="7156" y="53365"/>
                    <a:pt x="7156" y="52115"/>
                  </a:cubicBezTo>
                  <a:cubicBezTo>
                    <a:pt x="7120" y="42780"/>
                    <a:pt x="7132" y="33457"/>
                    <a:pt x="7144" y="24135"/>
                  </a:cubicBezTo>
                  <a:cubicBezTo>
                    <a:pt x="7144" y="16634"/>
                    <a:pt x="11478" y="10526"/>
                    <a:pt x="18538" y="8026"/>
                  </a:cubicBezTo>
                  <a:cubicBezTo>
                    <a:pt x="20336" y="7395"/>
                    <a:pt x="22193" y="7157"/>
                    <a:pt x="24098" y="7157"/>
                  </a:cubicBezTo>
                  <a:cubicBezTo>
                    <a:pt x="28760" y="7151"/>
                    <a:pt x="33421" y="7148"/>
                    <a:pt x="38082" y="7148"/>
                  </a:cubicBezTo>
                  <a:close/>
                  <a:moveTo>
                    <a:pt x="22324" y="1"/>
                  </a:moveTo>
                  <a:cubicBezTo>
                    <a:pt x="20717" y="299"/>
                    <a:pt x="19086" y="465"/>
                    <a:pt x="17514" y="894"/>
                  </a:cubicBezTo>
                  <a:cubicBezTo>
                    <a:pt x="10787" y="2763"/>
                    <a:pt x="5834" y="6871"/>
                    <a:pt x="2596" y="13038"/>
                  </a:cubicBezTo>
                  <a:cubicBezTo>
                    <a:pt x="1167" y="15777"/>
                    <a:pt x="369" y="18694"/>
                    <a:pt x="107" y="21766"/>
                  </a:cubicBezTo>
                  <a:cubicBezTo>
                    <a:pt x="95" y="21956"/>
                    <a:pt x="36" y="22135"/>
                    <a:pt x="0" y="22325"/>
                  </a:cubicBezTo>
                  <a:lnTo>
                    <a:pt x="0" y="53877"/>
                  </a:lnTo>
                  <a:cubicBezTo>
                    <a:pt x="286" y="55508"/>
                    <a:pt x="465" y="57163"/>
                    <a:pt x="905" y="58746"/>
                  </a:cubicBezTo>
                  <a:cubicBezTo>
                    <a:pt x="2500" y="64545"/>
                    <a:pt x="5882" y="69081"/>
                    <a:pt x="10906" y="72379"/>
                  </a:cubicBezTo>
                  <a:cubicBezTo>
                    <a:pt x="14264" y="74570"/>
                    <a:pt x="17955" y="75808"/>
                    <a:pt x="21967" y="76106"/>
                  </a:cubicBezTo>
                  <a:cubicBezTo>
                    <a:pt x="22086" y="76117"/>
                    <a:pt x="22205" y="76177"/>
                    <a:pt x="22324" y="76201"/>
                  </a:cubicBezTo>
                  <a:lnTo>
                    <a:pt x="53876" y="76201"/>
                  </a:lnTo>
                  <a:cubicBezTo>
                    <a:pt x="55471" y="75915"/>
                    <a:pt x="57103" y="75748"/>
                    <a:pt x="58674" y="75308"/>
                  </a:cubicBezTo>
                  <a:cubicBezTo>
                    <a:pt x="65401" y="73439"/>
                    <a:pt x="70354" y="69331"/>
                    <a:pt x="73593" y="63163"/>
                  </a:cubicBezTo>
                  <a:cubicBezTo>
                    <a:pt x="75021" y="60437"/>
                    <a:pt x="75831" y="57520"/>
                    <a:pt x="76081" y="54448"/>
                  </a:cubicBezTo>
                  <a:cubicBezTo>
                    <a:pt x="76105" y="54258"/>
                    <a:pt x="76153" y="54067"/>
                    <a:pt x="76200" y="53877"/>
                  </a:cubicBezTo>
                  <a:lnTo>
                    <a:pt x="76200" y="22325"/>
                  </a:lnTo>
                  <a:cubicBezTo>
                    <a:pt x="75903" y="20706"/>
                    <a:pt x="75724" y="19051"/>
                    <a:pt x="75283" y="17467"/>
                  </a:cubicBezTo>
                  <a:cubicBezTo>
                    <a:pt x="73688" y="11669"/>
                    <a:pt x="70307" y="7133"/>
                    <a:pt x="65282" y="3835"/>
                  </a:cubicBezTo>
                  <a:cubicBezTo>
                    <a:pt x="61925" y="1632"/>
                    <a:pt x="58234" y="406"/>
                    <a:pt x="54221" y="108"/>
                  </a:cubicBezTo>
                  <a:cubicBezTo>
                    <a:pt x="54102" y="96"/>
                    <a:pt x="53983" y="37"/>
                    <a:pt x="53876" y="1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9"/>
            <p:cNvSpPr/>
            <p:nvPr/>
          </p:nvSpPr>
          <p:spPr>
            <a:xfrm>
              <a:off x="8123555" y="-4633883"/>
              <a:ext cx="306232" cy="304530"/>
            </a:xfrm>
            <a:custGeom>
              <a:rect b="b" l="l" r="r" t="t"/>
              <a:pathLst>
                <a:path extrusionOk="0" h="38090" w="38303">
                  <a:moveTo>
                    <a:pt x="19138" y="7145"/>
                  </a:moveTo>
                  <a:cubicBezTo>
                    <a:pt x="19152" y="7145"/>
                    <a:pt x="19167" y="7145"/>
                    <a:pt x="19181" y="7145"/>
                  </a:cubicBezTo>
                  <a:cubicBezTo>
                    <a:pt x="25718" y="7156"/>
                    <a:pt x="31052" y="12502"/>
                    <a:pt x="31052" y="19039"/>
                  </a:cubicBezTo>
                  <a:cubicBezTo>
                    <a:pt x="31063" y="25573"/>
                    <a:pt x="25694" y="30945"/>
                    <a:pt x="19165" y="30945"/>
                  </a:cubicBezTo>
                  <a:cubicBezTo>
                    <a:pt x="19150" y="30945"/>
                    <a:pt x="19136" y="30945"/>
                    <a:pt x="19121" y="30945"/>
                  </a:cubicBezTo>
                  <a:cubicBezTo>
                    <a:pt x="12597" y="30921"/>
                    <a:pt x="7251" y="25575"/>
                    <a:pt x="7251" y="19051"/>
                  </a:cubicBezTo>
                  <a:cubicBezTo>
                    <a:pt x="7239" y="12505"/>
                    <a:pt x="12609" y="7145"/>
                    <a:pt x="19138" y="7145"/>
                  </a:cubicBezTo>
                  <a:close/>
                  <a:moveTo>
                    <a:pt x="19228" y="0"/>
                  </a:moveTo>
                  <a:cubicBezTo>
                    <a:pt x="19185" y="0"/>
                    <a:pt x="19141" y="1"/>
                    <a:pt x="19098" y="1"/>
                  </a:cubicBezTo>
                  <a:cubicBezTo>
                    <a:pt x="8561" y="60"/>
                    <a:pt x="0" y="8692"/>
                    <a:pt x="107" y="19146"/>
                  </a:cubicBezTo>
                  <a:cubicBezTo>
                    <a:pt x="202" y="29623"/>
                    <a:pt x="8703" y="38089"/>
                    <a:pt x="19107" y="38089"/>
                  </a:cubicBezTo>
                  <a:cubicBezTo>
                    <a:pt x="19144" y="38089"/>
                    <a:pt x="19180" y="38089"/>
                    <a:pt x="19217" y="38089"/>
                  </a:cubicBezTo>
                  <a:cubicBezTo>
                    <a:pt x="29742" y="38029"/>
                    <a:pt x="38302" y="29397"/>
                    <a:pt x="38195" y="18944"/>
                  </a:cubicBezTo>
                  <a:cubicBezTo>
                    <a:pt x="38100" y="8474"/>
                    <a:pt x="29611" y="0"/>
                    <a:pt x="19228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59"/>
            <p:cNvSpPr/>
            <p:nvPr/>
          </p:nvSpPr>
          <p:spPr>
            <a:xfrm>
              <a:off x="8420236" y="-4665679"/>
              <a:ext cx="40751" cy="40463"/>
            </a:xfrm>
            <a:custGeom>
              <a:rect b="b" l="l" r="r" t="t"/>
              <a:pathLst>
                <a:path extrusionOk="0" h="5061" w="5097">
                  <a:moveTo>
                    <a:pt x="2537" y="0"/>
                  </a:moveTo>
                  <a:cubicBezTo>
                    <a:pt x="1144" y="0"/>
                    <a:pt x="1" y="1167"/>
                    <a:pt x="13" y="2572"/>
                  </a:cubicBezTo>
                  <a:cubicBezTo>
                    <a:pt x="25" y="3953"/>
                    <a:pt x="1144" y="5060"/>
                    <a:pt x="2525" y="5060"/>
                  </a:cubicBezTo>
                  <a:cubicBezTo>
                    <a:pt x="3906" y="5060"/>
                    <a:pt x="5037" y="3965"/>
                    <a:pt x="5073" y="2584"/>
                  </a:cubicBezTo>
                  <a:cubicBezTo>
                    <a:pt x="5097" y="1203"/>
                    <a:pt x="3930" y="12"/>
                    <a:pt x="2537" y="0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1" name="Google Shape;1091;p59"/>
          <p:cNvGrpSpPr/>
          <p:nvPr/>
        </p:nvGrpSpPr>
        <p:grpSpPr>
          <a:xfrm>
            <a:off x="6011291" y="4081323"/>
            <a:ext cx="112367" cy="112308"/>
            <a:chOff x="1790820" y="3115814"/>
            <a:chExt cx="335925" cy="335849"/>
          </a:xfrm>
        </p:grpSpPr>
        <p:sp>
          <p:nvSpPr>
            <p:cNvPr id="1092" name="Google Shape;1092;p59"/>
            <p:cNvSpPr/>
            <p:nvPr/>
          </p:nvSpPr>
          <p:spPr>
            <a:xfrm>
              <a:off x="1790820" y="3115813"/>
              <a:ext cx="335925" cy="335849"/>
            </a:xfrm>
            <a:custGeom>
              <a:rect b="b" l="l" r="r" t="t"/>
              <a:pathLst>
                <a:path extrusionOk="0" h="335849" w="335925">
                  <a:moveTo>
                    <a:pt x="146" y="168021"/>
                  </a:moveTo>
                  <a:cubicBezTo>
                    <a:pt x="146" y="134936"/>
                    <a:pt x="146" y="101852"/>
                    <a:pt x="146" y="68621"/>
                  </a:cubicBezTo>
                  <a:cubicBezTo>
                    <a:pt x="293" y="36415"/>
                    <a:pt x="21663" y="9332"/>
                    <a:pt x="52987" y="1866"/>
                  </a:cubicBezTo>
                  <a:cubicBezTo>
                    <a:pt x="58110" y="695"/>
                    <a:pt x="63526" y="110"/>
                    <a:pt x="68942" y="110"/>
                  </a:cubicBezTo>
                  <a:cubicBezTo>
                    <a:pt x="135102" y="-37"/>
                    <a:pt x="201116" y="-37"/>
                    <a:pt x="267277" y="110"/>
                  </a:cubicBezTo>
                  <a:cubicBezTo>
                    <a:pt x="301382" y="110"/>
                    <a:pt x="329339" y="23972"/>
                    <a:pt x="335048" y="57349"/>
                  </a:cubicBezTo>
                  <a:cubicBezTo>
                    <a:pt x="335779" y="61448"/>
                    <a:pt x="335926" y="65547"/>
                    <a:pt x="335926" y="69646"/>
                  </a:cubicBezTo>
                  <a:cubicBezTo>
                    <a:pt x="335926" y="135083"/>
                    <a:pt x="335926" y="200666"/>
                    <a:pt x="335926" y="266103"/>
                  </a:cubicBezTo>
                  <a:cubicBezTo>
                    <a:pt x="335926" y="300651"/>
                    <a:pt x="313384" y="328026"/>
                    <a:pt x="279426" y="334614"/>
                  </a:cubicBezTo>
                  <a:cubicBezTo>
                    <a:pt x="275327" y="335492"/>
                    <a:pt x="270936" y="335785"/>
                    <a:pt x="266692" y="335785"/>
                  </a:cubicBezTo>
                  <a:cubicBezTo>
                    <a:pt x="200824" y="335785"/>
                    <a:pt x="134956" y="335931"/>
                    <a:pt x="69088" y="335785"/>
                  </a:cubicBezTo>
                  <a:cubicBezTo>
                    <a:pt x="34837" y="335785"/>
                    <a:pt x="7172" y="312509"/>
                    <a:pt x="1025" y="278839"/>
                  </a:cubicBezTo>
                  <a:cubicBezTo>
                    <a:pt x="293" y="274593"/>
                    <a:pt x="0" y="270055"/>
                    <a:pt x="0" y="265810"/>
                  </a:cubicBezTo>
                  <a:cubicBezTo>
                    <a:pt x="146" y="233165"/>
                    <a:pt x="146" y="200519"/>
                    <a:pt x="146" y="168021"/>
                  </a:cubicBezTo>
                  <a:close/>
                  <a:moveTo>
                    <a:pt x="181649" y="136254"/>
                  </a:moveTo>
                  <a:cubicBezTo>
                    <a:pt x="180917" y="135375"/>
                    <a:pt x="180185" y="134643"/>
                    <a:pt x="179600" y="133911"/>
                  </a:cubicBezTo>
                  <a:cubicBezTo>
                    <a:pt x="157936" y="106975"/>
                    <a:pt x="136273" y="80039"/>
                    <a:pt x="114756" y="52957"/>
                  </a:cubicBezTo>
                  <a:cubicBezTo>
                    <a:pt x="113146" y="50908"/>
                    <a:pt x="111536" y="50176"/>
                    <a:pt x="108901" y="50176"/>
                  </a:cubicBezTo>
                  <a:cubicBezTo>
                    <a:pt x="85628" y="50322"/>
                    <a:pt x="62355" y="50176"/>
                    <a:pt x="39228" y="50176"/>
                  </a:cubicBezTo>
                  <a:cubicBezTo>
                    <a:pt x="38057" y="50176"/>
                    <a:pt x="37032" y="50322"/>
                    <a:pt x="35276" y="50468"/>
                  </a:cubicBezTo>
                  <a:cubicBezTo>
                    <a:pt x="71430" y="95557"/>
                    <a:pt x="107145" y="140060"/>
                    <a:pt x="142860" y="184709"/>
                  </a:cubicBezTo>
                  <a:cubicBezTo>
                    <a:pt x="115927" y="218233"/>
                    <a:pt x="89141" y="251610"/>
                    <a:pt x="61916" y="285573"/>
                  </a:cubicBezTo>
                  <a:cubicBezTo>
                    <a:pt x="69234" y="285573"/>
                    <a:pt x="75528" y="285426"/>
                    <a:pt x="81822" y="285573"/>
                  </a:cubicBezTo>
                  <a:cubicBezTo>
                    <a:pt x="84457" y="285719"/>
                    <a:pt x="86214" y="284841"/>
                    <a:pt x="87970" y="282645"/>
                  </a:cubicBezTo>
                  <a:cubicBezTo>
                    <a:pt x="105974" y="259954"/>
                    <a:pt x="124124" y="237410"/>
                    <a:pt x="142275" y="214866"/>
                  </a:cubicBezTo>
                  <a:cubicBezTo>
                    <a:pt x="146373" y="209742"/>
                    <a:pt x="150471" y="204765"/>
                    <a:pt x="154570" y="199495"/>
                  </a:cubicBezTo>
                  <a:cubicBezTo>
                    <a:pt x="155302" y="200227"/>
                    <a:pt x="155741" y="200666"/>
                    <a:pt x="156033" y="201105"/>
                  </a:cubicBezTo>
                  <a:cubicBezTo>
                    <a:pt x="177843" y="228187"/>
                    <a:pt x="199653" y="255416"/>
                    <a:pt x="221316" y="282645"/>
                  </a:cubicBezTo>
                  <a:cubicBezTo>
                    <a:pt x="223072" y="284841"/>
                    <a:pt x="224682" y="285573"/>
                    <a:pt x="227464" y="285573"/>
                  </a:cubicBezTo>
                  <a:cubicBezTo>
                    <a:pt x="250590" y="285426"/>
                    <a:pt x="273717" y="285573"/>
                    <a:pt x="296844" y="285573"/>
                  </a:cubicBezTo>
                  <a:cubicBezTo>
                    <a:pt x="298015" y="285573"/>
                    <a:pt x="299186" y="285426"/>
                    <a:pt x="301089" y="285426"/>
                  </a:cubicBezTo>
                  <a:cubicBezTo>
                    <a:pt x="264935" y="240338"/>
                    <a:pt x="229220" y="195835"/>
                    <a:pt x="193505" y="151186"/>
                  </a:cubicBezTo>
                  <a:cubicBezTo>
                    <a:pt x="220438" y="117516"/>
                    <a:pt x="247224" y="84285"/>
                    <a:pt x="274449" y="50322"/>
                  </a:cubicBezTo>
                  <a:cubicBezTo>
                    <a:pt x="266984" y="50322"/>
                    <a:pt x="260690" y="50468"/>
                    <a:pt x="254396" y="50322"/>
                  </a:cubicBezTo>
                  <a:cubicBezTo>
                    <a:pt x="251761" y="50176"/>
                    <a:pt x="250151" y="51054"/>
                    <a:pt x="248541" y="53103"/>
                  </a:cubicBezTo>
                  <a:cubicBezTo>
                    <a:pt x="235514" y="69646"/>
                    <a:pt x="222194" y="86041"/>
                    <a:pt x="209021" y="102437"/>
                  </a:cubicBezTo>
                  <a:cubicBezTo>
                    <a:pt x="199945" y="113563"/>
                    <a:pt x="190870" y="124835"/>
                    <a:pt x="181649" y="136254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59"/>
            <p:cNvSpPr/>
            <p:nvPr/>
          </p:nvSpPr>
          <p:spPr>
            <a:xfrm>
              <a:off x="1864738" y="3184398"/>
              <a:ext cx="188528" cy="198579"/>
            </a:xfrm>
            <a:custGeom>
              <a:rect b="b" l="l" r="r" t="t"/>
              <a:pathLst>
                <a:path extrusionOk="0" h="198579" w="188528">
                  <a:moveTo>
                    <a:pt x="188528" y="198543"/>
                  </a:moveTo>
                  <a:cubicBezTo>
                    <a:pt x="178721" y="198543"/>
                    <a:pt x="169500" y="198689"/>
                    <a:pt x="160425" y="198397"/>
                  </a:cubicBezTo>
                  <a:cubicBezTo>
                    <a:pt x="159254" y="198397"/>
                    <a:pt x="157644" y="197079"/>
                    <a:pt x="156765" y="195908"/>
                  </a:cubicBezTo>
                  <a:cubicBezTo>
                    <a:pt x="134517" y="168387"/>
                    <a:pt x="112414" y="140719"/>
                    <a:pt x="90312" y="113051"/>
                  </a:cubicBezTo>
                  <a:cubicBezTo>
                    <a:pt x="61038" y="76453"/>
                    <a:pt x="31617" y="40001"/>
                    <a:pt x="2342" y="3404"/>
                  </a:cubicBezTo>
                  <a:cubicBezTo>
                    <a:pt x="1610" y="2525"/>
                    <a:pt x="1025" y="1647"/>
                    <a:pt x="0" y="329"/>
                  </a:cubicBezTo>
                  <a:cubicBezTo>
                    <a:pt x="1171" y="183"/>
                    <a:pt x="2049" y="37"/>
                    <a:pt x="2927" y="37"/>
                  </a:cubicBezTo>
                  <a:cubicBezTo>
                    <a:pt x="10832" y="37"/>
                    <a:pt x="18736" y="-110"/>
                    <a:pt x="26640" y="183"/>
                  </a:cubicBezTo>
                  <a:cubicBezTo>
                    <a:pt x="28250" y="183"/>
                    <a:pt x="30153" y="1061"/>
                    <a:pt x="31177" y="2232"/>
                  </a:cubicBezTo>
                  <a:cubicBezTo>
                    <a:pt x="82994" y="66791"/>
                    <a:pt x="134809" y="131350"/>
                    <a:pt x="186625" y="195908"/>
                  </a:cubicBezTo>
                  <a:cubicBezTo>
                    <a:pt x="187211" y="196640"/>
                    <a:pt x="187650" y="197226"/>
                    <a:pt x="188528" y="198543"/>
                  </a:cubicBezTo>
                  <a:close/>
                </a:path>
              </a:pathLst>
            </a:custGeom>
            <a:solidFill>
              <a:srgbClr val="13344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4" name="Google Shape;1094;p59"/>
          <p:cNvSpPr/>
          <p:nvPr/>
        </p:nvSpPr>
        <p:spPr>
          <a:xfrm>
            <a:off x="5958475" y="3750328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FECA1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Promedio total: 94% positivo </a:t>
            </a:r>
            <a:endParaRPr sz="9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5" name="Google Shape;1095;p59"/>
          <p:cNvSpPr/>
          <p:nvPr/>
        </p:nvSpPr>
        <p:spPr>
          <a:xfrm>
            <a:off x="5959600" y="3552475"/>
            <a:ext cx="2599800" cy="2718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RRSS JM en la semana</a:t>
            </a:r>
            <a:endParaRPr b="1" sz="900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6" name="Google Shape;1096;p59"/>
          <p:cNvSpPr/>
          <p:nvPr/>
        </p:nvSpPr>
        <p:spPr>
          <a:xfrm>
            <a:off x="5578375" y="926625"/>
            <a:ext cx="3360900" cy="2544900"/>
          </a:xfrm>
          <a:prstGeom prst="roundRect">
            <a:avLst>
              <a:gd fmla="val 240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18200" lIns="209425" spcFirstLastPara="1" rIns="209425" wrap="square" tIns="62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76"/>
              </a:spcAft>
              <a:buNone/>
            </a:pPr>
            <a:r>
              <a:t/>
            </a:r>
            <a:endParaRPr sz="905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7" name="Google Shape;1097;p59"/>
          <p:cNvSpPr/>
          <p:nvPr/>
        </p:nvSpPr>
        <p:spPr>
          <a:xfrm>
            <a:off x="5578537" y="926625"/>
            <a:ext cx="3360900" cy="353700"/>
          </a:xfrm>
          <a:prstGeom prst="roundRect">
            <a:avLst>
              <a:gd fmla="val 16667" name="adj"/>
            </a:avLst>
          </a:prstGeom>
          <a:solidFill>
            <a:srgbClr val="133446"/>
          </a:solidFill>
          <a:ln>
            <a:noFill/>
          </a:ln>
        </p:spPr>
        <p:txBody>
          <a:bodyPr anchorCtr="0" anchor="ctr" bIns="118200" lIns="118200" spcFirstLastPara="1" rIns="118200" wrap="square" tIns="11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3">
                <a:solidFill>
                  <a:srgbClr val="8DE2D6"/>
                </a:solidFill>
                <a:latin typeface="Archivo"/>
                <a:ea typeface="Archivo"/>
                <a:cs typeface="Archivo"/>
                <a:sym typeface="Archivo"/>
              </a:rPr>
              <a:t>Principales áreas</a:t>
            </a:r>
            <a:endParaRPr b="1" sz="1163">
              <a:solidFill>
                <a:srgbClr val="8DE2D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8" name="Google Shape;1098;p59"/>
          <p:cNvSpPr/>
          <p:nvPr/>
        </p:nvSpPr>
        <p:spPr>
          <a:xfrm>
            <a:off x="375550" y="2827100"/>
            <a:ext cx="5031000" cy="1676400"/>
          </a:xfrm>
          <a:prstGeom prst="roundRect">
            <a:avLst>
              <a:gd fmla="val 464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1039"/>
              </a:spcAft>
              <a:buClr>
                <a:srgbClr val="B0EAFF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Los posteos sobre VTV (460K), primer posteo celulares robados (250K) y segundo sobre el tema (117K) obtuvieron una cantidad de vistas destacada.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99" name="Google Shape;1099;p59"/>
          <p:cNvSpPr/>
          <p:nvPr/>
        </p:nvSpPr>
        <p:spPr>
          <a:xfrm>
            <a:off x="375475" y="2801734"/>
            <a:ext cx="5031000" cy="363600"/>
          </a:xfrm>
          <a:prstGeom prst="roundRect">
            <a:avLst>
              <a:gd fmla="val 16667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100350" lIns="100350" spcFirstLastPara="1" rIns="100350" wrap="square" tIns="100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7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Principales insights</a:t>
            </a:r>
            <a:endParaRPr b="1" sz="1317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0" name="Google Shape;1100;p59"/>
          <p:cNvSpPr/>
          <p:nvPr/>
        </p:nvSpPr>
        <p:spPr>
          <a:xfrm>
            <a:off x="333850" y="1048675"/>
            <a:ext cx="5031000" cy="1720200"/>
          </a:xfrm>
          <a:prstGeom prst="roundRect">
            <a:avLst>
              <a:gd fmla="val 0" name="adj"/>
            </a:avLst>
          </a:prstGeom>
          <a:solidFill>
            <a:srgbClr val="F1F6FD"/>
          </a:solidFill>
          <a:ln>
            <a:noFill/>
          </a:ln>
        </p:spPr>
        <p:txBody>
          <a:bodyPr anchorCtr="0" anchor="t" bIns="100350" lIns="177800" spcFirstLastPara="1" rIns="177800" wrap="square" tIns="533425">
            <a:noAutofit/>
          </a:bodyPr>
          <a:lstStyle/>
          <a:p>
            <a:pPr indent="-316911" lvl="0" marL="501819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La conversación obtuvo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9.707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menciones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y 3.94M visualizaciones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(Escala: Alto).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316911" lvl="0" marL="501819" rtl="0" algn="just">
              <a:lnSpc>
                <a:spcPct val="150000"/>
              </a:lnSpc>
              <a:spcBef>
                <a:spcPts val="1039"/>
              </a:spcBef>
              <a:spcAft>
                <a:spcPts val="1039"/>
              </a:spcAft>
              <a:buClr>
                <a:srgbClr val="8DE2D6"/>
              </a:buClr>
              <a:buSzPts val="1039"/>
              <a:buFont typeface="Archivo"/>
              <a:buChar char="●"/>
            </a:pP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 registra el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apoyo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funcionarios del GCBA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, </a:t>
            </a:r>
            <a:r>
              <a:rPr b="1" lang="es" sz="1039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4"/>
              </a:rPr>
              <a:t>políticos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 influencers afines al PRO al </a:t>
            </a:r>
            <a:r>
              <a:rPr b="1"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acto</a:t>
            </a:r>
            <a:r>
              <a:rPr lang="es" sz="1039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039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1" name="Google Shape;1101;p59"/>
          <p:cNvSpPr/>
          <p:nvPr/>
        </p:nvSpPr>
        <p:spPr>
          <a:xfrm>
            <a:off x="333850" y="875825"/>
            <a:ext cx="5031000" cy="560700"/>
          </a:xfrm>
          <a:prstGeom prst="roundRect">
            <a:avLst>
              <a:gd fmla="val 14879" name="adj"/>
            </a:avLst>
          </a:prstGeom>
          <a:solidFill>
            <a:srgbClr val="8DE2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12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Tema destacado de la semana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" sz="1000">
                <a:solidFill>
                  <a:srgbClr val="133446"/>
                </a:solidFill>
                <a:latin typeface="Archivo"/>
                <a:ea typeface="Archivo"/>
                <a:cs typeface="Archivo"/>
                <a:sym typeface="Archivo"/>
              </a:rPr>
              <a:t>Repercusiones tras la presencia de Jorge Macri en el acto por el 176° aniversario del paso a la inmortalidad del general José de San Martín</a:t>
            </a:r>
            <a:endParaRPr i="1" sz="1000">
              <a:solidFill>
                <a:srgbClr val="13344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102" name="Google Shape;1102;p59" title="Puntuación lograda"/>
          <p:cNvPicPr preferRelativeResize="0"/>
          <p:nvPr/>
        </p:nvPicPr>
        <p:blipFill rotWithShape="1">
          <a:blip r:embed="rId5">
            <a:alphaModFix/>
          </a:blip>
          <a:srcRect b="6580" l="2570" r="2228" t="4499"/>
          <a:stretch/>
        </p:blipFill>
        <p:spPr>
          <a:xfrm>
            <a:off x="5771975" y="1339200"/>
            <a:ext cx="3055824" cy="193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3245"/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0"/>
          <p:cNvSpPr txBox="1"/>
          <p:nvPr/>
        </p:nvSpPr>
        <p:spPr>
          <a:xfrm>
            <a:off x="616050" y="2144625"/>
            <a:ext cx="7911900" cy="10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MUCHAS</a:t>
            </a:r>
            <a:endParaRPr b="1" sz="429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4290">
                <a:solidFill>
                  <a:srgbClr val="8DE2D6"/>
                </a:solidFill>
                <a:latin typeface="Poppins"/>
                <a:ea typeface="Poppins"/>
                <a:cs typeface="Poppins"/>
                <a:sym typeface="Poppins"/>
              </a:rPr>
              <a:t>GRACIAS</a:t>
            </a:r>
            <a:endParaRPr b="1" sz="4290">
              <a:solidFill>
                <a:srgbClr val="8DE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8" name="Google Shape;1108;p60"/>
          <p:cNvSpPr/>
          <p:nvPr/>
        </p:nvSpPr>
        <p:spPr>
          <a:xfrm>
            <a:off x="4374750" y="3549663"/>
            <a:ext cx="394500" cy="15600"/>
          </a:xfrm>
          <a:prstGeom prst="roundRect">
            <a:avLst>
              <a:gd fmla="val 50000" name="adj"/>
            </a:avLst>
          </a:prstGeom>
          <a:solidFill>
            <a:srgbClr val="42677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0"/>
          <p:cNvSpPr/>
          <p:nvPr/>
        </p:nvSpPr>
        <p:spPr>
          <a:xfrm rot="-5400000">
            <a:off x="4479849" y="2256264"/>
            <a:ext cx="184301" cy="5590170"/>
          </a:xfrm>
          <a:custGeom>
            <a:rect b="b" l="l" r="r" t="t"/>
            <a:pathLst>
              <a:path extrusionOk="0" h="18000" w="1463">
                <a:moveTo>
                  <a:pt x="0" y="18000"/>
                </a:moveTo>
                <a:lnTo>
                  <a:pt x="0" y="18000"/>
                </a:lnTo>
                <a:cubicBezTo>
                  <a:pt x="949" y="15173"/>
                  <a:pt x="1463" y="12147"/>
                  <a:pt x="1463" y="9000"/>
                </a:cubicBezTo>
                <a:cubicBezTo>
                  <a:pt x="1463" y="5853"/>
                  <a:pt x="949" y="2827"/>
                  <a:pt x="0" y="0"/>
                </a:cubicBezTo>
                <a:lnTo>
                  <a:pt x="0" y="0"/>
                </a:lnTo>
                <a:lnTo>
                  <a:pt x="0" y="18000"/>
                </a:lnTo>
                <a:close/>
              </a:path>
            </a:pathLst>
          </a:custGeom>
          <a:solidFill>
            <a:srgbClr val="FFCC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60"/>
          <p:cNvSpPr/>
          <p:nvPr/>
        </p:nvSpPr>
        <p:spPr>
          <a:xfrm>
            <a:off x="4268949" y="1303825"/>
            <a:ext cx="606110" cy="606809"/>
          </a:xfrm>
          <a:custGeom>
            <a:rect b="b" l="l" r="r" t="t"/>
            <a:pathLst>
              <a:path extrusionOk="0" h="8948" w="8940">
                <a:moveTo>
                  <a:pt x="6217" y="2764"/>
                </a:moveTo>
                <a:cubicBezTo>
                  <a:pt x="6330" y="2764"/>
                  <a:pt x="6441" y="2809"/>
                  <a:pt x="6531" y="2900"/>
                </a:cubicBezTo>
                <a:cubicBezTo>
                  <a:pt x="6701" y="3078"/>
                  <a:pt x="6701" y="3355"/>
                  <a:pt x="6504" y="3542"/>
                </a:cubicBezTo>
                <a:cubicBezTo>
                  <a:pt x="5675" y="4372"/>
                  <a:pt x="4845" y="5210"/>
                  <a:pt x="4015" y="6040"/>
                </a:cubicBezTo>
                <a:cubicBezTo>
                  <a:pt x="3913" y="6142"/>
                  <a:pt x="3797" y="6194"/>
                  <a:pt x="3681" y="6194"/>
                </a:cubicBezTo>
                <a:cubicBezTo>
                  <a:pt x="3565" y="6194"/>
                  <a:pt x="3449" y="6142"/>
                  <a:pt x="3346" y="6040"/>
                </a:cubicBezTo>
                <a:cubicBezTo>
                  <a:pt x="3034" y="5736"/>
                  <a:pt x="2731" y="5433"/>
                  <a:pt x="2436" y="5130"/>
                </a:cubicBezTo>
                <a:cubicBezTo>
                  <a:pt x="2240" y="4934"/>
                  <a:pt x="2231" y="4657"/>
                  <a:pt x="2410" y="4479"/>
                </a:cubicBezTo>
                <a:cubicBezTo>
                  <a:pt x="2497" y="4392"/>
                  <a:pt x="2607" y="4347"/>
                  <a:pt x="2720" y="4347"/>
                </a:cubicBezTo>
                <a:cubicBezTo>
                  <a:pt x="2839" y="4347"/>
                  <a:pt x="2960" y="4396"/>
                  <a:pt x="3061" y="4496"/>
                </a:cubicBezTo>
                <a:cubicBezTo>
                  <a:pt x="3266" y="4693"/>
                  <a:pt x="3471" y="4898"/>
                  <a:pt x="3676" y="5112"/>
                </a:cubicBezTo>
                <a:cubicBezTo>
                  <a:pt x="3935" y="4853"/>
                  <a:pt x="4185" y="4603"/>
                  <a:pt x="4426" y="4363"/>
                </a:cubicBezTo>
                <a:cubicBezTo>
                  <a:pt x="4907" y="3881"/>
                  <a:pt x="5389" y="3399"/>
                  <a:pt x="5871" y="2917"/>
                </a:cubicBezTo>
                <a:cubicBezTo>
                  <a:pt x="5972" y="2816"/>
                  <a:pt x="6096" y="2764"/>
                  <a:pt x="6217" y="2764"/>
                </a:cubicBezTo>
                <a:close/>
                <a:moveTo>
                  <a:pt x="4470" y="0"/>
                </a:moveTo>
                <a:cubicBezTo>
                  <a:pt x="1999" y="0"/>
                  <a:pt x="1" y="2007"/>
                  <a:pt x="1" y="4479"/>
                </a:cubicBezTo>
                <a:cubicBezTo>
                  <a:pt x="1" y="6941"/>
                  <a:pt x="1999" y="8948"/>
                  <a:pt x="4470" y="8948"/>
                </a:cubicBezTo>
                <a:cubicBezTo>
                  <a:pt x="6941" y="8948"/>
                  <a:pt x="8940" y="6950"/>
                  <a:pt x="8940" y="4479"/>
                </a:cubicBezTo>
                <a:cubicBezTo>
                  <a:pt x="8940" y="2007"/>
                  <a:pt x="6941" y="9"/>
                  <a:pt x="447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1" name="Google Shape;1111;p60"/>
          <p:cNvGrpSpPr/>
          <p:nvPr/>
        </p:nvGrpSpPr>
        <p:grpSpPr>
          <a:xfrm>
            <a:off x="592150" y="4113777"/>
            <a:ext cx="2715406" cy="254456"/>
            <a:chOff x="634234" y="3780477"/>
            <a:chExt cx="2288392" cy="214441"/>
          </a:xfrm>
        </p:grpSpPr>
        <p:grpSp>
          <p:nvGrpSpPr>
            <p:cNvPr id="1112" name="Google Shape;1112;p60"/>
            <p:cNvGrpSpPr/>
            <p:nvPr/>
          </p:nvGrpSpPr>
          <p:grpSpPr>
            <a:xfrm>
              <a:off x="634234" y="3796851"/>
              <a:ext cx="563334" cy="181692"/>
              <a:chOff x="1568450" y="5597525"/>
              <a:chExt cx="631824" cy="206375"/>
            </a:xfrm>
          </p:grpSpPr>
          <p:sp>
            <p:nvSpPr>
              <p:cNvPr id="1113" name="Google Shape;1113;p60"/>
              <p:cNvSpPr/>
              <p:nvPr/>
            </p:nvSpPr>
            <p:spPr>
              <a:xfrm>
                <a:off x="1916112" y="5613400"/>
                <a:ext cx="39687" cy="49212"/>
              </a:xfrm>
              <a:custGeom>
                <a:rect b="b" l="l" r="r" t="t"/>
                <a:pathLst>
                  <a:path extrusionOk="0" h="78" w="62">
                    <a:moveTo>
                      <a:pt x="36" y="44"/>
                    </a:moveTo>
                    <a:lnTo>
                      <a:pt x="15" y="44"/>
                    </a:lnTo>
                    <a:lnTo>
                      <a:pt x="15" y="64"/>
                    </a:lnTo>
                    <a:lnTo>
                      <a:pt x="36" y="64"/>
                    </a:lnTo>
                    <a:cubicBezTo>
                      <a:pt x="42" y="64"/>
                      <a:pt x="47" y="62"/>
                      <a:pt x="47" y="55"/>
                    </a:cubicBezTo>
                    <a:cubicBezTo>
                      <a:pt x="47" y="48"/>
                      <a:pt x="43" y="44"/>
                      <a:pt x="36" y="44"/>
                    </a:cubicBezTo>
                    <a:moveTo>
                      <a:pt x="15" y="14"/>
                    </a:moveTo>
                    <a:lnTo>
                      <a:pt x="15" y="31"/>
                    </a:lnTo>
                    <a:lnTo>
                      <a:pt x="36" y="31"/>
                    </a:lnTo>
                    <a:cubicBezTo>
                      <a:pt x="41" y="31"/>
                      <a:pt x="45" y="27"/>
                      <a:pt x="45" y="22"/>
                    </a:cubicBezTo>
                    <a:cubicBezTo>
                      <a:pt x="45" y="17"/>
                      <a:pt x="42" y="14"/>
                      <a:pt x="36" y="14"/>
                    </a:cubicBezTo>
                    <a:lnTo>
                      <a:pt x="15" y="14"/>
                    </a:lnTo>
                    <a:close/>
                    <a:moveTo>
                      <a:pt x="38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36" y="0"/>
                    </a:lnTo>
                    <a:cubicBezTo>
                      <a:pt x="52" y="0"/>
                      <a:pt x="59" y="9"/>
                      <a:pt x="59" y="21"/>
                    </a:cubicBezTo>
                    <a:cubicBezTo>
                      <a:pt x="59" y="28"/>
                      <a:pt x="57" y="33"/>
                      <a:pt x="52" y="37"/>
                    </a:cubicBezTo>
                    <a:cubicBezTo>
                      <a:pt x="58" y="40"/>
                      <a:pt x="62" y="46"/>
                      <a:pt x="62" y="55"/>
                    </a:cubicBezTo>
                    <a:cubicBezTo>
                      <a:pt x="62" y="69"/>
                      <a:pt x="53" y="78"/>
                      <a:pt x="38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60"/>
              <p:cNvSpPr/>
              <p:nvPr/>
            </p:nvSpPr>
            <p:spPr>
              <a:xfrm>
                <a:off x="1960562" y="5626100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8"/>
                    </a:moveTo>
                    <a:lnTo>
                      <a:pt x="37" y="58"/>
                    </a:lnTo>
                    <a:lnTo>
                      <a:pt x="37" y="53"/>
                    </a:lnTo>
                    <a:cubicBezTo>
                      <a:pt x="34" y="57"/>
                      <a:pt x="29" y="59"/>
                      <a:pt x="22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60"/>
              <p:cNvSpPr/>
              <p:nvPr/>
            </p:nvSpPr>
            <p:spPr>
              <a:xfrm>
                <a:off x="1997075" y="5626100"/>
                <a:ext cx="38100" cy="36512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3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7"/>
                      <a:pt x="29" y="47"/>
                    </a:cubicBezTo>
                    <a:cubicBezTo>
                      <a:pt x="34" y="47"/>
                      <a:pt x="39" y="45"/>
                      <a:pt x="42" y="41"/>
                    </a:cubicBezTo>
                    <a:lnTo>
                      <a:pt x="57" y="41"/>
                    </a:lnTo>
                    <a:cubicBezTo>
                      <a:pt x="54" y="52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60"/>
              <p:cNvSpPr/>
              <p:nvPr/>
            </p:nvSpPr>
            <p:spPr>
              <a:xfrm>
                <a:off x="2038350" y="5626100"/>
                <a:ext cx="33337" cy="36512"/>
              </a:xfrm>
              <a:custGeom>
                <a:rect b="b" l="l" r="r" t="t"/>
                <a:pathLst>
                  <a:path extrusionOk="0" h="59" w="52">
                    <a:moveTo>
                      <a:pt x="52" y="59"/>
                    </a:moveTo>
                    <a:lnTo>
                      <a:pt x="37" y="59"/>
                    </a:lnTo>
                    <a:lnTo>
                      <a:pt x="37" y="25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20" y="14"/>
                      <a:pt x="15" y="19"/>
                      <a:pt x="15" y="25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1"/>
                    </a:lnTo>
                    <a:lnTo>
                      <a:pt x="14" y="1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2" y="10"/>
                      <a:pt x="52" y="25"/>
                    </a:cubicBezTo>
                    <a:lnTo>
                      <a:pt x="52" y="5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60"/>
              <p:cNvSpPr/>
              <p:nvPr/>
            </p:nvSpPr>
            <p:spPr>
              <a:xfrm>
                <a:off x="2076450" y="5626100"/>
                <a:ext cx="36512" cy="36512"/>
              </a:xfrm>
              <a:custGeom>
                <a:rect b="b" l="l" r="r" t="t"/>
                <a:pathLst>
                  <a:path extrusionOk="0" h="60" w="58">
                    <a:moveTo>
                      <a:pt x="43" y="30"/>
                    </a:moveTo>
                    <a:cubicBezTo>
                      <a:pt x="43" y="20"/>
                      <a:pt x="37" y="14"/>
                      <a:pt x="29" y="14"/>
                    </a:cubicBezTo>
                    <a:cubicBezTo>
                      <a:pt x="21" y="14"/>
                      <a:pt x="15" y="20"/>
                      <a:pt x="15" y="30"/>
                    </a:cubicBezTo>
                    <a:cubicBezTo>
                      <a:pt x="15" y="40"/>
                      <a:pt x="21" y="47"/>
                      <a:pt x="29" y="47"/>
                    </a:cubicBezTo>
                    <a:cubicBezTo>
                      <a:pt x="37" y="47"/>
                      <a:pt x="43" y="40"/>
                      <a:pt x="43" y="30"/>
                    </a:cubicBezTo>
                    <a:close/>
                    <a:moveTo>
                      <a:pt x="58" y="30"/>
                    </a:moveTo>
                    <a:cubicBezTo>
                      <a:pt x="58" y="47"/>
                      <a:pt x="45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5" y="0"/>
                      <a:pt x="58" y="13"/>
                      <a:pt x="58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60"/>
              <p:cNvSpPr/>
              <p:nvPr/>
            </p:nvSpPr>
            <p:spPr>
              <a:xfrm>
                <a:off x="2114550" y="5626100"/>
                <a:ext cx="33337" cy="36512"/>
              </a:xfrm>
              <a:custGeom>
                <a:rect b="b" l="l" r="r" t="t"/>
                <a:pathLst>
                  <a:path extrusionOk="0" h="60" w="52">
                    <a:moveTo>
                      <a:pt x="27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7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8"/>
                      <a:pt x="36" y="37"/>
                      <a:pt x="26" y="36"/>
                    </a:cubicBezTo>
                    <a:cubicBezTo>
                      <a:pt x="15" y="34"/>
                      <a:pt x="2" y="31"/>
                      <a:pt x="2" y="18"/>
                    </a:cubicBezTo>
                    <a:cubicBezTo>
                      <a:pt x="2" y="9"/>
                      <a:pt x="10" y="0"/>
                      <a:pt x="26" y="0"/>
                    </a:cubicBezTo>
                    <a:cubicBezTo>
                      <a:pt x="39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5"/>
                      <a:pt x="32" y="13"/>
                      <a:pt x="26" y="13"/>
                    </a:cubicBezTo>
                    <a:cubicBezTo>
                      <a:pt x="19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2" y="25"/>
                      <a:pt x="52" y="28"/>
                      <a:pt x="52" y="41"/>
                    </a:cubicBezTo>
                    <a:cubicBezTo>
                      <a:pt x="52" y="52"/>
                      <a:pt x="42" y="60"/>
                      <a:pt x="27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60"/>
              <p:cNvSpPr/>
              <p:nvPr/>
            </p:nvSpPr>
            <p:spPr>
              <a:xfrm>
                <a:off x="1952625" y="5672137"/>
                <a:ext cx="46037" cy="49212"/>
              </a:xfrm>
              <a:custGeom>
                <a:rect b="b" l="l" r="r" t="t"/>
                <a:pathLst>
                  <a:path extrusionOk="0" h="77" w="73">
                    <a:moveTo>
                      <a:pt x="37" y="16"/>
                    </a:moveTo>
                    <a:lnTo>
                      <a:pt x="26" y="48"/>
                    </a:lnTo>
                    <a:lnTo>
                      <a:pt x="47" y="48"/>
                    </a:lnTo>
                    <a:lnTo>
                      <a:pt x="37" y="16"/>
                    </a:lnTo>
                    <a:close/>
                    <a:moveTo>
                      <a:pt x="21" y="62"/>
                    </a:moveTo>
                    <a:lnTo>
                      <a:pt x="16" y="77"/>
                    </a:lnTo>
                    <a:lnTo>
                      <a:pt x="0" y="77"/>
                    </a:lnTo>
                    <a:lnTo>
                      <a:pt x="27" y="0"/>
                    </a:lnTo>
                    <a:lnTo>
                      <a:pt x="46" y="0"/>
                    </a:lnTo>
                    <a:lnTo>
                      <a:pt x="73" y="77"/>
                    </a:lnTo>
                    <a:lnTo>
                      <a:pt x="57" y="77"/>
                    </a:lnTo>
                    <a:lnTo>
                      <a:pt x="52" y="62"/>
                    </a:lnTo>
                    <a:lnTo>
                      <a:pt x="21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60"/>
              <p:cNvSpPr/>
              <p:nvPr/>
            </p:nvSpPr>
            <p:spPr>
              <a:xfrm>
                <a:off x="2003425" y="5672137"/>
                <a:ext cx="9525" cy="49212"/>
              </a:xfrm>
              <a:custGeom>
                <a:rect b="b" l="l" r="r" t="t"/>
                <a:pathLst>
                  <a:path extrusionOk="0" h="77" w="15">
                    <a:moveTo>
                      <a:pt x="15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5" y="20"/>
                    </a:lnTo>
                    <a:lnTo>
                      <a:pt x="15" y="77"/>
                    </a:lnTo>
                    <a:close/>
                    <a:moveTo>
                      <a:pt x="15" y="13"/>
                    </a:moveTo>
                    <a:lnTo>
                      <a:pt x="0" y="13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60"/>
              <p:cNvSpPr/>
              <p:nvPr/>
            </p:nvSpPr>
            <p:spPr>
              <a:xfrm>
                <a:off x="2019300" y="5683250"/>
                <a:ext cx="31750" cy="38100"/>
              </a:xfrm>
              <a:custGeom>
                <a:rect b="b" l="l" r="r" t="t"/>
                <a:pathLst>
                  <a:path extrusionOk="0" h="59" w="51">
                    <a:moveTo>
                      <a:pt x="51" y="28"/>
                    </a:moveTo>
                    <a:lnTo>
                      <a:pt x="37" y="28"/>
                    </a:lnTo>
                    <a:lnTo>
                      <a:pt x="37" y="26"/>
                    </a:lnTo>
                    <a:cubicBezTo>
                      <a:pt x="37" y="22"/>
                      <a:pt x="36" y="14"/>
                      <a:pt x="26" y="14"/>
                    </a:cubicBezTo>
                    <a:cubicBezTo>
                      <a:pt x="19" y="14"/>
                      <a:pt x="15" y="19"/>
                      <a:pt x="15" y="26"/>
                    </a:cubicBezTo>
                    <a:lnTo>
                      <a:pt x="15" y="59"/>
                    </a:lnTo>
                    <a:lnTo>
                      <a:pt x="0" y="59"/>
                    </a:lnTo>
                    <a:lnTo>
                      <a:pt x="0" y="2"/>
                    </a:lnTo>
                    <a:lnTo>
                      <a:pt x="14" y="2"/>
                    </a:lnTo>
                    <a:lnTo>
                      <a:pt x="14" y="7"/>
                    </a:lnTo>
                    <a:cubicBezTo>
                      <a:pt x="18" y="3"/>
                      <a:pt x="23" y="0"/>
                      <a:pt x="29" y="0"/>
                    </a:cubicBezTo>
                    <a:cubicBezTo>
                      <a:pt x="43" y="0"/>
                      <a:pt x="51" y="10"/>
                      <a:pt x="51" y="26"/>
                    </a:cubicBezTo>
                    <a:lnTo>
                      <a:pt x="51" y="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60"/>
              <p:cNvSpPr/>
              <p:nvPr/>
            </p:nvSpPr>
            <p:spPr>
              <a:xfrm>
                <a:off x="2054225" y="5683250"/>
                <a:ext cx="38100" cy="38100"/>
              </a:xfrm>
              <a:custGeom>
                <a:rect b="b" l="l" r="r" t="t"/>
                <a:pathLst>
                  <a:path extrusionOk="0" h="60" w="60">
                    <a:moveTo>
                      <a:pt x="44" y="24"/>
                    </a:moveTo>
                    <a:cubicBezTo>
                      <a:pt x="42" y="17"/>
                      <a:pt x="36" y="13"/>
                      <a:pt x="29" y="13"/>
                    </a:cubicBezTo>
                    <a:cubicBezTo>
                      <a:pt x="22" y="13"/>
                      <a:pt x="17" y="17"/>
                      <a:pt x="15" y="24"/>
                    </a:cubicBezTo>
                    <a:lnTo>
                      <a:pt x="44" y="24"/>
                    </a:lnTo>
                    <a:close/>
                    <a:moveTo>
                      <a:pt x="15" y="36"/>
                    </a:moveTo>
                    <a:cubicBezTo>
                      <a:pt x="17" y="43"/>
                      <a:pt x="22" y="48"/>
                      <a:pt x="29" y="48"/>
                    </a:cubicBezTo>
                    <a:cubicBezTo>
                      <a:pt x="34" y="48"/>
                      <a:pt x="39" y="45"/>
                      <a:pt x="41" y="41"/>
                    </a:cubicBezTo>
                    <a:lnTo>
                      <a:pt x="57" y="41"/>
                    </a:lnTo>
                    <a:cubicBezTo>
                      <a:pt x="54" y="53"/>
                      <a:pt x="44" y="60"/>
                      <a:pt x="29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6" y="0"/>
                      <a:pt x="60" y="13"/>
                      <a:pt x="58" y="36"/>
                    </a:cubicBezTo>
                    <a:lnTo>
                      <a:pt x="15" y="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60"/>
              <p:cNvSpPr/>
              <p:nvPr/>
            </p:nvSpPr>
            <p:spPr>
              <a:xfrm>
                <a:off x="2093912" y="5683250"/>
                <a:ext cx="33337" cy="38100"/>
              </a:xfrm>
              <a:custGeom>
                <a:rect b="b" l="l" r="r" t="t"/>
                <a:pathLst>
                  <a:path extrusionOk="0" h="60" w="53">
                    <a:moveTo>
                      <a:pt x="28" y="60"/>
                    </a:moveTo>
                    <a:cubicBezTo>
                      <a:pt x="13" y="60"/>
                      <a:pt x="2" y="53"/>
                      <a:pt x="0" y="40"/>
                    </a:cubicBezTo>
                    <a:lnTo>
                      <a:pt x="15" y="40"/>
                    </a:lnTo>
                    <a:cubicBezTo>
                      <a:pt x="17" y="45"/>
                      <a:pt x="23" y="47"/>
                      <a:pt x="28" y="47"/>
                    </a:cubicBezTo>
                    <a:cubicBezTo>
                      <a:pt x="33" y="47"/>
                      <a:pt x="38" y="45"/>
                      <a:pt x="38" y="42"/>
                    </a:cubicBezTo>
                    <a:cubicBezTo>
                      <a:pt x="38" y="39"/>
                      <a:pt x="36" y="37"/>
                      <a:pt x="26" y="36"/>
                    </a:cubicBezTo>
                    <a:cubicBezTo>
                      <a:pt x="16" y="34"/>
                      <a:pt x="2" y="31"/>
                      <a:pt x="2" y="19"/>
                    </a:cubicBezTo>
                    <a:cubicBezTo>
                      <a:pt x="2" y="10"/>
                      <a:pt x="10" y="0"/>
                      <a:pt x="26" y="0"/>
                    </a:cubicBezTo>
                    <a:cubicBezTo>
                      <a:pt x="40" y="0"/>
                      <a:pt x="49" y="7"/>
                      <a:pt x="51" y="18"/>
                    </a:cubicBezTo>
                    <a:lnTo>
                      <a:pt x="36" y="18"/>
                    </a:lnTo>
                    <a:cubicBezTo>
                      <a:pt x="35" y="16"/>
                      <a:pt x="32" y="13"/>
                      <a:pt x="26" y="13"/>
                    </a:cubicBezTo>
                    <a:cubicBezTo>
                      <a:pt x="20" y="13"/>
                      <a:pt x="17" y="16"/>
                      <a:pt x="17" y="18"/>
                    </a:cubicBezTo>
                    <a:cubicBezTo>
                      <a:pt x="17" y="21"/>
                      <a:pt x="21" y="22"/>
                      <a:pt x="28" y="23"/>
                    </a:cubicBezTo>
                    <a:cubicBezTo>
                      <a:pt x="43" y="25"/>
                      <a:pt x="53" y="29"/>
                      <a:pt x="53" y="41"/>
                    </a:cubicBezTo>
                    <a:cubicBezTo>
                      <a:pt x="53" y="52"/>
                      <a:pt x="42" y="60"/>
                      <a:pt x="28" y="6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60"/>
              <p:cNvSpPr/>
              <p:nvPr/>
            </p:nvSpPr>
            <p:spPr>
              <a:xfrm>
                <a:off x="1974850" y="5729287"/>
                <a:ext cx="46037" cy="50800"/>
              </a:xfrm>
              <a:custGeom>
                <a:rect b="b" l="l" r="r" t="t"/>
                <a:pathLst>
                  <a:path extrusionOk="0" h="81" w="73">
                    <a:moveTo>
                      <a:pt x="38" y="81"/>
                    </a:moveTo>
                    <a:cubicBezTo>
                      <a:pt x="17" y="81"/>
                      <a:pt x="0" y="63"/>
                      <a:pt x="0" y="40"/>
                    </a:cubicBezTo>
                    <a:cubicBezTo>
                      <a:pt x="0" y="18"/>
                      <a:pt x="17" y="0"/>
                      <a:pt x="38" y="0"/>
                    </a:cubicBezTo>
                    <a:cubicBezTo>
                      <a:pt x="55" y="0"/>
                      <a:pt x="68" y="10"/>
                      <a:pt x="73" y="26"/>
                    </a:cubicBezTo>
                    <a:lnTo>
                      <a:pt x="57" y="26"/>
                    </a:lnTo>
                    <a:cubicBezTo>
                      <a:pt x="54" y="19"/>
                      <a:pt x="47" y="13"/>
                      <a:pt x="38" y="13"/>
                    </a:cubicBezTo>
                    <a:cubicBezTo>
                      <a:pt x="25" y="13"/>
                      <a:pt x="15" y="26"/>
                      <a:pt x="15" y="40"/>
                    </a:cubicBezTo>
                    <a:cubicBezTo>
                      <a:pt x="15" y="55"/>
                      <a:pt x="25" y="67"/>
                      <a:pt x="38" y="67"/>
                    </a:cubicBezTo>
                    <a:cubicBezTo>
                      <a:pt x="47" y="67"/>
                      <a:pt x="54" y="62"/>
                      <a:pt x="57" y="55"/>
                    </a:cubicBezTo>
                    <a:lnTo>
                      <a:pt x="73" y="55"/>
                    </a:lnTo>
                    <a:cubicBezTo>
                      <a:pt x="68" y="71"/>
                      <a:pt x="55" y="81"/>
                      <a:pt x="38" y="8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60"/>
              <p:cNvSpPr/>
              <p:nvPr/>
            </p:nvSpPr>
            <p:spPr>
              <a:xfrm>
                <a:off x="2025650" y="5730875"/>
                <a:ext cx="9525" cy="49212"/>
              </a:xfrm>
              <a:custGeom>
                <a:rect b="b" l="l" r="r" t="t"/>
                <a:pathLst>
                  <a:path extrusionOk="0" h="77" w="14">
                    <a:moveTo>
                      <a:pt x="14" y="77"/>
                    </a:moveTo>
                    <a:lnTo>
                      <a:pt x="0" y="77"/>
                    </a:lnTo>
                    <a:lnTo>
                      <a:pt x="0" y="20"/>
                    </a:lnTo>
                    <a:lnTo>
                      <a:pt x="14" y="20"/>
                    </a:lnTo>
                    <a:lnTo>
                      <a:pt x="14" y="77"/>
                    </a:lnTo>
                    <a:close/>
                    <a:moveTo>
                      <a:pt x="14" y="14"/>
                    </a:moveTo>
                    <a:lnTo>
                      <a:pt x="0" y="14"/>
                    </a:lnTo>
                    <a:lnTo>
                      <a:pt x="0" y="0"/>
                    </a:lnTo>
                    <a:lnTo>
                      <a:pt x="14" y="0"/>
                    </a:lnTo>
                    <a:lnTo>
                      <a:pt x="14" y="1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60"/>
              <p:cNvSpPr/>
              <p:nvPr/>
            </p:nvSpPr>
            <p:spPr>
              <a:xfrm>
                <a:off x="2041525" y="5743575"/>
                <a:ext cx="31750" cy="36512"/>
              </a:xfrm>
              <a:custGeom>
                <a:rect b="b" l="l" r="r" t="t"/>
                <a:pathLst>
                  <a:path extrusionOk="0" h="59" w="51">
                    <a:moveTo>
                      <a:pt x="51" y="57"/>
                    </a:moveTo>
                    <a:lnTo>
                      <a:pt x="37" y="57"/>
                    </a:lnTo>
                    <a:lnTo>
                      <a:pt x="37" y="52"/>
                    </a:lnTo>
                    <a:cubicBezTo>
                      <a:pt x="34" y="56"/>
                      <a:pt x="29" y="59"/>
                      <a:pt x="23" y="59"/>
                    </a:cubicBezTo>
                    <a:cubicBezTo>
                      <a:pt x="9" y="59"/>
                      <a:pt x="0" y="49"/>
                      <a:pt x="0" y="34"/>
                    </a:cubicBezTo>
                    <a:lnTo>
                      <a:pt x="0" y="0"/>
                    </a:lnTo>
                    <a:lnTo>
                      <a:pt x="15" y="0"/>
                    </a:lnTo>
                    <a:lnTo>
                      <a:pt x="15" y="34"/>
                    </a:lnTo>
                    <a:cubicBezTo>
                      <a:pt x="15" y="37"/>
                      <a:pt x="16" y="45"/>
                      <a:pt x="25" y="45"/>
                    </a:cubicBezTo>
                    <a:cubicBezTo>
                      <a:pt x="32" y="45"/>
                      <a:pt x="36" y="40"/>
                      <a:pt x="36" y="34"/>
                    </a:cubicBezTo>
                    <a:lnTo>
                      <a:pt x="36" y="0"/>
                    </a:lnTo>
                    <a:lnTo>
                      <a:pt x="51" y="0"/>
                    </a:lnTo>
                    <a:lnTo>
                      <a:pt x="51" y="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60"/>
              <p:cNvSpPr/>
              <p:nvPr/>
            </p:nvSpPr>
            <p:spPr>
              <a:xfrm>
                <a:off x="2079625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1" y="38"/>
                      <a:pt x="15" y="45"/>
                      <a:pt x="15" y="55"/>
                    </a:cubicBezTo>
                    <a:cubicBezTo>
                      <a:pt x="15" y="64"/>
                      <a:pt x="21" y="71"/>
                      <a:pt x="30" y="71"/>
                    </a:cubicBezTo>
                    <a:cubicBezTo>
                      <a:pt x="38" y="71"/>
                      <a:pt x="44" y="64"/>
                      <a:pt x="44" y="55"/>
                    </a:cubicBezTo>
                    <a:cubicBezTo>
                      <a:pt x="44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0" y="82"/>
                      <a:pt x="34" y="85"/>
                      <a:pt x="27" y="85"/>
                    </a:cubicBezTo>
                    <a:cubicBezTo>
                      <a:pt x="12" y="85"/>
                      <a:pt x="0" y="72"/>
                      <a:pt x="0" y="55"/>
                    </a:cubicBezTo>
                    <a:cubicBezTo>
                      <a:pt x="0" y="38"/>
                      <a:pt x="12" y="25"/>
                      <a:pt x="27" y="25"/>
                    </a:cubicBezTo>
                    <a:cubicBezTo>
                      <a:pt x="34" y="25"/>
                      <a:pt x="40" y="27"/>
                      <a:pt x="44" y="31"/>
                    </a:cubicBezTo>
                    <a:lnTo>
                      <a:pt x="44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60"/>
              <p:cNvSpPr/>
              <p:nvPr/>
            </p:nvSpPr>
            <p:spPr>
              <a:xfrm>
                <a:off x="2120900" y="5743575"/>
                <a:ext cx="38100" cy="36512"/>
              </a:xfrm>
              <a:custGeom>
                <a:rect b="b" l="l" r="r" t="t"/>
                <a:pathLst>
                  <a:path extrusionOk="0" h="60" w="59">
                    <a:moveTo>
                      <a:pt x="30" y="13"/>
                    </a:moveTo>
                    <a:cubicBezTo>
                      <a:pt x="22" y="13"/>
                      <a:pt x="15" y="20"/>
                      <a:pt x="15" y="30"/>
                    </a:cubicBezTo>
                    <a:cubicBezTo>
                      <a:pt x="15" y="39"/>
                      <a:pt x="22" y="46"/>
                      <a:pt x="30" y="46"/>
                    </a:cubicBezTo>
                    <a:cubicBezTo>
                      <a:pt x="38" y="46"/>
                      <a:pt x="45" y="39"/>
                      <a:pt x="45" y="30"/>
                    </a:cubicBezTo>
                    <a:cubicBezTo>
                      <a:pt x="45" y="21"/>
                      <a:pt x="38" y="13"/>
                      <a:pt x="30" y="13"/>
                    </a:cubicBezTo>
                    <a:close/>
                    <a:moveTo>
                      <a:pt x="59" y="58"/>
                    </a:moveTo>
                    <a:lnTo>
                      <a:pt x="45" y="58"/>
                    </a:lnTo>
                    <a:lnTo>
                      <a:pt x="45" y="52"/>
                    </a:lnTo>
                    <a:cubicBezTo>
                      <a:pt x="41" y="57"/>
                      <a:pt x="35" y="60"/>
                      <a:pt x="28" y="60"/>
                    </a:cubicBezTo>
                    <a:cubicBezTo>
                      <a:pt x="13" y="60"/>
                      <a:pt x="0" y="47"/>
                      <a:pt x="0" y="30"/>
                    </a:cubicBezTo>
                    <a:cubicBezTo>
                      <a:pt x="0" y="13"/>
                      <a:pt x="13" y="0"/>
                      <a:pt x="28" y="0"/>
                    </a:cubicBezTo>
                    <a:cubicBezTo>
                      <a:pt x="35" y="0"/>
                      <a:pt x="41" y="2"/>
                      <a:pt x="45" y="7"/>
                    </a:cubicBezTo>
                    <a:lnTo>
                      <a:pt x="45" y="1"/>
                    </a:lnTo>
                    <a:lnTo>
                      <a:pt x="59" y="1"/>
                    </a:lnTo>
                    <a:lnTo>
                      <a:pt x="59" y="5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60"/>
              <p:cNvSpPr/>
              <p:nvPr/>
            </p:nvSpPr>
            <p:spPr>
              <a:xfrm>
                <a:off x="2163762" y="5727700"/>
                <a:ext cx="36512" cy="52387"/>
              </a:xfrm>
              <a:custGeom>
                <a:rect b="b" l="l" r="r" t="t"/>
                <a:pathLst>
                  <a:path extrusionOk="0" h="85" w="59">
                    <a:moveTo>
                      <a:pt x="30" y="38"/>
                    </a:moveTo>
                    <a:cubicBezTo>
                      <a:pt x="22" y="38"/>
                      <a:pt x="15" y="45"/>
                      <a:pt x="15" y="55"/>
                    </a:cubicBezTo>
                    <a:cubicBezTo>
                      <a:pt x="15" y="64"/>
                      <a:pt x="22" y="71"/>
                      <a:pt x="30" y="71"/>
                    </a:cubicBezTo>
                    <a:cubicBezTo>
                      <a:pt x="38" y="71"/>
                      <a:pt x="45" y="64"/>
                      <a:pt x="45" y="55"/>
                    </a:cubicBezTo>
                    <a:cubicBezTo>
                      <a:pt x="45" y="46"/>
                      <a:pt x="38" y="38"/>
                      <a:pt x="30" y="38"/>
                    </a:cubicBezTo>
                    <a:close/>
                    <a:moveTo>
                      <a:pt x="59" y="83"/>
                    </a:moveTo>
                    <a:lnTo>
                      <a:pt x="45" y="83"/>
                    </a:lnTo>
                    <a:lnTo>
                      <a:pt x="45" y="77"/>
                    </a:lnTo>
                    <a:cubicBezTo>
                      <a:pt x="41" y="82"/>
                      <a:pt x="35" y="85"/>
                      <a:pt x="28" y="85"/>
                    </a:cubicBezTo>
                    <a:cubicBezTo>
                      <a:pt x="13" y="85"/>
                      <a:pt x="0" y="72"/>
                      <a:pt x="0" y="55"/>
                    </a:cubicBezTo>
                    <a:cubicBezTo>
                      <a:pt x="0" y="38"/>
                      <a:pt x="13" y="25"/>
                      <a:pt x="28" y="25"/>
                    </a:cubicBezTo>
                    <a:cubicBezTo>
                      <a:pt x="34" y="25"/>
                      <a:pt x="40" y="27"/>
                      <a:pt x="45" y="31"/>
                    </a:cubicBezTo>
                    <a:lnTo>
                      <a:pt x="45" y="0"/>
                    </a:lnTo>
                    <a:lnTo>
                      <a:pt x="59" y="0"/>
                    </a:lnTo>
                    <a:lnTo>
                      <a:pt x="59" y="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60"/>
              <p:cNvSpPr/>
              <p:nvPr/>
            </p:nvSpPr>
            <p:spPr>
              <a:xfrm>
                <a:off x="1568450" y="5597525"/>
                <a:ext cx="384175" cy="206375"/>
              </a:xfrm>
              <a:custGeom>
                <a:rect b="b" l="l" r="r" t="t"/>
                <a:pathLst>
                  <a:path extrusionOk="0" h="327" w="609">
                    <a:moveTo>
                      <a:pt x="603" y="259"/>
                    </a:moveTo>
                    <a:lnTo>
                      <a:pt x="486" y="33"/>
                    </a:lnTo>
                    <a:cubicBezTo>
                      <a:pt x="476" y="13"/>
                      <a:pt x="455" y="0"/>
                      <a:pt x="432" y="0"/>
                    </a:cubicBezTo>
                    <a:lnTo>
                      <a:pt x="431" y="0"/>
                    </a:lnTo>
                    <a:lnTo>
                      <a:pt x="431" y="0"/>
                    </a:lnTo>
                    <a:cubicBezTo>
                      <a:pt x="408" y="0"/>
                      <a:pt x="387" y="13"/>
                      <a:pt x="377" y="33"/>
                    </a:cubicBezTo>
                    <a:lnTo>
                      <a:pt x="295" y="192"/>
                    </a:lnTo>
                    <a:cubicBezTo>
                      <a:pt x="285" y="176"/>
                      <a:pt x="271" y="163"/>
                      <a:pt x="253" y="156"/>
                    </a:cubicBezTo>
                    <a:cubicBezTo>
                      <a:pt x="273" y="142"/>
                      <a:pt x="286" y="119"/>
                      <a:pt x="286" y="92"/>
                    </a:cubicBezTo>
                    <a:cubicBezTo>
                      <a:pt x="286" y="62"/>
                      <a:pt x="269" y="36"/>
                      <a:pt x="243" y="23"/>
                    </a:cubicBezTo>
                    <a:cubicBezTo>
                      <a:pt x="221" y="11"/>
                      <a:pt x="196" y="4"/>
                      <a:pt x="169" y="4"/>
                    </a:cubicBezTo>
                    <a:lnTo>
                      <a:pt x="46" y="4"/>
                    </a:lnTo>
                    <a:cubicBezTo>
                      <a:pt x="21" y="4"/>
                      <a:pt x="0" y="25"/>
                      <a:pt x="0" y="50"/>
                    </a:cubicBezTo>
                    <a:lnTo>
                      <a:pt x="0" y="279"/>
                    </a:lnTo>
                    <a:cubicBezTo>
                      <a:pt x="0" y="304"/>
                      <a:pt x="21" y="324"/>
                      <a:pt x="46" y="324"/>
                    </a:cubicBezTo>
                    <a:lnTo>
                      <a:pt x="90" y="324"/>
                    </a:lnTo>
                    <a:lnTo>
                      <a:pt x="179" y="324"/>
                    </a:lnTo>
                    <a:cubicBezTo>
                      <a:pt x="204" y="324"/>
                      <a:pt x="229" y="319"/>
                      <a:pt x="251" y="309"/>
                    </a:cubicBezTo>
                    <a:lnTo>
                      <a:pt x="259" y="305"/>
                    </a:lnTo>
                    <a:cubicBezTo>
                      <a:pt x="260" y="305"/>
                      <a:pt x="260" y="305"/>
                      <a:pt x="261" y="305"/>
                    </a:cubicBezTo>
                    <a:cubicBezTo>
                      <a:pt x="269" y="318"/>
                      <a:pt x="283" y="327"/>
                      <a:pt x="300" y="327"/>
                    </a:cubicBezTo>
                    <a:cubicBezTo>
                      <a:pt x="318" y="327"/>
                      <a:pt x="334" y="316"/>
                      <a:pt x="341" y="300"/>
                    </a:cubicBezTo>
                    <a:cubicBezTo>
                      <a:pt x="345" y="292"/>
                      <a:pt x="353" y="286"/>
                      <a:pt x="363" y="285"/>
                    </a:cubicBezTo>
                    <a:lnTo>
                      <a:pt x="500" y="285"/>
                    </a:lnTo>
                    <a:cubicBezTo>
                      <a:pt x="510" y="286"/>
                      <a:pt x="518" y="292"/>
                      <a:pt x="521" y="300"/>
                    </a:cubicBezTo>
                    <a:cubicBezTo>
                      <a:pt x="529" y="316"/>
                      <a:pt x="545" y="327"/>
                      <a:pt x="563" y="327"/>
                    </a:cubicBezTo>
                    <a:cubicBezTo>
                      <a:pt x="588" y="327"/>
                      <a:pt x="609" y="306"/>
                      <a:pt x="609" y="281"/>
                    </a:cubicBezTo>
                    <a:cubicBezTo>
                      <a:pt x="609" y="273"/>
                      <a:pt x="607" y="265"/>
                      <a:pt x="603" y="25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1" name="Google Shape;1131;p60"/>
            <p:cNvGrpSpPr/>
            <p:nvPr/>
          </p:nvGrpSpPr>
          <p:grpSpPr>
            <a:xfrm>
              <a:off x="1508129" y="3780477"/>
              <a:ext cx="19001" cy="214441"/>
              <a:chOff x="2153125" y="3661475"/>
              <a:chExt cx="29400" cy="331850"/>
            </a:xfrm>
          </p:grpSpPr>
          <p:sp>
            <p:nvSpPr>
              <p:cNvPr id="1132" name="Google Shape;1132;p60"/>
              <p:cNvSpPr/>
              <p:nvPr/>
            </p:nvSpPr>
            <p:spPr>
              <a:xfrm>
                <a:off x="2153125" y="39639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0"/>
              <p:cNvSpPr/>
              <p:nvPr/>
            </p:nvSpPr>
            <p:spPr>
              <a:xfrm>
                <a:off x="2153125" y="388822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0"/>
              <p:cNvSpPr/>
              <p:nvPr/>
            </p:nvSpPr>
            <p:spPr>
              <a:xfrm>
                <a:off x="2153125" y="3812713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0"/>
              <p:cNvSpPr/>
              <p:nvPr/>
            </p:nvSpPr>
            <p:spPr>
              <a:xfrm>
                <a:off x="2153125" y="3737100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60"/>
              <p:cNvSpPr/>
              <p:nvPr/>
            </p:nvSpPr>
            <p:spPr>
              <a:xfrm>
                <a:off x="2153125" y="3661475"/>
                <a:ext cx="29400" cy="29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37" name="Google Shape;1137;p60"/>
            <p:cNvGrpSpPr/>
            <p:nvPr/>
          </p:nvGrpSpPr>
          <p:grpSpPr>
            <a:xfrm>
              <a:off x="1837614" y="3792252"/>
              <a:ext cx="1085013" cy="190901"/>
              <a:chOff x="1227454" y="4000569"/>
              <a:chExt cx="3139504" cy="552375"/>
            </a:xfrm>
          </p:grpSpPr>
          <p:sp>
            <p:nvSpPr>
              <p:cNvPr id="1138" name="Google Shape;1138;p60"/>
              <p:cNvSpPr/>
              <p:nvPr/>
            </p:nvSpPr>
            <p:spPr>
              <a:xfrm>
                <a:off x="1798555" y="4187815"/>
                <a:ext cx="149797" cy="184125"/>
              </a:xfrm>
              <a:custGeom>
                <a:rect b="b" l="l" r="r" t="t"/>
                <a:pathLst>
                  <a:path extrusionOk="0" h="354" w="284">
                    <a:moveTo>
                      <a:pt x="162" y="201"/>
                    </a:moveTo>
                    <a:lnTo>
                      <a:pt x="67" y="201"/>
                    </a:lnTo>
                    <a:lnTo>
                      <a:pt x="67" y="292"/>
                    </a:lnTo>
                    <a:lnTo>
                      <a:pt x="163" y="292"/>
                    </a:lnTo>
                    <a:cubicBezTo>
                      <a:pt x="189" y="292"/>
                      <a:pt x="215" y="282"/>
                      <a:pt x="215" y="247"/>
                    </a:cubicBezTo>
                    <a:cubicBezTo>
                      <a:pt x="215" y="218"/>
                      <a:pt x="196" y="201"/>
                      <a:pt x="162" y="201"/>
                    </a:cubicBezTo>
                    <a:close/>
                    <a:moveTo>
                      <a:pt x="67" y="61"/>
                    </a:moveTo>
                    <a:lnTo>
                      <a:pt x="67" y="139"/>
                    </a:lnTo>
                    <a:lnTo>
                      <a:pt x="163" y="139"/>
                    </a:lnTo>
                    <a:cubicBezTo>
                      <a:pt x="186" y="139"/>
                      <a:pt x="204" y="123"/>
                      <a:pt x="204" y="100"/>
                    </a:cubicBezTo>
                    <a:cubicBezTo>
                      <a:pt x="204" y="76"/>
                      <a:pt x="189" y="61"/>
                      <a:pt x="163" y="61"/>
                    </a:cubicBezTo>
                    <a:lnTo>
                      <a:pt x="67" y="61"/>
                    </a:lnTo>
                    <a:close/>
                    <a:moveTo>
                      <a:pt x="172" y="354"/>
                    </a:moveTo>
                    <a:lnTo>
                      <a:pt x="0" y="354"/>
                    </a:lnTo>
                    <a:lnTo>
                      <a:pt x="0" y="0"/>
                    </a:lnTo>
                    <a:lnTo>
                      <a:pt x="163" y="0"/>
                    </a:lnTo>
                    <a:cubicBezTo>
                      <a:pt x="234" y="0"/>
                      <a:pt x="270" y="36"/>
                      <a:pt x="270" y="95"/>
                    </a:cubicBezTo>
                    <a:cubicBezTo>
                      <a:pt x="270" y="125"/>
                      <a:pt x="257" y="149"/>
                      <a:pt x="235" y="165"/>
                    </a:cubicBezTo>
                    <a:cubicBezTo>
                      <a:pt x="265" y="181"/>
                      <a:pt x="284" y="209"/>
                      <a:pt x="284" y="250"/>
                    </a:cubicBezTo>
                    <a:cubicBezTo>
                      <a:pt x="284" y="313"/>
                      <a:pt x="241" y="354"/>
                      <a:pt x="172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60"/>
              <p:cNvSpPr/>
              <p:nvPr/>
            </p:nvSpPr>
            <p:spPr>
              <a:xfrm>
                <a:off x="1960836" y="4234626"/>
                <a:ext cx="124831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2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8" y="0"/>
                    </a:lnTo>
                    <a:lnTo>
                      <a:pt x="68" y="154"/>
                    </a:lnTo>
                    <a:cubicBezTo>
                      <a:pt x="68" y="168"/>
                      <a:pt x="73" y="205"/>
                      <a:pt x="117" y="205"/>
                    </a:cubicBezTo>
                    <a:cubicBezTo>
                      <a:pt x="147" y="205"/>
                      <a:pt x="168" y="183"/>
                      <a:pt x="168" y="154"/>
                    </a:cubicBezTo>
                    <a:lnTo>
                      <a:pt x="168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60"/>
              <p:cNvSpPr/>
              <p:nvPr/>
            </p:nvSpPr>
            <p:spPr>
              <a:xfrm>
                <a:off x="2104392" y="4231506"/>
                <a:ext cx="143555" cy="143555"/>
              </a:xfrm>
              <a:custGeom>
                <a:rect b="b" l="l" r="r" t="t"/>
                <a:pathLst>
                  <a:path extrusionOk="0" h="276" w="277">
                    <a:moveTo>
                      <a:pt x="201" y="110"/>
                    </a:moveTo>
                    <a:cubicBezTo>
                      <a:pt x="192" y="79"/>
                      <a:pt x="167" y="59"/>
                      <a:pt x="135" y="59"/>
                    </a:cubicBezTo>
                    <a:cubicBezTo>
                      <a:pt x="104" y="59"/>
                      <a:pt x="80" y="79"/>
                      <a:pt x="70" y="110"/>
                    </a:cubicBezTo>
                    <a:lnTo>
                      <a:pt x="201" y="110"/>
                    </a:lnTo>
                    <a:close/>
                    <a:moveTo>
                      <a:pt x="69" y="165"/>
                    </a:moveTo>
                    <a:cubicBezTo>
                      <a:pt x="77" y="197"/>
                      <a:pt x="103" y="217"/>
                      <a:pt x="135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1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3" y="0"/>
                      <a:pt x="277" y="61"/>
                      <a:pt x="267" y="165"/>
                    </a:cubicBezTo>
                    <a:lnTo>
                      <a:pt x="69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60"/>
              <p:cNvSpPr/>
              <p:nvPr/>
            </p:nvSpPr>
            <p:spPr>
              <a:xfrm>
                <a:off x="2263553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270"/>
                    </a:moveTo>
                    <a:lnTo>
                      <a:pt x="167" y="270"/>
                    </a:lnTo>
                    <a:lnTo>
                      <a:pt x="167" y="116"/>
                    </a:lnTo>
                    <a:cubicBezTo>
                      <a:pt x="167" y="101"/>
                      <a:pt x="163" y="64"/>
                      <a:pt x="118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2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60"/>
              <p:cNvSpPr/>
              <p:nvPr/>
            </p:nvSpPr>
            <p:spPr>
              <a:xfrm>
                <a:off x="2403986" y="4231506"/>
                <a:ext cx="137314" cy="143555"/>
              </a:xfrm>
              <a:custGeom>
                <a:rect b="b" l="l" r="r" t="t"/>
                <a:pathLst>
                  <a:path extrusionOk="0" h="276" w="265">
                    <a:moveTo>
                      <a:pt x="197" y="139"/>
                    </a:moveTo>
                    <a:cubicBezTo>
                      <a:pt x="197" y="94"/>
                      <a:pt x="168" y="62"/>
                      <a:pt x="133" y="62"/>
                    </a:cubicBezTo>
                    <a:cubicBezTo>
                      <a:pt x="97" y="62"/>
                      <a:pt x="68" y="94"/>
                      <a:pt x="68" y="139"/>
                    </a:cubicBezTo>
                    <a:cubicBezTo>
                      <a:pt x="68" y="184"/>
                      <a:pt x="97" y="214"/>
                      <a:pt x="133" y="214"/>
                    </a:cubicBezTo>
                    <a:cubicBezTo>
                      <a:pt x="168" y="214"/>
                      <a:pt x="197" y="184"/>
                      <a:pt x="197" y="139"/>
                    </a:cubicBezTo>
                    <a:close/>
                    <a:moveTo>
                      <a:pt x="265" y="139"/>
                    </a:moveTo>
                    <a:cubicBezTo>
                      <a:pt x="265" y="217"/>
                      <a:pt x="206" y="276"/>
                      <a:pt x="133" y="276"/>
                    </a:cubicBezTo>
                    <a:cubicBezTo>
                      <a:pt x="60" y="276"/>
                      <a:pt x="0" y="217"/>
                      <a:pt x="0" y="139"/>
                    </a:cubicBezTo>
                    <a:cubicBezTo>
                      <a:pt x="0" y="60"/>
                      <a:pt x="60" y="0"/>
                      <a:pt x="133" y="0"/>
                    </a:cubicBezTo>
                    <a:cubicBezTo>
                      <a:pt x="206" y="0"/>
                      <a:pt x="265" y="60"/>
                      <a:pt x="265" y="13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60"/>
              <p:cNvSpPr/>
              <p:nvPr/>
            </p:nvSpPr>
            <p:spPr>
              <a:xfrm>
                <a:off x="2550664" y="4231506"/>
                <a:ext cx="12795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8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60"/>
              <p:cNvSpPr/>
              <p:nvPr/>
            </p:nvSpPr>
            <p:spPr>
              <a:xfrm>
                <a:off x="2759755" y="4187815"/>
                <a:ext cx="174763" cy="184125"/>
              </a:xfrm>
              <a:custGeom>
                <a:rect b="b" l="l" r="r" t="t"/>
                <a:pathLst>
                  <a:path extrusionOk="0" h="354" w="332">
                    <a:moveTo>
                      <a:pt x="166" y="75"/>
                    </a:moveTo>
                    <a:lnTo>
                      <a:pt x="116" y="220"/>
                    </a:lnTo>
                    <a:lnTo>
                      <a:pt x="216" y="220"/>
                    </a:lnTo>
                    <a:lnTo>
                      <a:pt x="166" y="75"/>
                    </a:lnTo>
                    <a:close/>
                    <a:moveTo>
                      <a:pt x="96" y="283"/>
                    </a:moveTo>
                    <a:lnTo>
                      <a:pt x="72" y="354"/>
                    </a:lnTo>
                    <a:lnTo>
                      <a:pt x="0" y="354"/>
                    </a:lnTo>
                    <a:lnTo>
                      <a:pt x="124" y="0"/>
                    </a:lnTo>
                    <a:lnTo>
                      <a:pt x="209" y="0"/>
                    </a:lnTo>
                    <a:lnTo>
                      <a:pt x="332" y="354"/>
                    </a:lnTo>
                    <a:lnTo>
                      <a:pt x="261" y="354"/>
                    </a:lnTo>
                    <a:lnTo>
                      <a:pt x="237" y="283"/>
                    </a:lnTo>
                    <a:lnTo>
                      <a:pt x="96" y="2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60"/>
              <p:cNvSpPr/>
              <p:nvPr/>
            </p:nvSpPr>
            <p:spPr>
              <a:xfrm>
                <a:off x="2947002" y="4187815"/>
                <a:ext cx="37449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60"/>
              <p:cNvSpPr/>
              <p:nvPr/>
            </p:nvSpPr>
            <p:spPr>
              <a:xfrm>
                <a:off x="3012539" y="4231506"/>
                <a:ext cx="121709" cy="140434"/>
              </a:xfrm>
              <a:custGeom>
                <a:rect b="b" l="l" r="r" t="t"/>
                <a:pathLst>
                  <a:path extrusionOk="0" h="270" w="235">
                    <a:moveTo>
                      <a:pt x="235" y="129"/>
                    </a:moveTo>
                    <a:lnTo>
                      <a:pt x="168" y="129"/>
                    </a:lnTo>
                    <a:lnTo>
                      <a:pt x="168" y="116"/>
                    </a:lnTo>
                    <a:cubicBezTo>
                      <a:pt x="168" y="101"/>
                      <a:pt x="163" y="64"/>
                      <a:pt x="119" y="64"/>
                    </a:cubicBezTo>
                    <a:cubicBezTo>
                      <a:pt x="88" y="64"/>
                      <a:pt x="67" y="87"/>
                      <a:pt x="67" y="116"/>
                    </a:cubicBezTo>
                    <a:lnTo>
                      <a:pt x="67" y="270"/>
                    </a:lnTo>
                    <a:lnTo>
                      <a:pt x="0" y="270"/>
                    </a:lnTo>
                    <a:lnTo>
                      <a:pt x="0" y="7"/>
                    </a:lnTo>
                    <a:lnTo>
                      <a:pt x="64" y="7"/>
                    </a:lnTo>
                    <a:lnTo>
                      <a:pt x="64" y="32"/>
                    </a:lnTo>
                    <a:cubicBezTo>
                      <a:pt x="81" y="13"/>
                      <a:pt x="104" y="0"/>
                      <a:pt x="132" y="0"/>
                    </a:cubicBezTo>
                    <a:cubicBezTo>
                      <a:pt x="194" y="0"/>
                      <a:pt x="235" y="47"/>
                      <a:pt x="235" y="116"/>
                    </a:cubicBezTo>
                    <a:lnTo>
                      <a:pt x="235" y="1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60"/>
              <p:cNvSpPr/>
              <p:nvPr/>
            </p:nvSpPr>
            <p:spPr>
              <a:xfrm>
                <a:off x="3143612" y="4231506"/>
                <a:ext cx="146676" cy="143555"/>
              </a:xfrm>
              <a:custGeom>
                <a:rect b="b" l="l" r="r" t="t"/>
                <a:pathLst>
                  <a:path extrusionOk="0" h="276" w="277">
                    <a:moveTo>
                      <a:pt x="200" y="110"/>
                    </a:moveTo>
                    <a:cubicBezTo>
                      <a:pt x="192" y="79"/>
                      <a:pt x="166" y="59"/>
                      <a:pt x="134" y="59"/>
                    </a:cubicBezTo>
                    <a:cubicBezTo>
                      <a:pt x="104" y="59"/>
                      <a:pt x="79" y="79"/>
                      <a:pt x="69" y="110"/>
                    </a:cubicBezTo>
                    <a:lnTo>
                      <a:pt x="200" y="110"/>
                    </a:lnTo>
                    <a:close/>
                    <a:moveTo>
                      <a:pt x="68" y="165"/>
                    </a:moveTo>
                    <a:cubicBezTo>
                      <a:pt x="77" y="197"/>
                      <a:pt x="103" y="217"/>
                      <a:pt x="134" y="217"/>
                    </a:cubicBezTo>
                    <a:cubicBezTo>
                      <a:pt x="157" y="217"/>
                      <a:pt x="179" y="207"/>
                      <a:pt x="190" y="186"/>
                    </a:cubicBezTo>
                    <a:lnTo>
                      <a:pt x="262" y="186"/>
                    </a:lnTo>
                    <a:cubicBezTo>
                      <a:pt x="247" y="240"/>
                      <a:pt x="200" y="276"/>
                      <a:pt x="135" y="276"/>
                    </a:cubicBezTo>
                    <a:cubicBezTo>
                      <a:pt x="61" y="276"/>
                      <a:pt x="0" y="215"/>
                      <a:pt x="0" y="139"/>
                    </a:cubicBezTo>
                    <a:cubicBezTo>
                      <a:pt x="0" y="63"/>
                      <a:pt x="61" y="0"/>
                      <a:pt x="135" y="0"/>
                    </a:cubicBezTo>
                    <a:cubicBezTo>
                      <a:pt x="212" y="0"/>
                      <a:pt x="277" y="61"/>
                      <a:pt x="267" y="165"/>
                    </a:cubicBezTo>
                    <a:lnTo>
                      <a:pt x="68" y="1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60"/>
              <p:cNvSpPr/>
              <p:nvPr/>
            </p:nvSpPr>
            <p:spPr>
              <a:xfrm>
                <a:off x="3293410" y="4231506"/>
                <a:ext cx="124831" cy="143555"/>
              </a:xfrm>
              <a:custGeom>
                <a:rect b="b" l="l" r="r" t="t"/>
                <a:pathLst>
                  <a:path extrusionOk="0" h="276" w="240">
                    <a:moveTo>
                      <a:pt x="125" y="276"/>
                    </a:moveTo>
                    <a:cubicBezTo>
                      <a:pt x="58" y="276"/>
                      <a:pt x="9" y="241"/>
                      <a:pt x="0" y="184"/>
                    </a:cubicBezTo>
                    <a:lnTo>
                      <a:pt x="69" y="184"/>
                    </a:lnTo>
                    <a:cubicBezTo>
                      <a:pt x="78" y="207"/>
                      <a:pt x="105" y="215"/>
                      <a:pt x="125" y="215"/>
                    </a:cubicBezTo>
                    <a:cubicBezTo>
                      <a:pt x="152" y="215"/>
                      <a:pt x="172" y="207"/>
                      <a:pt x="172" y="191"/>
                    </a:cubicBezTo>
                    <a:cubicBezTo>
                      <a:pt x="172" y="176"/>
                      <a:pt x="163" y="170"/>
                      <a:pt x="117" y="163"/>
                    </a:cubicBezTo>
                    <a:cubicBezTo>
                      <a:pt x="70" y="156"/>
                      <a:pt x="7" y="143"/>
                      <a:pt x="7" y="85"/>
                    </a:cubicBezTo>
                    <a:cubicBezTo>
                      <a:pt x="7" y="43"/>
                      <a:pt x="44" y="0"/>
                      <a:pt x="120" y="0"/>
                    </a:cubicBezTo>
                    <a:cubicBezTo>
                      <a:pt x="180" y="0"/>
                      <a:pt x="225" y="33"/>
                      <a:pt x="234" y="82"/>
                    </a:cubicBezTo>
                    <a:lnTo>
                      <a:pt x="164" y="82"/>
                    </a:lnTo>
                    <a:cubicBezTo>
                      <a:pt x="160" y="70"/>
                      <a:pt x="145" y="61"/>
                      <a:pt x="120" y="61"/>
                    </a:cubicBezTo>
                    <a:cubicBezTo>
                      <a:pt x="89" y="61"/>
                      <a:pt x="76" y="72"/>
                      <a:pt x="76" y="81"/>
                    </a:cubicBezTo>
                    <a:cubicBezTo>
                      <a:pt x="76" y="95"/>
                      <a:pt x="95" y="100"/>
                      <a:pt x="128" y="105"/>
                    </a:cubicBezTo>
                    <a:cubicBezTo>
                      <a:pt x="193" y="116"/>
                      <a:pt x="240" y="130"/>
                      <a:pt x="240" y="187"/>
                    </a:cubicBezTo>
                    <a:cubicBezTo>
                      <a:pt x="240" y="239"/>
                      <a:pt x="192" y="276"/>
                      <a:pt x="125" y="27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60"/>
              <p:cNvSpPr/>
              <p:nvPr/>
            </p:nvSpPr>
            <p:spPr>
              <a:xfrm>
                <a:off x="3508742" y="4181574"/>
                <a:ext cx="174764" cy="193488"/>
              </a:xfrm>
              <a:custGeom>
                <a:rect b="b" l="l" r="r" t="t"/>
                <a:pathLst>
                  <a:path extrusionOk="0" h="370" w="333">
                    <a:moveTo>
                      <a:pt x="172" y="370"/>
                    </a:moveTo>
                    <a:cubicBezTo>
                      <a:pt x="75" y="370"/>
                      <a:pt x="0" y="289"/>
                      <a:pt x="0" y="185"/>
                    </a:cubicBezTo>
                    <a:cubicBezTo>
                      <a:pt x="0" y="81"/>
                      <a:pt x="75" y="0"/>
                      <a:pt x="172" y="0"/>
                    </a:cubicBezTo>
                    <a:cubicBezTo>
                      <a:pt x="252" y="0"/>
                      <a:pt x="311" y="46"/>
                      <a:pt x="333" y="118"/>
                    </a:cubicBezTo>
                    <a:lnTo>
                      <a:pt x="260" y="118"/>
                    </a:lnTo>
                    <a:cubicBezTo>
                      <a:pt x="244" y="86"/>
                      <a:pt x="213" y="62"/>
                      <a:pt x="172" y="62"/>
                    </a:cubicBezTo>
                    <a:cubicBezTo>
                      <a:pt x="114" y="62"/>
                      <a:pt x="68" y="118"/>
                      <a:pt x="68" y="185"/>
                    </a:cubicBezTo>
                    <a:cubicBezTo>
                      <a:pt x="68" y="253"/>
                      <a:pt x="114" y="309"/>
                      <a:pt x="172" y="309"/>
                    </a:cubicBezTo>
                    <a:cubicBezTo>
                      <a:pt x="212" y="309"/>
                      <a:pt x="244" y="284"/>
                      <a:pt x="260" y="252"/>
                    </a:cubicBezTo>
                    <a:lnTo>
                      <a:pt x="333" y="252"/>
                    </a:lnTo>
                    <a:cubicBezTo>
                      <a:pt x="310" y="324"/>
                      <a:pt x="251" y="370"/>
                      <a:pt x="172" y="3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60"/>
              <p:cNvSpPr/>
              <p:nvPr/>
            </p:nvSpPr>
            <p:spPr>
              <a:xfrm>
                <a:off x="3702230" y="4187815"/>
                <a:ext cx="34328" cy="184125"/>
              </a:xfrm>
              <a:custGeom>
                <a:rect b="b" l="l" r="r" t="t"/>
                <a:pathLst>
                  <a:path extrusionOk="0" h="354" w="67">
                    <a:moveTo>
                      <a:pt x="67" y="354"/>
                    </a:moveTo>
                    <a:lnTo>
                      <a:pt x="0" y="354"/>
                    </a:lnTo>
                    <a:lnTo>
                      <a:pt x="0" y="91"/>
                    </a:lnTo>
                    <a:lnTo>
                      <a:pt x="67" y="91"/>
                    </a:lnTo>
                    <a:lnTo>
                      <a:pt x="67" y="354"/>
                    </a:lnTo>
                    <a:close/>
                    <a:moveTo>
                      <a:pt x="67" y="62"/>
                    </a:moveTo>
                    <a:lnTo>
                      <a:pt x="0" y="62"/>
                    </a:lnTo>
                    <a:lnTo>
                      <a:pt x="0" y="0"/>
                    </a:lnTo>
                    <a:lnTo>
                      <a:pt x="67" y="0"/>
                    </a:lnTo>
                    <a:lnTo>
                      <a:pt x="67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60"/>
              <p:cNvSpPr/>
              <p:nvPr/>
            </p:nvSpPr>
            <p:spPr>
              <a:xfrm>
                <a:off x="3761526" y="4234626"/>
                <a:ext cx="121709" cy="140434"/>
              </a:xfrm>
              <a:custGeom>
                <a:rect b="b" l="l" r="r" t="t"/>
                <a:pathLst>
                  <a:path extrusionOk="0" h="269" w="235">
                    <a:moveTo>
                      <a:pt x="235" y="263"/>
                    </a:moveTo>
                    <a:lnTo>
                      <a:pt x="171" y="263"/>
                    </a:lnTo>
                    <a:lnTo>
                      <a:pt x="171" y="239"/>
                    </a:lnTo>
                    <a:cubicBezTo>
                      <a:pt x="154" y="258"/>
                      <a:pt x="131" y="269"/>
                      <a:pt x="104" y="269"/>
                    </a:cubicBezTo>
                    <a:cubicBezTo>
                      <a:pt x="41" y="269"/>
                      <a:pt x="0" y="223"/>
                      <a:pt x="0" y="154"/>
                    </a:cubicBezTo>
                    <a:lnTo>
                      <a:pt x="0" y="0"/>
                    </a:lnTo>
                    <a:lnTo>
                      <a:pt x="67" y="0"/>
                    </a:lnTo>
                    <a:lnTo>
                      <a:pt x="67" y="154"/>
                    </a:lnTo>
                    <a:cubicBezTo>
                      <a:pt x="67" y="168"/>
                      <a:pt x="72" y="205"/>
                      <a:pt x="116" y="205"/>
                    </a:cubicBezTo>
                    <a:cubicBezTo>
                      <a:pt x="147" y="205"/>
                      <a:pt x="167" y="183"/>
                      <a:pt x="167" y="154"/>
                    </a:cubicBezTo>
                    <a:lnTo>
                      <a:pt x="167" y="0"/>
                    </a:lnTo>
                    <a:lnTo>
                      <a:pt x="235" y="0"/>
                    </a:lnTo>
                    <a:lnTo>
                      <a:pt x="235" y="2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60"/>
              <p:cNvSpPr/>
              <p:nvPr/>
            </p:nvSpPr>
            <p:spPr>
              <a:xfrm>
                <a:off x="3901960" y="4175332"/>
                <a:ext cx="143556" cy="199730"/>
              </a:xfrm>
              <a:custGeom>
                <a:rect b="b" l="l" r="r" t="t"/>
                <a:pathLst>
                  <a:path extrusionOk="0" h="386" w="270">
                    <a:moveTo>
                      <a:pt x="135" y="174"/>
                    </a:moveTo>
                    <a:cubicBezTo>
                      <a:pt x="98" y="174"/>
                      <a:pt x="68" y="206"/>
                      <a:pt x="68" y="249"/>
                    </a:cubicBezTo>
                    <a:cubicBezTo>
                      <a:pt x="68" y="291"/>
                      <a:pt x="98" y="323"/>
                      <a:pt x="135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5" y="174"/>
                    </a:cubicBezTo>
                    <a:close/>
                    <a:moveTo>
                      <a:pt x="270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7" y="386"/>
                      <a:pt x="125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5" y="111"/>
                    </a:cubicBezTo>
                    <a:cubicBezTo>
                      <a:pt x="156" y="111"/>
                      <a:pt x="182" y="123"/>
                      <a:pt x="203" y="142"/>
                    </a:cubicBezTo>
                    <a:lnTo>
                      <a:pt x="203" y="0"/>
                    </a:lnTo>
                    <a:lnTo>
                      <a:pt x="270" y="0"/>
                    </a:lnTo>
                    <a:lnTo>
                      <a:pt x="270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60"/>
              <p:cNvSpPr/>
              <p:nvPr/>
            </p:nvSpPr>
            <p:spPr>
              <a:xfrm>
                <a:off x="4064241" y="4231506"/>
                <a:ext cx="140434" cy="143556"/>
              </a:xfrm>
              <a:custGeom>
                <a:rect b="b" l="l" r="r" t="t"/>
                <a:pathLst>
                  <a:path extrusionOk="0" h="275" w="270">
                    <a:moveTo>
                      <a:pt x="135" y="63"/>
                    </a:moveTo>
                    <a:cubicBezTo>
                      <a:pt x="98" y="63"/>
                      <a:pt x="68" y="95"/>
                      <a:pt x="68" y="138"/>
                    </a:cubicBezTo>
                    <a:cubicBezTo>
                      <a:pt x="68" y="180"/>
                      <a:pt x="98" y="212"/>
                      <a:pt x="135" y="212"/>
                    </a:cubicBezTo>
                    <a:cubicBezTo>
                      <a:pt x="173" y="212"/>
                      <a:pt x="203" y="179"/>
                      <a:pt x="203" y="138"/>
                    </a:cubicBezTo>
                    <a:cubicBezTo>
                      <a:pt x="203" y="96"/>
                      <a:pt x="173" y="63"/>
                      <a:pt x="135" y="63"/>
                    </a:cubicBezTo>
                    <a:close/>
                    <a:moveTo>
                      <a:pt x="270" y="269"/>
                    </a:moveTo>
                    <a:lnTo>
                      <a:pt x="206" y="269"/>
                    </a:lnTo>
                    <a:lnTo>
                      <a:pt x="206" y="241"/>
                    </a:lnTo>
                    <a:cubicBezTo>
                      <a:pt x="185" y="262"/>
                      <a:pt x="157" y="275"/>
                      <a:pt x="125" y="275"/>
                    </a:cubicBezTo>
                    <a:cubicBezTo>
                      <a:pt x="57" y="275"/>
                      <a:pt x="0" y="215"/>
                      <a:pt x="0" y="138"/>
                    </a:cubicBezTo>
                    <a:cubicBezTo>
                      <a:pt x="0" y="60"/>
                      <a:pt x="57" y="0"/>
                      <a:pt x="125" y="0"/>
                    </a:cubicBezTo>
                    <a:cubicBezTo>
                      <a:pt x="157" y="0"/>
                      <a:pt x="185" y="13"/>
                      <a:pt x="206" y="34"/>
                    </a:cubicBezTo>
                    <a:lnTo>
                      <a:pt x="206" y="6"/>
                    </a:lnTo>
                    <a:lnTo>
                      <a:pt x="270" y="6"/>
                    </a:lnTo>
                    <a:lnTo>
                      <a:pt x="270" y="26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60"/>
              <p:cNvSpPr/>
              <p:nvPr/>
            </p:nvSpPr>
            <p:spPr>
              <a:xfrm>
                <a:off x="4223402" y="4175332"/>
                <a:ext cx="143556" cy="199730"/>
              </a:xfrm>
              <a:custGeom>
                <a:rect b="b" l="l" r="r" t="t"/>
                <a:pathLst>
                  <a:path extrusionOk="0" h="386" w="271">
                    <a:moveTo>
                      <a:pt x="136" y="174"/>
                    </a:moveTo>
                    <a:cubicBezTo>
                      <a:pt x="99" y="174"/>
                      <a:pt x="68" y="206"/>
                      <a:pt x="68" y="249"/>
                    </a:cubicBezTo>
                    <a:cubicBezTo>
                      <a:pt x="68" y="291"/>
                      <a:pt x="99" y="323"/>
                      <a:pt x="136" y="323"/>
                    </a:cubicBezTo>
                    <a:cubicBezTo>
                      <a:pt x="173" y="323"/>
                      <a:pt x="203" y="290"/>
                      <a:pt x="203" y="249"/>
                    </a:cubicBezTo>
                    <a:cubicBezTo>
                      <a:pt x="203" y="207"/>
                      <a:pt x="173" y="174"/>
                      <a:pt x="136" y="174"/>
                    </a:cubicBezTo>
                    <a:close/>
                    <a:moveTo>
                      <a:pt x="271" y="380"/>
                    </a:moveTo>
                    <a:lnTo>
                      <a:pt x="206" y="380"/>
                    </a:lnTo>
                    <a:lnTo>
                      <a:pt x="206" y="352"/>
                    </a:lnTo>
                    <a:cubicBezTo>
                      <a:pt x="185" y="373"/>
                      <a:pt x="158" y="386"/>
                      <a:pt x="126" y="386"/>
                    </a:cubicBezTo>
                    <a:cubicBezTo>
                      <a:pt x="57" y="386"/>
                      <a:pt x="0" y="326"/>
                      <a:pt x="0" y="249"/>
                    </a:cubicBezTo>
                    <a:cubicBezTo>
                      <a:pt x="0" y="171"/>
                      <a:pt x="57" y="111"/>
                      <a:pt x="126" y="111"/>
                    </a:cubicBezTo>
                    <a:cubicBezTo>
                      <a:pt x="156" y="111"/>
                      <a:pt x="183" y="123"/>
                      <a:pt x="203" y="142"/>
                    </a:cubicBezTo>
                    <a:lnTo>
                      <a:pt x="203" y="0"/>
                    </a:lnTo>
                    <a:lnTo>
                      <a:pt x="271" y="0"/>
                    </a:lnTo>
                    <a:lnTo>
                      <a:pt x="271" y="38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60"/>
              <p:cNvSpPr/>
              <p:nvPr/>
            </p:nvSpPr>
            <p:spPr>
              <a:xfrm>
                <a:off x="1452150" y="4091070"/>
                <a:ext cx="6600" cy="3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60"/>
              <p:cNvSpPr/>
              <p:nvPr/>
            </p:nvSpPr>
            <p:spPr>
              <a:xfrm>
                <a:off x="1317956" y="4078587"/>
                <a:ext cx="274629" cy="156040"/>
              </a:xfrm>
              <a:custGeom>
                <a:rect b="b" l="l" r="r" t="t"/>
                <a:pathLst>
                  <a:path extrusionOk="0" h="298" w="523">
                    <a:moveTo>
                      <a:pt x="474" y="128"/>
                    </a:moveTo>
                    <a:cubicBezTo>
                      <a:pt x="460" y="136"/>
                      <a:pt x="448" y="139"/>
                      <a:pt x="437" y="139"/>
                    </a:cubicBezTo>
                    <a:lnTo>
                      <a:pt x="436" y="139"/>
                    </a:lnTo>
                    <a:cubicBezTo>
                      <a:pt x="428" y="139"/>
                      <a:pt x="421" y="138"/>
                      <a:pt x="414" y="137"/>
                    </a:cubicBezTo>
                    <a:cubicBezTo>
                      <a:pt x="407" y="136"/>
                      <a:pt x="401" y="135"/>
                      <a:pt x="395" y="135"/>
                    </a:cubicBezTo>
                    <a:cubicBezTo>
                      <a:pt x="379" y="134"/>
                      <a:pt x="367" y="137"/>
                      <a:pt x="357" y="143"/>
                    </a:cubicBezTo>
                    <a:cubicBezTo>
                      <a:pt x="350" y="147"/>
                      <a:pt x="345" y="152"/>
                      <a:pt x="341" y="158"/>
                    </a:cubicBezTo>
                    <a:cubicBezTo>
                      <a:pt x="337" y="162"/>
                      <a:pt x="334" y="166"/>
                      <a:pt x="330" y="170"/>
                    </a:cubicBezTo>
                    <a:cubicBezTo>
                      <a:pt x="329" y="171"/>
                      <a:pt x="327" y="172"/>
                      <a:pt x="325" y="172"/>
                    </a:cubicBezTo>
                    <a:lnTo>
                      <a:pt x="325" y="172"/>
                    </a:lnTo>
                    <a:cubicBezTo>
                      <a:pt x="323" y="172"/>
                      <a:pt x="323" y="171"/>
                      <a:pt x="323" y="168"/>
                    </a:cubicBezTo>
                    <a:lnTo>
                      <a:pt x="323" y="167"/>
                    </a:lnTo>
                    <a:cubicBezTo>
                      <a:pt x="323" y="161"/>
                      <a:pt x="322" y="155"/>
                      <a:pt x="321" y="149"/>
                    </a:cubicBezTo>
                    <a:lnTo>
                      <a:pt x="321" y="146"/>
                    </a:lnTo>
                    <a:cubicBezTo>
                      <a:pt x="320" y="136"/>
                      <a:pt x="318" y="125"/>
                      <a:pt x="316" y="115"/>
                    </a:cubicBezTo>
                    <a:cubicBezTo>
                      <a:pt x="315" y="113"/>
                      <a:pt x="315" y="111"/>
                      <a:pt x="314" y="109"/>
                    </a:cubicBezTo>
                    <a:cubicBezTo>
                      <a:pt x="311" y="100"/>
                      <a:pt x="308" y="88"/>
                      <a:pt x="315" y="83"/>
                    </a:cubicBezTo>
                    <a:cubicBezTo>
                      <a:pt x="319" y="79"/>
                      <a:pt x="326" y="78"/>
                      <a:pt x="331" y="78"/>
                    </a:cubicBezTo>
                    <a:cubicBezTo>
                      <a:pt x="331" y="78"/>
                      <a:pt x="336" y="78"/>
                      <a:pt x="343" y="77"/>
                    </a:cubicBezTo>
                    <a:lnTo>
                      <a:pt x="345" y="77"/>
                    </a:lnTo>
                    <a:cubicBezTo>
                      <a:pt x="351" y="77"/>
                      <a:pt x="358" y="78"/>
                      <a:pt x="365" y="79"/>
                    </a:cubicBezTo>
                    <a:cubicBezTo>
                      <a:pt x="377" y="80"/>
                      <a:pt x="391" y="84"/>
                      <a:pt x="406" y="89"/>
                    </a:cubicBezTo>
                    <a:cubicBezTo>
                      <a:pt x="415" y="92"/>
                      <a:pt x="423" y="95"/>
                      <a:pt x="432" y="98"/>
                    </a:cubicBezTo>
                    <a:cubicBezTo>
                      <a:pt x="451" y="105"/>
                      <a:pt x="471" y="113"/>
                      <a:pt x="491" y="116"/>
                    </a:cubicBezTo>
                    <a:cubicBezTo>
                      <a:pt x="485" y="121"/>
                      <a:pt x="479" y="125"/>
                      <a:pt x="474" y="128"/>
                    </a:cubicBezTo>
                    <a:moveTo>
                      <a:pt x="305" y="180"/>
                    </a:moveTo>
                    <a:cubicBezTo>
                      <a:pt x="304" y="191"/>
                      <a:pt x="299" y="201"/>
                      <a:pt x="292" y="208"/>
                    </a:cubicBezTo>
                    <a:cubicBezTo>
                      <a:pt x="286" y="213"/>
                      <a:pt x="279" y="215"/>
                      <a:pt x="270" y="215"/>
                    </a:cubicBezTo>
                    <a:lnTo>
                      <a:pt x="265" y="215"/>
                    </a:lnTo>
                    <a:cubicBezTo>
                      <a:pt x="264" y="215"/>
                      <a:pt x="262" y="214"/>
                      <a:pt x="260" y="214"/>
                    </a:cubicBezTo>
                    <a:cubicBezTo>
                      <a:pt x="254" y="214"/>
                      <a:pt x="250" y="216"/>
                      <a:pt x="246" y="220"/>
                    </a:cubicBezTo>
                    <a:cubicBezTo>
                      <a:pt x="235" y="231"/>
                      <a:pt x="235" y="256"/>
                      <a:pt x="235" y="272"/>
                    </a:cubicBezTo>
                    <a:lnTo>
                      <a:pt x="235" y="277"/>
                    </a:lnTo>
                    <a:lnTo>
                      <a:pt x="234" y="276"/>
                    </a:lnTo>
                    <a:cubicBezTo>
                      <a:pt x="220" y="263"/>
                      <a:pt x="207" y="251"/>
                      <a:pt x="188" y="248"/>
                    </a:cubicBezTo>
                    <a:cubicBezTo>
                      <a:pt x="185" y="247"/>
                      <a:pt x="182" y="247"/>
                      <a:pt x="178" y="247"/>
                    </a:cubicBezTo>
                    <a:cubicBezTo>
                      <a:pt x="172" y="247"/>
                      <a:pt x="166" y="248"/>
                      <a:pt x="160" y="250"/>
                    </a:cubicBezTo>
                    <a:cubicBezTo>
                      <a:pt x="154" y="251"/>
                      <a:pt x="149" y="253"/>
                      <a:pt x="145" y="255"/>
                    </a:cubicBezTo>
                    <a:cubicBezTo>
                      <a:pt x="143" y="256"/>
                      <a:pt x="141" y="257"/>
                      <a:pt x="139" y="258"/>
                    </a:cubicBezTo>
                    <a:cubicBezTo>
                      <a:pt x="136" y="259"/>
                      <a:pt x="133" y="260"/>
                      <a:pt x="131" y="260"/>
                    </a:cubicBezTo>
                    <a:cubicBezTo>
                      <a:pt x="131" y="260"/>
                      <a:pt x="130" y="260"/>
                      <a:pt x="130" y="260"/>
                    </a:cubicBezTo>
                    <a:cubicBezTo>
                      <a:pt x="130" y="259"/>
                      <a:pt x="130" y="259"/>
                      <a:pt x="130" y="258"/>
                    </a:cubicBezTo>
                    <a:cubicBezTo>
                      <a:pt x="132" y="252"/>
                      <a:pt x="139" y="247"/>
                      <a:pt x="145" y="243"/>
                    </a:cubicBezTo>
                    <a:lnTo>
                      <a:pt x="146" y="242"/>
                    </a:lnTo>
                    <a:cubicBezTo>
                      <a:pt x="161" y="233"/>
                      <a:pt x="175" y="223"/>
                      <a:pt x="188" y="212"/>
                    </a:cubicBezTo>
                    <a:cubicBezTo>
                      <a:pt x="213" y="193"/>
                      <a:pt x="240" y="169"/>
                      <a:pt x="253" y="137"/>
                    </a:cubicBezTo>
                    <a:cubicBezTo>
                      <a:pt x="261" y="119"/>
                      <a:pt x="264" y="98"/>
                      <a:pt x="263" y="76"/>
                    </a:cubicBezTo>
                    <a:lnTo>
                      <a:pt x="263" y="75"/>
                    </a:lnTo>
                    <a:cubicBezTo>
                      <a:pt x="262" y="66"/>
                      <a:pt x="261" y="57"/>
                      <a:pt x="258" y="49"/>
                    </a:cubicBezTo>
                    <a:cubicBezTo>
                      <a:pt x="255" y="42"/>
                      <a:pt x="250" y="39"/>
                      <a:pt x="244" y="36"/>
                    </a:cubicBezTo>
                    <a:cubicBezTo>
                      <a:pt x="243" y="35"/>
                      <a:pt x="242" y="35"/>
                      <a:pt x="241" y="34"/>
                    </a:cubicBezTo>
                    <a:cubicBezTo>
                      <a:pt x="244" y="29"/>
                      <a:pt x="251" y="17"/>
                      <a:pt x="259" y="17"/>
                    </a:cubicBezTo>
                    <a:cubicBezTo>
                      <a:pt x="262" y="17"/>
                      <a:pt x="266" y="19"/>
                      <a:pt x="268" y="22"/>
                    </a:cubicBezTo>
                    <a:cubicBezTo>
                      <a:pt x="278" y="36"/>
                      <a:pt x="283" y="52"/>
                      <a:pt x="287" y="66"/>
                    </a:cubicBezTo>
                    <a:cubicBezTo>
                      <a:pt x="287" y="69"/>
                      <a:pt x="288" y="71"/>
                      <a:pt x="289" y="74"/>
                    </a:cubicBezTo>
                    <a:cubicBezTo>
                      <a:pt x="297" y="101"/>
                      <a:pt x="310" y="147"/>
                      <a:pt x="305" y="180"/>
                    </a:cubicBezTo>
                    <a:moveTo>
                      <a:pt x="172" y="160"/>
                    </a:moveTo>
                    <a:cubicBezTo>
                      <a:pt x="168" y="154"/>
                      <a:pt x="164" y="147"/>
                      <a:pt x="159" y="141"/>
                    </a:cubicBezTo>
                    <a:cubicBezTo>
                      <a:pt x="147" y="127"/>
                      <a:pt x="132" y="121"/>
                      <a:pt x="109" y="121"/>
                    </a:cubicBezTo>
                    <a:cubicBezTo>
                      <a:pt x="100" y="121"/>
                      <a:pt x="90" y="122"/>
                      <a:pt x="80" y="123"/>
                    </a:cubicBezTo>
                    <a:cubicBezTo>
                      <a:pt x="70" y="124"/>
                      <a:pt x="61" y="125"/>
                      <a:pt x="51" y="125"/>
                    </a:cubicBezTo>
                    <a:cubicBezTo>
                      <a:pt x="46" y="125"/>
                      <a:pt x="42" y="125"/>
                      <a:pt x="38" y="124"/>
                    </a:cubicBezTo>
                    <a:cubicBezTo>
                      <a:pt x="54" y="119"/>
                      <a:pt x="70" y="111"/>
                      <a:pt x="85" y="104"/>
                    </a:cubicBezTo>
                    <a:cubicBezTo>
                      <a:pt x="102" y="96"/>
                      <a:pt x="119" y="88"/>
                      <a:pt x="136" y="83"/>
                    </a:cubicBezTo>
                    <a:cubicBezTo>
                      <a:pt x="147" y="79"/>
                      <a:pt x="159" y="77"/>
                      <a:pt x="170" y="77"/>
                    </a:cubicBezTo>
                    <a:cubicBezTo>
                      <a:pt x="191" y="77"/>
                      <a:pt x="211" y="83"/>
                      <a:pt x="227" y="94"/>
                    </a:cubicBezTo>
                    <a:cubicBezTo>
                      <a:pt x="240" y="102"/>
                      <a:pt x="244" y="112"/>
                      <a:pt x="240" y="125"/>
                    </a:cubicBezTo>
                    <a:cubicBezTo>
                      <a:pt x="235" y="138"/>
                      <a:pt x="227" y="152"/>
                      <a:pt x="215" y="165"/>
                    </a:cubicBezTo>
                    <a:cubicBezTo>
                      <a:pt x="214" y="166"/>
                      <a:pt x="214" y="167"/>
                      <a:pt x="213" y="168"/>
                    </a:cubicBezTo>
                    <a:cubicBezTo>
                      <a:pt x="208" y="174"/>
                      <a:pt x="199" y="184"/>
                      <a:pt x="192" y="184"/>
                    </a:cubicBezTo>
                    <a:cubicBezTo>
                      <a:pt x="190" y="184"/>
                      <a:pt x="188" y="183"/>
                      <a:pt x="186" y="181"/>
                    </a:cubicBezTo>
                    <a:cubicBezTo>
                      <a:pt x="181" y="175"/>
                      <a:pt x="176" y="168"/>
                      <a:pt x="172" y="160"/>
                    </a:cubicBezTo>
                    <a:close/>
                    <a:moveTo>
                      <a:pt x="512" y="102"/>
                    </a:moveTo>
                    <a:lnTo>
                      <a:pt x="512" y="102"/>
                    </a:lnTo>
                    <a:cubicBezTo>
                      <a:pt x="486" y="101"/>
                      <a:pt x="461" y="91"/>
                      <a:pt x="436" y="82"/>
                    </a:cubicBezTo>
                    <a:cubicBezTo>
                      <a:pt x="427" y="78"/>
                      <a:pt x="417" y="74"/>
                      <a:pt x="407" y="71"/>
                    </a:cubicBezTo>
                    <a:cubicBezTo>
                      <a:pt x="387" y="65"/>
                      <a:pt x="369" y="62"/>
                      <a:pt x="353" y="61"/>
                    </a:cubicBezTo>
                    <a:cubicBezTo>
                      <a:pt x="348" y="61"/>
                      <a:pt x="344" y="60"/>
                      <a:pt x="340" y="60"/>
                    </a:cubicBezTo>
                    <a:cubicBezTo>
                      <a:pt x="329" y="60"/>
                      <a:pt x="313" y="62"/>
                      <a:pt x="303" y="71"/>
                    </a:cubicBezTo>
                    <a:cubicBezTo>
                      <a:pt x="301" y="59"/>
                      <a:pt x="297" y="45"/>
                      <a:pt x="292" y="32"/>
                    </a:cubicBezTo>
                    <a:cubicBezTo>
                      <a:pt x="287" y="19"/>
                      <a:pt x="280" y="5"/>
                      <a:pt x="267" y="1"/>
                    </a:cubicBezTo>
                    <a:cubicBezTo>
                      <a:pt x="265" y="0"/>
                      <a:pt x="262" y="0"/>
                      <a:pt x="260" y="0"/>
                    </a:cubicBezTo>
                    <a:cubicBezTo>
                      <a:pt x="247" y="0"/>
                      <a:pt x="237" y="12"/>
                      <a:pt x="232" y="18"/>
                    </a:cubicBezTo>
                    <a:lnTo>
                      <a:pt x="230" y="22"/>
                    </a:lnTo>
                    <a:cubicBezTo>
                      <a:pt x="224" y="30"/>
                      <a:pt x="221" y="34"/>
                      <a:pt x="222" y="38"/>
                    </a:cubicBezTo>
                    <a:cubicBezTo>
                      <a:pt x="223" y="42"/>
                      <a:pt x="228" y="45"/>
                      <a:pt x="239" y="51"/>
                    </a:cubicBezTo>
                    <a:cubicBezTo>
                      <a:pt x="243" y="54"/>
                      <a:pt x="244" y="60"/>
                      <a:pt x="245" y="65"/>
                    </a:cubicBezTo>
                    <a:lnTo>
                      <a:pt x="245" y="66"/>
                    </a:lnTo>
                    <a:cubicBezTo>
                      <a:pt x="246" y="73"/>
                      <a:pt x="246" y="81"/>
                      <a:pt x="246" y="87"/>
                    </a:cubicBezTo>
                    <a:cubicBezTo>
                      <a:pt x="231" y="72"/>
                      <a:pt x="208" y="66"/>
                      <a:pt x="187" y="62"/>
                    </a:cubicBezTo>
                    <a:cubicBezTo>
                      <a:pt x="181" y="61"/>
                      <a:pt x="175" y="60"/>
                      <a:pt x="169" y="60"/>
                    </a:cubicBezTo>
                    <a:cubicBezTo>
                      <a:pt x="145" y="60"/>
                      <a:pt x="122" y="69"/>
                      <a:pt x="106" y="76"/>
                    </a:cubicBezTo>
                    <a:cubicBezTo>
                      <a:pt x="97" y="80"/>
                      <a:pt x="88" y="84"/>
                      <a:pt x="80" y="88"/>
                    </a:cubicBezTo>
                    <a:cubicBezTo>
                      <a:pt x="63" y="96"/>
                      <a:pt x="46" y="104"/>
                      <a:pt x="28" y="110"/>
                    </a:cubicBezTo>
                    <a:cubicBezTo>
                      <a:pt x="23" y="111"/>
                      <a:pt x="17" y="113"/>
                      <a:pt x="10" y="114"/>
                    </a:cubicBezTo>
                    <a:lnTo>
                      <a:pt x="10" y="114"/>
                    </a:lnTo>
                    <a:cubicBezTo>
                      <a:pt x="10" y="114"/>
                      <a:pt x="10" y="114"/>
                      <a:pt x="10" y="114"/>
                    </a:cubicBezTo>
                    <a:lnTo>
                      <a:pt x="9" y="114"/>
                    </a:lnTo>
                    <a:cubicBezTo>
                      <a:pt x="6" y="115"/>
                      <a:pt x="2" y="116"/>
                      <a:pt x="1" y="120"/>
                    </a:cubicBezTo>
                    <a:cubicBezTo>
                      <a:pt x="0" y="124"/>
                      <a:pt x="1" y="127"/>
                      <a:pt x="6" y="131"/>
                    </a:cubicBezTo>
                    <a:cubicBezTo>
                      <a:pt x="19" y="139"/>
                      <a:pt x="35" y="142"/>
                      <a:pt x="54" y="142"/>
                    </a:cubicBezTo>
                    <a:cubicBezTo>
                      <a:pt x="58" y="142"/>
                      <a:pt x="62" y="142"/>
                      <a:pt x="67" y="142"/>
                    </a:cubicBezTo>
                    <a:cubicBezTo>
                      <a:pt x="72" y="142"/>
                      <a:pt x="78" y="141"/>
                      <a:pt x="85" y="140"/>
                    </a:cubicBezTo>
                    <a:cubicBezTo>
                      <a:pt x="94" y="139"/>
                      <a:pt x="103" y="138"/>
                      <a:pt x="111" y="138"/>
                    </a:cubicBezTo>
                    <a:cubicBezTo>
                      <a:pt x="117" y="138"/>
                      <a:pt x="123" y="138"/>
                      <a:pt x="127" y="139"/>
                    </a:cubicBezTo>
                    <a:cubicBezTo>
                      <a:pt x="142" y="143"/>
                      <a:pt x="150" y="157"/>
                      <a:pt x="158" y="170"/>
                    </a:cubicBezTo>
                    <a:cubicBezTo>
                      <a:pt x="160" y="173"/>
                      <a:pt x="162" y="176"/>
                      <a:pt x="163" y="178"/>
                    </a:cubicBezTo>
                    <a:lnTo>
                      <a:pt x="164" y="179"/>
                    </a:lnTo>
                    <a:cubicBezTo>
                      <a:pt x="167" y="184"/>
                      <a:pt x="173" y="193"/>
                      <a:pt x="172" y="199"/>
                    </a:cubicBezTo>
                    <a:cubicBezTo>
                      <a:pt x="172" y="206"/>
                      <a:pt x="163" y="211"/>
                      <a:pt x="157" y="215"/>
                    </a:cubicBezTo>
                    <a:cubicBezTo>
                      <a:pt x="155" y="216"/>
                      <a:pt x="153" y="217"/>
                      <a:pt x="152" y="218"/>
                    </a:cubicBezTo>
                    <a:cubicBezTo>
                      <a:pt x="150" y="219"/>
                      <a:pt x="148" y="221"/>
                      <a:pt x="145" y="222"/>
                    </a:cubicBezTo>
                    <a:cubicBezTo>
                      <a:pt x="131" y="231"/>
                      <a:pt x="111" y="244"/>
                      <a:pt x="114" y="261"/>
                    </a:cubicBezTo>
                    <a:cubicBezTo>
                      <a:pt x="114" y="269"/>
                      <a:pt x="122" y="276"/>
                      <a:pt x="130" y="277"/>
                    </a:cubicBezTo>
                    <a:cubicBezTo>
                      <a:pt x="131" y="277"/>
                      <a:pt x="132" y="277"/>
                      <a:pt x="132" y="277"/>
                    </a:cubicBezTo>
                    <a:cubicBezTo>
                      <a:pt x="138" y="277"/>
                      <a:pt x="144" y="274"/>
                      <a:pt x="149" y="272"/>
                    </a:cubicBezTo>
                    <a:cubicBezTo>
                      <a:pt x="151" y="270"/>
                      <a:pt x="153" y="269"/>
                      <a:pt x="155" y="268"/>
                    </a:cubicBezTo>
                    <a:cubicBezTo>
                      <a:pt x="162" y="266"/>
                      <a:pt x="169" y="264"/>
                      <a:pt x="176" y="264"/>
                    </a:cubicBezTo>
                    <a:cubicBezTo>
                      <a:pt x="188" y="264"/>
                      <a:pt x="199" y="268"/>
                      <a:pt x="209" y="276"/>
                    </a:cubicBezTo>
                    <a:cubicBezTo>
                      <a:pt x="213" y="278"/>
                      <a:pt x="216" y="281"/>
                      <a:pt x="219" y="284"/>
                    </a:cubicBezTo>
                    <a:cubicBezTo>
                      <a:pt x="222" y="288"/>
                      <a:pt x="225" y="291"/>
                      <a:pt x="229" y="294"/>
                    </a:cubicBezTo>
                    <a:cubicBezTo>
                      <a:pt x="232" y="296"/>
                      <a:pt x="238" y="298"/>
                      <a:pt x="242" y="298"/>
                    </a:cubicBezTo>
                    <a:cubicBezTo>
                      <a:pt x="247" y="298"/>
                      <a:pt x="250" y="296"/>
                      <a:pt x="251" y="292"/>
                    </a:cubicBezTo>
                    <a:cubicBezTo>
                      <a:pt x="253" y="283"/>
                      <a:pt x="253" y="274"/>
                      <a:pt x="253" y="266"/>
                    </a:cubicBezTo>
                    <a:cubicBezTo>
                      <a:pt x="253" y="259"/>
                      <a:pt x="253" y="252"/>
                      <a:pt x="253" y="246"/>
                    </a:cubicBezTo>
                    <a:cubicBezTo>
                      <a:pt x="254" y="241"/>
                      <a:pt x="255" y="233"/>
                      <a:pt x="260" y="230"/>
                    </a:cubicBezTo>
                    <a:cubicBezTo>
                      <a:pt x="262" y="230"/>
                      <a:pt x="264" y="229"/>
                      <a:pt x="267" y="229"/>
                    </a:cubicBezTo>
                    <a:cubicBezTo>
                      <a:pt x="269" y="229"/>
                      <a:pt x="272" y="230"/>
                      <a:pt x="275" y="230"/>
                    </a:cubicBezTo>
                    <a:cubicBezTo>
                      <a:pt x="279" y="231"/>
                      <a:pt x="283" y="231"/>
                      <a:pt x="286" y="231"/>
                    </a:cubicBezTo>
                    <a:cubicBezTo>
                      <a:pt x="301" y="229"/>
                      <a:pt x="314" y="216"/>
                      <a:pt x="320" y="197"/>
                    </a:cubicBezTo>
                    <a:cubicBezTo>
                      <a:pt x="323" y="191"/>
                      <a:pt x="326" y="188"/>
                      <a:pt x="332" y="187"/>
                    </a:cubicBezTo>
                    <a:cubicBezTo>
                      <a:pt x="340" y="185"/>
                      <a:pt x="345" y="179"/>
                      <a:pt x="350" y="173"/>
                    </a:cubicBezTo>
                    <a:cubicBezTo>
                      <a:pt x="351" y="171"/>
                      <a:pt x="352" y="170"/>
                      <a:pt x="353" y="168"/>
                    </a:cubicBezTo>
                    <a:cubicBezTo>
                      <a:pt x="363" y="157"/>
                      <a:pt x="374" y="152"/>
                      <a:pt x="391" y="152"/>
                    </a:cubicBezTo>
                    <a:cubicBezTo>
                      <a:pt x="394" y="152"/>
                      <a:pt x="397" y="152"/>
                      <a:pt x="401" y="152"/>
                    </a:cubicBezTo>
                    <a:cubicBezTo>
                      <a:pt x="404" y="153"/>
                      <a:pt x="407" y="153"/>
                      <a:pt x="411" y="153"/>
                    </a:cubicBezTo>
                    <a:cubicBezTo>
                      <a:pt x="420" y="154"/>
                      <a:pt x="428" y="155"/>
                      <a:pt x="437" y="155"/>
                    </a:cubicBezTo>
                    <a:cubicBezTo>
                      <a:pt x="446" y="155"/>
                      <a:pt x="454" y="154"/>
                      <a:pt x="462" y="152"/>
                    </a:cubicBezTo>
                    <a:cubicBezTo>
                      <a:pt x="481" y="145"/>
                      <a:pt x="499" y="132"/>
                      <a:pt x="515" y="119"/>
                    </a:cubicBezTo>
                    <a:lnTo>
                      <a:pt x="517" y="118"/>
                    </a:lnTo>
                    <a:cubicBezTo>
                      <a:pt x="521" y="114"/>
                      <a:pt x="523" y="111"/>
                      <a:pt x="521" y="107"/>
                    </a:cubicBezTo>
                    <a:cubicBezTo>
                      <a:pt x="520" y="103"/>
                      <a:pt x="515" y="102"/>
                      <a:pt x="512" y="10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60"/>
              <p:cNvSpPr/>
              <p:nvPr/>
            </p:nvSpPr>
            <p:spPr>
              <a:xfrm>
                <a:off x="1227454" y="4000569"/>
                <a:ext cx="455635" cy="552375"/>
              </a:xfrm>
              <a:custGeom>
                <a:rect b="b" l="l" r="r" t="t"/>
                <a:pathLst>
                  <a:path extrusionOk="0" h="1056" w="872">
                    <a:moveTo>
                      <a:pt x="822" y="646"/>
                    </a:moveTo>
                    <a:cubicBezTo>
                      <a:pt x="817" y="669"/>
                      <a:pt x="811" y="692"/>
                      <a:pt x="803" y="715"/>
                    </a:cubicBezTo>
                    <a:lnTo>
                      <a:pt x="727" y="533"/>
                    </a:lnTo>
                    <a:lnTo>
                      <a:pt x="760" y="518"/>
                    </a:lnTo>
                    <a:cubicBezTo>
                      <a:pt x="764" y="517"/>
                      <a:pt x="764" y="512"/>
                      <a:pt x="761" y="510"/>
                    </a:cubicBezTo>
                    <a:cubicBezTo>
                      <a:pt x="761" y="510"/>
                      <a:pt x="727" y="486"/>
                      <a:pt x="726" y="485"/>
                    </a:cubicBezTo>
                    <a:lnTo>
                      <a:pt x="725" y="429"/>
                    </a:lnTo>
                    <a:cubicBezTo>
                      <a:pt x="729" y="429"/>
                      <a:pt x="733" y="427"/>
                      <a:pt x="737" y="426"/>
                    </a:cubicBezTo>
                    <a:cubicBezTo>
                      <a:pt x="741" y="426"/>
                      <a:pt x="746" y="426"/>
                      <a:pt x="750" y="427"/>
                    </a:cubicBezTo>
                    <a:cubicBezTo>
                      <a:pt x="754" y="428"/>
                      <a:pt x="758" y="428"/>
                      <a:pt x="762" y="427"/>
                    </a:cubicBezTo>
                    <a:cubicBezTo>
                      <a:pt x="765" y="426"/>
                      <a:pt x="769" y="424"/>
                      <a:pt x="772" y="422"/>
                    </a:cubicBezTo>
                    <a:cubicBezTo>
                      <a:pt x="763" y="421"/>
                      <a:pt x="756" y="416"/>
                      <a:pt x="748" y="412"/>
                    </a:cubicBezTo>
                    <a:cubicBezTo>
                      <a:pt x="744" y="411"/>
                      <a:pt x="740" y="409"/>
                      <a:pt x="736" y="409"/>
                    </a:cubicBezTo>
                    <a:cubicBezTo>
                      <a:pt x="732" y="409"/>
                      <a:pt x="727" y="408"/>
                      <a:pt x="723" y="409"/>
                    </a:cubicBezTo>
                    <a:cubicBezTo>
                      <a:pt x="722" y="406"/>
                      <a:pt x="722" y="403"/>
                      <a:pt x="721" y="399"/>
                    </a:cubicBezTo>
                    <a:lnTo>
                      <a:pt x="720" y="399"/>
                    </a:lnTo>
                    <a:cubicBezTo>
                      <a:pt x="717" y="415"/>
                      <a:pt x="717" y="431"/>
                      <a:pt x="717" y="447"/>
                    </a:cubicBezTo>
                    <a:cubicBezTo>
                      <a:pt x="717" y="457"/>
                      <a:pt x="717" y="468"/>
                      <a:pt x="717" y="479"/>
                    </a:cubicBezTo>
                    <a:cubicBezTo>
                      <a:pt x="717" y="481"/>
                      <a:pt x="717" y="483"/>
                      <a:pt x="716" y="485"/>
                    </a:cubicBezTo>
                    <a:lnTo>
                      <a:pt x="682" y="510"/>
                    </a:lnTo>
                    <a:cubicBezTo>
                      <a:pt x="678" y="511"/>
                      <a:pt x="678" y="516"/>
                      <a:pt x="682" y="518"/>
                    </a:cubicBezTo>
                    <a:lnTo>
                      <a:pt x="682" y="518"/>
                    </a:lnTo>
                    <a:lnTo>
                      <a:pt x="714" y="533"/>
                    </a:lnTo>
                    <a:lnTo>
                      <a:pt x="649" y="694"/>
                    </a:lnTo>
                    <a:lnTo>
                      <a:pt x="615" y="590"/>
                    </a:lnTo>
                    <a:lnTo>
                      <a:pt x="652" y="573"/>
                    </a:lnTo>
                    <a:cubicBezTo>
                      <a:pt x="656" y="571"/>
                      <a:pt x="656" y="565"/>
                      <a:pt x="652" y="563"/>
                    </a:cubicBezTo>
                    <a:cubicBezTo>
                      <a:pt x="652" y="563"/>
                      <a:pt x="617" y="538"/>
                      <a:pt x="612" y="535"/>
                    </a:cubicBezTo>
                    <a:cubicBezTo>
                      <a:pt x="612" y="522"/>
                      <a:pt x="612" y="508"/>
                      <a:pt x="612" y="495"/>
                    </a:cubicBezTo>
                    <a:lnTo>
                      <a:pt x="646" y="479"/>
                    </a:lnTo>
                    <a:lnTo>
                      <a:pt x="646" y="479"/>
                    </a:lnTo>
                    <a:cubicBezTo>
                      <a:pt x="649" y="477"/>
                      <a:pt x="650" y="472"/>
                      <a:pt x="646" y="471"/>
                    </a:cubicBezTo>
                    <a:cubicBezTo>
                      <a:pt x="646" y="471"/>
                      <a:pt x="615" y="449"/>
                      <a:pt x="611" y="446"/>
                    </a:cubicBezTo>
                    <a:cubicBezTo>
                      <a:pt x="611" y="420"/>
                      <a:pt x="610" y="395"/>
                      <a:pt x="610" y="370"/>
                    </a:cubicBezTo>
                    <a:cubicBezTo>
                      <a:pt x="612" y="370"/>
                      <a:pt x="614" y="369"/>
                      <a:pt x="616" y="369"/>
                    </a:cubicBezTo>
                    <a:cubicBezTo>
                      <a:pt x="618" y="368"/>
                      <a:pt x="620" y="367"/>
                      <a:pt x="622" y="367"/>
                    </a:cubicBezTo>
                    <a:cubicBezTo>
                      <a:pt x="627" y="366"/>
                      <a:pt x="631" y="367"/>
                      <a:pt x="635" y="367"/>
                    </a:cubicBezTo>
                    <a:cubicBezTo>
                      <a:pt x="640" y="368"/>
                      <a:pt x="644" y="369"/>
                      <a:pt x="648" y="367"/>
                    </a:cubicBezTo>
                    <a:cubicBezTo>
                      <a:pt x="652" y="366"/>
                      <a:pt x="655" y="364"/>
                      <a:pt x="658" y="362"/>
                    </a:cubicBezTo>
                    <a:cubicBezTo>
                      <a:pt x="649" y="362"/>
                      <a:pt x="642" y="356"/>
                      <a:pt x="634" y="353"/>
                    </a:cubicBezTo>
                    <a:cubicBezTo>
                      <a:pt x="631" y="351"/>
                      <a:pt x="626" y="350"/>
                      <a:pt x="622" y="349"/>
                    </a:cubicBezTo>
                    <a:cubicBezTo>
                      <a:pt x="618" y="349"/>
                      <a:pt x="613" y="349"/>
                      <a:pt x="609" y="350"/>
                    </a:cubicBezTo>
                    <a:cubicBezTo>
                      <a:pt x="609" y="347"/>
                      <a:pt x="608" y="343"/>
                      <a:pt x="607" y="340"/>
                    </a:cubicBezTo>
                    <a:lnTo>
                      <a:pt x="606" y="340"/>
                    </a:lnTo>
                    <a:lnTo>
                      <a:pt x="606" y="340"/>
                    </a:lnTo>
                    <a:cubicBezTo>
                      <a:pt x="603" y="354"/>
                      <a:pt x="603" y="368"/>
                      <a:pt x="603" y="382"/>
                    </a:cubicBezTo>
                    <a:cubicBezTo>
                      <a:pt x="603" y="395"/>
                      <a:pt x="603" y="408"/>
                      <a:pt x="603" y="420"/>
                    </a:cubicBezTo>
                    <a:cubicBezTo>
                      <a:pt x="603" y="429"/>
                      <a:pt x="602" y="437"/>
                      <a:pt x="602" y="446"/>
                    </a:cubicBezTo>
                    <a:lnTo>
                      <a:pt x="567" y="471"/>
                    </a:lnTo>
                    <a:cubicBezTo>
                      <a:pt x="564" y="472"/>
                      <a:pt x="564" y="477"/>
                      <a:pt x="567" y="479"/>
                    </a:cubicBezTo>
                    <a:lnTo>
                      <a:pt x="602" y="495"/>
                    </a:lnTo>
                    <a:cubicBezTo>
                      <a:pt x="602" y="508"/>
                      <a:pt x="601" y="522"/>
                      <a:pt x="601" y="535"/>
                    </a:cubicBezTo>
                    <a:lnTo>
                      <a:pt x="561" y="563"/>
                    </a:lnTo>
                    <a:cubicBezTo>
                      <a:pt x="557" y="565"/>
                      <a:pt x="557" y="571"/>
                      <a:pt x="561" y="573"/>
                    </a:cubicBezTo>
                    <a:lnTo>
                      <a:pt x="598" y="590"/>
                    </a:lnTo>
                    <a:lnTo>
                      <a:pt x="483" y="718"/>
                    </a:lnTo>
                    <a:cubicBezTo>
                      <a:pt x="481" y="718"/>
                      <a:pt x="466" y="718"/>
                      <a:pt x="464" y="721"/>
                    </a:cubicBezTo>
                    <a:cubicBezTo>
                      <a:pt x="461" y="723"/>
                      <a:pt x="461" y="727"/>
                      <a:pt x="462" y="730"/>
                    </a:cubicBezTo>
                    <a:cubicBezTo>
                      <a:pt x="464" y="734"/>
                      <a:pt x="468" y="737"/>
                      <a:pt x="471" y="739"/>
                    </a:cubicBezTo>
                    <a:cubicBezTo>
                      <a:pt x="473" y="741"/>
                      <a:pt x="476" y="742"/>
                      <a:pt x="478" y="742"/>
                    </a:cubicBezTo>
                    <a:cubicBezTo>
                      <a:pt x="478" y="742"/>
                      <a:pt x="478" y="743"/>
                      <a:pt x="478" y="743"/>
                    </a:cubicBezTo>
                    <a:cubicBezTo>
                      <a:pt x="478" y="743"/>
                      <a:pt x="489" y="777"/>
                      <a:pt x="533" y="793"/>
                    </a:cubicBezTo>
                    <a:lnTo>
                      <a:pt x="533" y="793"/>
                    </a:lnTo>
                    <a:cubicBezTo>
                      <a:pt x="533" y="793"/>
                      <a:pt x="534" y="794"/>
                      <a:pt x="534" y="795"/>
                    </a:cubicBezTo>
                    <a:cubicBezTo>
                      <a:pt x="534" y="795"/>
                      <a:pt x="534" y="795"/>
                      <a:pt x="534" y="795"/>
                    </a:cubicBezTo>
                    <a:cubicBezTo>
                      <a:pt x="533" y="795"/>
                      <a:pt x="533" y="795"/>
                      <a:pt x="532" y="796"/>
                    </a:cubicBezTo>
                    <a:cubicBezTo>
                      <a:pt x="490" y="793"/>
                      <a:pt x="448" y="786"/>
                      <a:pt x="406" y="779"/>
                    </a:cubicBezTo>
                    <a:cubicBezTo>
                      <a:pt x="390" y="777"/>
                      <a:pt x="374" y="774"/>
                      <a:pt x="358" y="772"/>
                    </a:cubicBezTo>
                    <a:cubicBezTo>
                      <a:pt x="348" y="771"/>
                      <a:pt x="337" y="770"/>
                      <a:pt x="326" y="768"/>
                    </a:cubicBezTo>
                    <a:cubicBezTo>
                      <a:pt x="325" y="767"/>
                      <a:pt x="324" y="767"/>
                      <a:pt x="324" y="767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lnTo>
                      <a:pt x="324" y="766"/>
                    </a:lnTo>
                    <a:cubicBezTo>
                      <a:pt x="324" y="766"/>
                      <a:pt x="324" y="766"/>
                      <a:pt x="324" y="766"/>
                    </a:cubicBezTo>
                    <a:cubicBezTo>
                      <a:pt x="324" y="766"/>
                      <a:pt x="325" y="765"/>
                      <a:pt x="325" y="765"/>
                    </a:cubicBezTo>
                    <a:cubicBezTo>
                      <a:pt x="325" y="765"/>
                      <a:pt x="325" y="765"/>
                      <a:pt x="325" y="765"/>
                    </a:cubicBezTo>
                    <a:cubicBezTo>
                      <a:pt x="384" y="747"/>
                      <a:pt x="396" y="704"/>
                      <a:pt x="396" y="704"/>
                    </a:cubicBezTo>
                    <a:cubicBezTo>
                      <a:pt x="397" y="704"/>
                      <a:pt x="398" y="704"/>
                      <a:pt x="399" y="703"/>
                    </a:cubicBezTo>
                    <a:cubicBezTo>
                      <a:pt x="400" y="703"/>
                      <a:pt x="402" y="702"/>
                      <a:pt x="403" y="701"/>
                    </a:cubicBezTo>
                    <a:cubicBezTo>
                      <a:pt x="407" y="699"/>
                      <a:pt x="411" y="696"/>
                      <a:pt x="412" y="692"/>
                    </a:cubicBezTo>
                    <a:cubicBezTo>
                      <a:pt x="414" y="689"/>
                      <a:pt x="413" y="685"/>
                      <a:pt x="411" y="683"/>
                    </a:cubicBezTo>
                    <a:cubicBezTo>
                      <a:pt x="408" y="680"/>
                      <a:pt x="392" y="680"/>
                      <a:pt x="392" y="680"/>
                    </a:cubicBezTo>
                    <a:lnTo>
                      <a:pt x="392" y="680"/>
                    </a:lnTo>
                    <a:lnTo>
                      <a:pt x="389" y="680"/>
                    </a:lnTo>
                    <a:cubicBezTo>
                      <a:pt x="389" y="671"/>
                      <a:pt x="388" y="647"/>
                      <a:pt x="388" y="631"/>
                    </a:cubicBezTo>
                    <a:cubicBezTo>
                      <a:pt x="390" y="632"/>
                      <a:pt x="392" y="632"/>
                      <a:pt x="393" y="631"/>
                    </a:cubicBezTo>
                    <a:cubicBezTo>
                      <a:pt x="396" y="630"/>
                      <a:pt x="398" y="630"/>
                      <a:pt x="400" y="629"/>
                    </a:cubicBezTo>
                    <a:cubicBezTo>
                      <a:pt x="404" y="628"/>
                      <a:pt x="409" y="628"/>
                      <a:pt x="413" y="629"/>
                    </a:cubicBezTo>
                    <a:cubicBezTo>
                      <a:pt x="418" y="630"/>
                      <a:pt x="422" y="631"/>
                      <a:pt x="427" y="630"/>
                    </a:cubicBezTo>
                    <a:cubicBezTo>
                      <a:pt x="431" y="629"/>
                      <a:pt x="434" y="627"/>
                      <a:pt x="437" y="624"/>
                    </a:cubicBezTo>
                    <a:cubicBezTo>
                      <a:pt x="428" y="624"/>
                      <a:pt x="421" y="618"/>
                      <a:pt x="413" y="615"/>
                    </a:cubicBezTo>
                    <a:cubicBezTo>
                      <a:pt x="409" y="613"/>
                      <a:pt x="405" y="612"/>
                      <a:pt x="400" y="611"/>
                    </a:cubicBezTo>
                    <a:cubicBezTo>
                      <a:pt x="396" y="611"/>
                      <a:pt x="391" y="611"/>
                      <a:pt x="387" y="612"/>
                    </a:cubicBezTo>
                    <a:cubicBezTo>
                      <a:pt x="387" y="609"/>
                      <a:pt x="386" y="606"/>
                      <a:pt x="386" y="603"/>
                    </a:cubicBezTo>
                    <a:lnTo>
                      <a:pt x="384" y="603"/>
                    </a:lnTo>
                    <a:cubicBezTo>
                      <a:pt x="382" y="616"/>
                      <a:pt x="382" y="662"/>
                      <a:pt x="382" y="680"/>
                    </a:cubicBezTo>
                    <a:lnTo>
                      <a:pt x="352" y="680"/>
                    </a:lnTo>
                    <a:cubicBezTo>
                      <a:pt x="351" y="648"/>
                      <a:pt x="350" y="605"/>
                      <a:pt x="349" y="577"/>
                    </a:cubicBezTo>
                    <a:lnTo>
                      <a:pt x="375" y="522"/>
                    </a:lnTo>
                    <a:cubicBezTo>
                      <a:pt x="378" y="524"/>
                      <a:pt x="382" y="524"/>
                      <a:pt x="386" y="525"/>
                    </a:cubicBezTo>
                    <a:cubicBezTo>
                      <a:pt x="390" y="527"/>
                      <a:pt x="393" y="529"/>
                      <a:pt x="396" y="532"/>
                    </a:cubicBezTo>
                    <a:cubicBezTo>
                      <a:pt x="400" y="534"/>
                      <a:pt x="403" y="537"/>
                      <a:pt x="406" y="538"/>
                    </a:cubicBezTo>
                    <a:cubicBezTo>
                      <a:pt x="411" y="539"/>
                      <a:pt x="415" y="539"/>
                      <a:pt x="419" y="539"/>
                    </a:cubicBezTo>
                    <a:cubicBezTo>
                      <a:pt x="412" y="534"/>
                      <a:pt x="409" y="526"/>
                      <a:pt x="404" y="519"/>
                    </a:cubicBezTo>
                    <a:cubicBezTo>
                      <a:pt x="401" y="516"/>
                      <a:pt x="398" y="513"/>
                      <a:pt x="395" y="510"/>
                    </a:cubicBezTo>
                    <a:cubicBezTo>
                      <a:pt x="391" y="508"/>
                      <a:pt x="387" y="505"/>
                      <a:pt x="383" y="504"/>
                    </a:cubicBezTo>
                    <a:cubicBezTo>
                      <a:pt x="384" y="501"/>
                      <a:pt x="385" y="497"/>
                      <a:pt x="385" y="495"/>
                    </a:cubicBezTo>
                    <a:cubicBezTo>
                      <a:pt x="385" y="495"/>
                      <a:pt x="385" y="494"/>
                      <a:pt x="385" y="494"/>
                    </a:cubicBezTo>
                    <a:cubicBezTo>
                      <a:pt x="384" y="494"/>
                      <a:pt x="384" y="494"/>
                      <a:pt x="384" y="494"/>
                    </a:cubicBezTo>
                    <a:cubicBezTo>
                      <a:pt x="383" y="494"/>
                      <a:pt x="383" y="495"/>
                      <a:pt x="382" y="496"/>
                    </a:cubicBezTo>
                    <a:cubicBezTo>
                      <a:pt x="380" y="498"/>
                      <a:pt x="376" y="504"/>
                      <a:pt x="376" y="505"/>
                    </a:cubicBezTo>
                    <a:lnTo>
                      <a:pt x="349" y="563"/>
                    </a:lnTo>
                    <a:cubicBezTo>
                      <a:pt x="348" y="554"/>
                      <a:pt x="348" y="545"/>
                      <a:pt x="348" y="536"/>
                    </a:cubicBezTo>
                    <a:cubicBezTo>
                      <a:pt x="348" y="524"/>
                      <a:pt x="348" y="512"/>
                      <a:pt x="346" y="501"/>
                    </a:cubicBezTo>
                    <a:lnTo>
                      <a:pt x="344" y="501"/>
                    </a:lnTo>
                    <a:cubicBezTo>
                      <a:pt x="342" y="515"/>
                      <a:pt x="341" y="529"/>
                      <a:pt x="341" y="543"/>
                    </a:cubicBezTo>
                    <a:cubicBezTo>
                      <a:pt x="341" y="556"/>
                      <a:pt x="341" y="569"/>
                      <a:pt x="340" y="581"/>
                    </a:cubicBezTo>
                    <a:lnTo>
                      <a:pt x="293" y="679"/>
                    </a:lnTo>
                    <a:lnTo>
                      <a:pt x="251" y="575"/>
                    </a:lnTo>
                    <a:cubicBezTo>
                      <a:pt x="251" y="563"/>
                      <a:pt x="250" y="550"/>
                      <a:pt x="250" y="537"/>
                    </a:cubicBezTo>
                    <a:cubicBezTo>
                      <a:pt x="250" y="522"/>
                      <a:pt x="250" y="508"/>
                      <a:pt x="248" y="494"/>
                    </a:cubicBezTo>
                    <a:lnTo>
                      <a:pt x="246" y="494"/>
                    </a:lnTo>
                    <a:cubicBezTo>
                      <a:pt x="244" y="508"/>
                      <a:pt x="244" y="522"/>
                      <a:pt x="243" y="536"/>
                    </a:cubicBezTo>
                    <a:cubicBezTo>
                      <a:pt x="243" y="549"/>
                      <a:pt x="243" y="562"/>
                      <a:pt x="243" y="575"/>
                    </a:cubicBezTo>
                    <a:lnTo>
                      <a:pt x="229" y="607"/>
                    </a:lnTo>
                    <a:lnTo>
                      <a:pt x="196" y="530"/>
                    </a:lnTo>
                    <a:cubicBezTo>
                      <a:pt x="196" y="518"/>
                      <a:pt x="196" y="505"/>
                      <a:pt x="196" y="493"/>
                    </a:cubicBezTo>
                    <a:lnTo>
                      <a:pt x="226" y="479"/>
                    </a:lnTo>
                    <a:cubicBezTo>
                      <a:pt x="229" y="477"/>
                      <a:pt x="229" y="473"/>
                      <a:pt x="226" y="471"/>
                    </a:cubicBezTo>
                    <a:cubicBezTo>
                      <a:pt x="226" y="471"/>
                      <a:pt x="200" y="453"/>
                      <a:pt x="195" y="449"/>
                    </a:cubicBezTo>
                    <a:cubicBezTo>
                      <a:pt x="195" y="423"/>
                      <a:pt x="194" y="396"/>
                      <a:pt x="194" y="370"/>
                    </a:cubicBezTo>
                    <a:cubicBezTo>
                      <a:pt x="196" y="370"/>
                      <a:pt x="198" y="369"/>
                      <a:pt x="200" y="369"/>
                    </a:cubicBezTo>
                    <a:cubicBezTo>
                      <a:pt x="202" y="368"/>
                      <a:pt x="204" y="367"/>
                      <a:pt x="206" y="367"/>
                    </a:cubicBezTo>
                    <a:cubicBezTo>
                      <a:pt x="211" y="366"/>
                      <a:pt x="215" y="367"/>
                      <a:pt x="219" y="367"/>
                    </a:cubicBezTo>
                    <a:cubicBezTo>
                      <a:pt x="223" y="368"/>
                      <a:pt x="228" y="369"/>
                      <a:pt x="232" y="367"/>
                    </a:cubicBezTo>
                    <a:cubicBezTo>
                      <a:pt x="235" y="366"/>
                      <a:pt x="239" y="364"/>
                      <a:pt x="242" y="362"/>
                    </a:cubicBezTo>
                    <a:cubicBezTo>
                      <a:pt x="233" y="362"/>
                      <a:pt x="226" y="357"/>
                      <a:pt x="219" y="353"/>
                    </a:cubicBezTo>
                    <a:cubicBezTo>
                      <a:pt x="215" y="351"/>
                      <a:pt x="211" y="350"/>
                      <a:pt x="206" y="350"/>
                    </a:cubicBezTo>
                    <a:cubicBezTo>
                      <a:pt x="202" y="349"/>
                      <a:pt x="197" y="349"/>
                      <a:pt x="193" y="350"/>
                    </a:cubicBezTo>
                    <a:cubicBezTo>
                      <a:pt x="192" y="346"/>
                      <a:pt x="192" y="343"/>
                      <a:pt x="191" y="340"/>
                    </a:cubicBezTo>
                    <a:lnTo>
                      <a:pt x="190" y="340"/>
                    </a:lnTo>
                    <a:cubicBezTo>
                      <a:pt x="187" y="356"/>
                      <a:pt x="187" y="373"/>
                      <a:pt x="187" y="390"/>
                    </a:cubicBezTo>
                    <a:cubicBezTo>
                      <a:pt x="187" y="407"/>
                      <a:pt x="187" y="423"/>
                      <a:pt x="186" y="440"/>
                    </a:cubicBezTo>
                    <a:cubicBezTo>
                      <a:pt x="186" y="443"/>
                      <a:pt x="186" y="446"/>
                      <a:pt x="186" y="449"/>
                    </a:cubicBezTo>
                    <a:lnTo>
                      <a:pt x="155" y="471"/>
                    </a:lnTo>
                    <a:cubicBezTo>
                      <a:pt x="152" y="473"/>
                      <a:pt x="152" y="477"/>
                      <a:pt x="155" y="479"/>
                    </a:cubicBezTo>
                    <a:lnTo>
                      <a:pt x="186" y="493"/>
                    </a:lnTo>
                    <a:cubicBezTo>
                      <a:pt x="185" y="507"/>
                      <a:pt x="185" y="529"/>
                      <a:pt x="185" y="530"/>
                    </a:cubicBezTo>
                    <a:lnTo>
                      <a:pt x="124" y="674"/>
                    </a:lnTo>
                    <a:lnTo>
                      <a:pt x="115" y="641"/>
                    </a:lnTo>
                    <a:lnTo>
                      <a:pt x="123" y="641"/>
                    </a:lnTo>
                    <a:lnTo>
                      <a:pt x="127" y="641"/>
                    </a:lnTo>
                    <a:cubicBezTo>
                      <a:pt x="129" y="641"/>
                      <a:pt x="130" y="640"/>
                      <a:pt x="132" y="640"/>
                    </a:cubicBezTo>
                    <a:cubicBezTo>
                      <a:pt x="133" y="639"/>
                      <a:pt x="136" y="638"/>
                      <a:pt x="136" y="637"/>
                    </a:cubicBezTo>
                    <a:cubicBezTo>
                      <a:pt x="136" y="635"/>
                      <a:pt x="133" y="634"/>
                      <a:pt x="132" y="634"/>
                    </a:cubicBezTo>
                    <a:cubicBezTo>
                      <a:pt x="130" y="633"/>
                      <a:pt x="129" y="633"/>
                      <a:pt x="127" y="633"/>
                    </a:cubicBezTo>
                    <a:lnTo>
                      <a:pt x="113" y="633"/>
                    </a:lnTo>
                    <a:lnTo>
                      <a:pt x="107" y="610"/>
                    </a:lnTo>
                    <a:cubicBezTo>
                      <a:pt x="107" y="601"/>
                      <a:pt x="106" y="591"/>
                      <a:pt x="106" y="582"/>
                    </a:cubicBezTo>
                    <a:lnTo>
                      <a:pt x="140" y="566"/>
                    </a:lnTo>
                    <a:cubicBezTo>
                      <a:pt x="143" y="565"/>
                      <a:pt x="143" y="560"/>
                      <a:pt x="140" y="558"/>
                    </a:cubicBezTo>
                    <a:cubicBezTo>
                      <a:pt x="140" y="558"/>
                      <a:pt x="108" y="535"/>
                      <a:pt x="105" y="533"/>
                    </a:cubicBezTo>
                    <a:cubicBezTo>
                      <a:pt x="105" y="527"/>
                      <a:pt x="105" y="517"/>
                      <a:pt x="105" y="511"/>
                    </a:cubicBezTo>
                    <a:lnTo>
                      <a:pt x="135" y="497"/>
                    </a:lnTo>
                    <a:cubicBezTo>
                      <a:pt x="139" y="495"/>
                      <a:pt x="139" y="491"/>
                      <a:pt x="136" y="489"/>
                    </a:cubicBezTo>
                    <a:cubicBezTo>
                      <a:pt x="136" y="489"/>
                      <a:pt x="109" y="470"/>
                      <a:pt x="104" y="467"/>
                    </a:cubicBezTo>
                    <a:cubicBezTo>
                      <a:pt x="104" y="445"/>
                      <a:pt x="104" y="430"/>
                      <a:pt x="104" y="428"/>
                    </a:cubicBezTo>
                    <a:cubicBezTo>
                      <a:pt x="107" y="429"/>
                      <a:pt x="111" y="427"/>
                      <a:pt x="115" y="426"/>
                    </a:cubicBezTo>
                    <a:cubicBezTo>
                      <a:pt x="118" y="425"/>
                      <a:pt x="122" y="426"/>
                      <a:pt x="126" y="426"/>
                    </a:cubicBezTo>
                    <a:cubicBezTo>
                      <a:pt x="129" y="427"/>
                      <a:pt x="133" y="428"/>
                      <a:pt x="137" y="427"/>
                    </a:cubicBezTo>
                    <a:cubicBezTo>
                      <a:pt x="140" y="426"/>
                      <a:pt x="144" y="424"/>
                      <a:pt x="146" y="422"/>
                    </a:cubicBezTo>
                    <a:cubicBezTo>
                      <a:pt x="139" y="421"/>
                      <a:pt x="132" y="416"/>
                      <a:pt x="126" y="413"/>
                    </a:cubicBezTo>
                    <a:cubicBezTo>
                      <a:pt x="122" y="412"/>
                      <a:pt x="118" y="411"/>
                      <a:pt x="115" y="411"/>
                    </a:cubicBezTo>
                    <a:cubicBezTo>
                      <a:pt x="111" y="410"/>
                      <a:pt x="106" y="410"/>
                      <a:pt x="103" y="411"/>
                    </a:cubicBezTo>
                    <a:cubicBezTo>
                      <a:pt x="102" y="408"/>
                      <a:pt x="102" y="405"/>
                      <a:pt x="101" y="402"/>
                    </a:cubicBezTo>
                    <a:lnTo>
                      <a:pt x="100" y="402"/>
                    </a:lnTo>
                    <a:cubicBezTo>
                      <a:pt x="97" y="414"/>
                      <a:pt x="97" y="426"/>
                      <a:pt x="97" y="439"/>
                    </a:cubicBezTo>
                    <a:cubicBezTo>
                      <a:pt x="97" y="449"/>
                      <a:pt x="97" y="456"/>
                      <a:pt x="96" y="467"/>
                    </a:cubicBezTo>
                    <a:lnTo>
                      <a:pt x="65" y="489"/>
                    </a:lnTo>
                    <a:cubicBezTo>
                      <a:pt x="62" y="491"/>
                      <a:pt x="62" y="495"/>
                      <a:pt x="65" y="497"/>
                    </a:cubicBezTo>
                    <a:lnTo>
                      <a:pt x="96" y="511"/>
                    </a:lnTo>
                    <a:cubicBezTo>
                      <a:pt x="96" y="517"/>
                      <a:pt x="96" y="527"/>
                      <a:pt x="95" y="533"/>
                    </a:cubicBezTo>
                    <a:lnTo>
                      <a:pt x="61" y="558"/>
                    </a:lnTo>
                    <a:cubicBezTo>
                      <a:pt x="58" y="559"/>
                      <a:pt x="58" y="564"/>
                      <a:pt x="61" y="566"/>
                    </a:cubicBezTo>
                    <a:lnTo>
                      <a:pt x="95" y="582"/>
                    </a:lnTo>
                    <a:cubicBezTo>
                      <a:pt x="95" y="591"/>
                      <a:pt x="94" y="601"/>
                      <a:pt x="94" y="610"/>
                    </a:cubicBezTo>
                    <a:lnTo>
                      <a:pt x="88" y="633"/>
                    </a:lnTo>
                    <a:lnTo>
                      <a:pt x="74" y="633"/>
                    </a:lnTo>
                    <a:cubicBezTo>
                      <a:pt x="72" y="633"/>
                      <a:pt x="71" y="633"/>
                      <a:pt x="69" y="634"/>
                    </a:cubicBezTo>
                    <a:cubicBezTo>
                      <a:pt x="68" y="634"/>
                      <a:pt x="65" y="635"/>
                      <a:pt x="65" y="637"/>
                    </a:cubicBezTo>
                    <a:cubicBezTo>
                      <a:pt x="65" y="638"/>
                      <a:pt x="68" y="639"/>
                      <a:pt x="69" y="640"/>
                    </a:cubicBezTo>
                    <a:cubicBezTo>
                      <a:pt x="70" y="640"/>
                      <a:pt x="72" y="641"/>
                      <a:pt x="74" y="641"/>
                    </a:cubicBezTo>
                    <a:lnTo>
                      <a:pt x="78" y="641"/>
                    </a:lnTo>
                    <a:lnTo>
                      <a:pt x="78" y="641"/>
                    </a:lnTo>
                    <a:lnTo>
                      <a:pt x="86" y="641"/>
                    </a:lnTo>
                    <a:lnTo>
                      <a:pt x="76" y="681"/>
                    </a:lnTo>
                    <a:lnTo>
                      <a:pt x="59" y="681"/>
                    </a:lnTo>
                    <a:cubicBezTo>
                      <a:pt x="48" y="642"/>
                      <a:pt x="42" y="603"/>
                      <a:pt x="40" y="563"/>
                    </a:cubicBezTo>
                    <a:cubicBezTo>
                      <a:pt x="38" y="523"/>
                      <a:pt x="39" y="483"/>
                      <a:pt x="45" y="444"/>
                    </a:cubicBezTo>
                    <a:cubicBezTo>
                      <a:pt x="50" y="407"/>
                      <a:pt x="59" y="371"/>
                      <a:pt x="71" y="336"/>
                    </a:cubicBezTo>
                    <a:cubicBezTo>
                      <a:pt x="83" y="303"/>
                      <a:pt x="97" y="271"/>
                      <a:pt x="115" y="241"/>
                    </a:cubicBezTo>
                    <a:cubicBezTo>
                      <a:pt x="125" y="225"/>
                      <a:pt x="135" y="209"/>
                      <a:pt x="146" y="195"/>
                    </a:cubicBezTo>
                    <a:cubicBezTo>
                      <a:pt x="192" y="210"/>
                      <a:pt x="251" y="196"/>
                      <a:pt x="251" y="196"/>
                    </a:cubicBezTo>
                    <a:cubicBezTo>
                      <a:pt x="305" y="186"/>
                      <a:pt x="338" y="188"/>
                      <a:pt x="357" y="191"/>
                    </a:cubicBezTo>
                    <a:lnTo>
                      <a:pt x="367" y="193"/>
                    </a:lnTo>
                    <a:cubicBezTo>
                      <a:pt x="369" y="186"/>
                      <a:pt x="369" y="181"/>
                      <a:pt x="371" y="175"/>
                    </a:cubicBezTo>
                    <a:cubicBezTo>
                      <a:pt x="316" y="158"/>
                      <a:pt x="253" y="166"/>
                      <a:pt x="253" y="166"/>
                    </a:cubicBezTo>
                    <a:cubicBezTo>
                      <a:pt x="215" y="170"/>
                      <a:pt x="192" y="162"/>
                      <a:pt x="180" y="155"/>
                    </a:cubicBezTo>
                    <a:cubicBezTo>
                      <a:pt x="180" y="155"/>
                      <a:pt x="204" y="130"/>
                      <a:pt x="223" y="116"/>
                    </a:cubicBezTo>
                    <a:cubicBezTo>
                      <a:pt x="240" y="128"/>
                      <a:pt x="262" y="134"/>
                      <a:pt x="282" y="138"/>
                    </a:cubicBezTo>
                    <a:cubicBezTo>
                      <a:pt x="296" y="140"/>
                      <a:pt x="310" y="141"/>
                      <a:pt x="323" y="144"/>
                    </a:cubicBezTo>
                    <a:cubicBezTo>
                      <a:pt x="336" y="147"/>
                      <a:pt x="350" y="151"/>
                      <a:pt x="363" y="156"/>
                    </a:cubicBezTo>
                    <a:cubicBezTo>
                      <a:pt x="368" y="158"/>
                      <a:pt x="374" y="161"/>
                      <a:pt x="376" y="162"/>
                    </a:cubicBezTo>
                    <a:cubicBezTo>
                      <a:pt x="379" y="156"/>
                      <a:pt x="382" y="151"/>
                      <a:pt x="386" y="147"/>
                    </a:cubicBezTo>
                    <a:lnTo>
                      <a:pt x="377" y="141"/>
                    </a:lnTo>
                    <a:cubicBezTo>
                      <a:pt x="360" y="131"/>
                      <a:pt x="344" y="126"/>
                      <a:pt x="325" y="121"/>
                    </a:cubicBezTo>
                    <a:cubicBezTo>
                      <a:pt x="313" y="117"/>
                      <a:pt x="302" y="113"/>
                      <a:pt x="290" y="107"/>
                    </a:cubicBezTo>
                    <a:cubicBezTo>
                      <a:pt x="275" y="99"/>
                      <a:pt x="265" y="89"/>
                      <a:pt x="264" y="88"/>
                    </a:cubicBezTo>
                    <a:cubicBezTo>
                      <a:pt x="264" y="88"/>
                      <a:pt x="291" y="72"/>
                      <a:pt x="316" y="62"/>
                    </a:cubicBezTo>
                    <a:cubicBezTo>
                      <a:pt x="327" y="79"/>
                      <a:pt x="349" y="88"/>
                      <a:pt x="363" y="100"/>
                    </a:cubicBezTo>
                    <a:cubicBezTo>
                      <a:pt x="384" y="118"/>
                      <a:pt x="395" y="135"/>
                      <a:pt x="396" y="136"/>
                    </a:cubicBezTo>
                    <a:cubicBezTo>
                      <a:pt x="401" y="133"/>
                      <a:pt x="406" y="130"/>
                      <a:pt x="412" y="128"/>
                    </a:cubicBezTo>
                    <a:cubicBezTo>
                      <a:pt x="403" y="110"/>
                      <a:pt x="392" y="89"/>
                      <a:pt x="378" y="76"/>
                    </a:cubicBezTo>
                    <a:cubicBezTo>
                      <a:pt x="371" y="70"/>
                      <a:pt x="362" y="59"/>
                      <a:pt x="359" y="49"/>
                    </a:cubicBezTo>
                    <a:cubicBezTo>
                      <a:pt x="359" y="49"/>
                      <a:pt x="392" y="40"/>
                      <a:pt x="418" y="40"/>
                    </a:cubicBezTo>
                    <a:lnTo>
                      <a:pt x="427" y="124"/>
                    </a:lnTo>
                    <a:cubicBezTo>
                      <a:pt x="431" y="123"/>
                      <a:pt x="436" y="124"/>
                      <a:pt x="436" y="124"/>
                    </a:cubicBezTo>
                    <a:cubicBezTo>
                      <a:pt x="436" y="124"/>
                      <a:pt x="439" y="123"/>
                      <a:pt x="445" y="124"/>
                    </a:cubicBezTo>
                    <a:lnTo>
                      <a:pt x="455" y="40"/>
                    </a:lnTo>
                    <a:cubicBezTo>
                      <a:pt x="455" y="40"/>
                      <a:pt x="477" y="41"/>
                      <a:pt x="495" y="45"/>
                    </a:cubicBezTo>
                    <a:cubicBezTo>
                      <a:pt x="506" y="47"/>
                      <a:pt x="513" y="49"/>
                      <a:pt x="513" y="49"/>
                    </a:cubicBezTo>
                    <a:cubicBezTo>
                      <a:pt x="511" y="59"/>
                      <a:pt x="501" y="70"/>
                      <a:pt x="495" y="76"/>
                    </a:cubicBezTo>
                    <a:cubicBezTo>
                      <a:pt x="480" y="89"/>
                      <a:pt x="469" y="110"/>
                      <a:pt x="461" y="128"/>
                    </a:cubicBezTo>
                    <a:cubicBezTo>
                      <a:pt x="466" y="130"/>
                      <a:pt x="471" y="132"/>
                      <a:pt x="476" y="136"/>
                    </a:cubicBezTo>
                    <a:cubicBezTo>
                      <a:pt x="486" y="122"/>
                      <a:pt x="498" y="110"/>
                      <a:pt x="509" y="100"/>
                    </a:cubicBezTo>
                    <a:cubicBezTo>
                      <a:pt x="523" y="88"/>
                      <a:pt x="545" y="78"/>
                      <a:pt x="556" y="62"/>
                    </a:cubicBezTo>
                    <a:cubicBezTo>
                      <a:pt x="559" y="63"/>
                      <a:pt x="572" y="68"/>
                      <a:pt x="593" y="79"/>
                    </a:cubicBezTo>
                    <a:lnTo>
                      <a:pt x="608" y="88"/>
                    </a:lnTo>
                    <a:cubicBezTo>
                      <a:pt x="608" y="88"/>
                      <a:pt x="591" y="102"/>
                      <a:pt x="582" y="107"/>
                    </a:cubicBezTo>
                    <a:cubicBezTo>
                      <a:pt x="571" y="113"/>
                      <a:pt x="559" y="117"/>
                      <a:pt x="547" y="121"/>
                    </a:cubicBezTo>
                    <a:cubicBezTo>
                      <a:pt x="529" y="126"/>
                      <a:pt x="512" y="131"/>
                      <a:pt x="495" y="141"/>
                    </a:cubicBezTo>
                    <a:lnTo>
                      <a:pt x="487" y="146"/>
                    </a:lnTo>
                    <a:cubicBezTo>
                      <a:pt x="490" y="151"/>
                      <a:pt x="493" y="156"/>
                      <a:pt x="496" y="162"/>
                    </a:cubicBezTo>
                    <a:cubicBezTo>
                      <a:pt x="499" y="160"/>
                      <a:pt x="505" y="158"/>
                      <a:pt x="509" y="156"/>
                    </a:cubicBezTo>
                    <a:cubicBezTo>
                      <a:pt x="523" y="151"/>
                      <a:pt x="536" y="147"/>
                      <a:pt x="550" y="144"/>
                    </a:cubicBezTo>
                    <a:cubicBezTo>
                      <a:pt x="563" y="141"/>
                      <a:pt x="577" y="140"/>
                      <a:pt x="590" y="138"/>
                    </a:cubicBezTo>
                    <a:cubicBezTo>
                      <a:pt x="610" y="134"/>
                      <a:pt x="632" y="128"/>
                      <a:pt x="649" y="116"/>
                    </a:cubicBezTo>
                    <a:cubicBezTo>
                      <a:pt x="671" y="133"/>
                      <a:pt x="693" y="155"/>
                      <a:pt x="693" y="155"/>
                    </a:cubicBezTo>
                    <a:cubicBezTo>
                      <a:pt x="681" y="162"/>
                      <a:pt x="657" y="170"/>
                      <a:pt x="620" y="166"/>
                    </a:cubicBezTo>
                    <a:cubicBezTo>
                      <a:pt x="620" y="166"/>
                      <a:pt x="557" y="158"/>
                      <a:pt x="501" y="175"/>
                    </a:cubicBezTo>
                    <a:cubicBezTo>
                      <a:pt x="503" y="180"/>
                      <a:pt x="504" y="184"/>
                      <a:pt x="505" y="192"/>
                    </a:cubicBezTo>
                    <a:lnTo>
                      <a:pt x="516" y="190"/>
                    </a:lnTo>
                    <a:cubicBezTo>
                      <a:pt x="536" y="188"/>
                      <a:pt x="568" y="186"/>
                      <a:pt x="621" y="196"/>
                    </a:cubicBezTo>
                    <a:cubicBezTo>
                      <a:pt x="621" y="196"/>
                      <a:pt x="680" y="210"/>
                      <a:pt x="726" y="195"/>
                    </a:cubicBezTo>
                    <a:cubicBezTo>
                      <a:pt x="730" y="201"/>
                      <a:pt x="735" y="207"/>
                      <a:pt x="739" y="213"/>
                    </a:cubicBezTo>
                    <a:cubicBezTo>
                      <a:pt x="759" y="241"/>
                      <a:pt x="775" y="272"/>
                      <a:pt x="789" y="304"/>
                    </a:cubicBezTo>
                    <a:cubicBezTo>
                      <a:pt x="803" y="337"/>
                      <a:pt x="813" y="372"/>
                      <a:pt x="821" y="408"/>
                    </a:cubicBezTo>
                    <a:cubicBezTo>
                      <a:pt x="829" y="445"/>
                      <a:pt x="833" y="484"/>
                      <a:pt x="833" y="522"/>
                    </a:cubicBezTo>
                    <a:cubicBezTo>
                      <a:pt x="833" y="563"/>
                      <a:pt x="830" y="605"/>
                      <a:pt x="822" y="646"/>
                    </a:cubicBezTo>
                    <a:moveTo>
                      <a:pt x="765" y="717"/>
                    </a:moveTo>
                    <a:lnTo>
                      <a:pt x="730" y="571"/>
                    </a:lnTo>
                    <a:cubicBezTo>
                      <a:pt x="729" y="562"/>
                      <a:pt x="731" y="565"/>
                      <a:pt x="733" y="569"/>
                    </a:cubicBezTo>
                    <a:lnTo>
                      <a:pt x="797" y="717"/>
                    </a:lnTo>
                    <a:lnTo>
                      <a:pt x="765" y="717"/>
                    </a:lnTo>
                    <a:close/>
                    <a:moveTo>
                      <a:pt x="727" y="594"/>
                    </a:moveTo>
                    <a:cubicBezTo>
                      <a:pt x="727" y="592"/>
                      <a:pt x="728" y="593"/>
                      <a:pt x="729" y="595"/>
                    </a:cubicBezTo>
                    <a:lnTo>
                      <a:pt x="757" y="718"/>
                    </a:lnTo>
                    <a:cubicBezTo>
                      <a:pt x="751" y="733"/>
                      <a:pt x="739" y="743"/>
                      <a:pt x="729" y="750"/>
                    </a:cubicBezTo>
                    <a:cubicBezTo>
                      <a:pt x="729" y="727"/>
                      <a:pt x="727" y="595"/>
                      <a:pt x="727" y="594"/>
                    </a:cubicBezTo>
                    <a:close/>
                    <a:moveTo>
                      <a:pt x="600" y="606"/>
                    </a:moveTo>
                    <a:cubicBezTo>
                      <a:pt x="600" y="632"/>
                      <a:pt x="599" y="715"/>
                      <a:pt x="599" y="718"/>
                    </a:cubicBezTo>
                    <a:lnTo>
                      <a:pt x="568" y="718"/>
                    </a:lnTo>
                    <a:lnTo>
                      <a:pt x="600" y="606"/>
                    </a:lnTo>
                    <a:close/>
                    <a:moveTo>
                      <a:pt x="561" y="718"/>
                    </a:moveTo>
                    <a:lnTo>
                      <a:pt x="492" y="718"/>
                    </a:lnTo>
                    <a:lnTo>
                      <a:pt x="594" y="603"/>
                    </a:lnTo>
                    <a:lnTo>
                      <a:pt x="561" y="718"/>
                    </a:lnTo>
                    <a:close/>
                    <a:moveTo>
                      <a:pt x="629" y="741"/>
                    </a:moveTo>
                    <a:cubicBezTo>
                      <a:pt x="621" y="732"/>
                      <a:pt x="617" y="724"/>
                      <a:pt x="615" y="720"/>
                    </a:cubicBezTo>
                    <a:cubicBezTo>
                      <a:pt x="615" y="692"/>
                      <a:pt x="614" y="651"/>
                      <a:pt x="613" y="606"/>
                    </a:cubicBezTo>
                    <a:lnTo>
                      <a:pt x="645" y="703"/>
                    </a:lnTo>
                    <a:lnTo>
                      <a:pt x="629" y="741"/>
                    </a:lnTo>
                    <a:close/>
                    <a:moveTo>
                      <a:pt x="666" y="762"/>
                    </a:moveTo>
                    <a:cubicBezTo>
                      <a:pt x="653" y="759"/>
                      <a:pt x="642" y="753"/>
                      <a:pt x="635" y="746"/>
                    </a:cubicBezTo>
                    <a:lnTo>
                      <a:pt x="648" y="714"/>
                    </a:lnTo>
                    <a:lnTo>
                      <a:pt x="666" y="762"/>
                    </a:lnTo>
                    <a:close/>
                    <a:moveTo>
                      <a:pt x="712" y="569"/>
                    </a:moveTo>
                    <a:lnTo>
                      <a:pt x="670" y="754"/>
                    </a:lnTo>
                    <a:lnTo>
                      <a:pt x="652" y="704"/>
                    </a:lnTo>
                    <a:lnTo>
                      <a:pt x="652" y="704"/>
                    </a:lnTo>
                    <a:lnTo>
                      <a:pt x="709" y="568"/>
                    </a:lnTo>
                    <a:cubicBezTo>
                      <a:pt x="711" y="565"/>
                      <a:pt x="712" y="563"/>
                      <a:pt x="712" y="569"/>
                    </a:cubicBezTo>
                    <a:moveTo>
                      <a:pt x="715" y="594"/>
                    </a:moveTo>
                    <a:cubicBezTo>
                      <a:pt x="714" y="652"/>
                      <a:pt x="713" y="714"/>
                      <a:pt x="712" y="758"/>
                    </a:cubicBezTo>
                    <a:cubicBezTo>
                      <a:pt x="698" y="763"/>
                      <a:pt x="686" y="764"/>
                      <a:pt x="675" y="763"/>
                    </a:cubicBezTo>
                    <a:lnTo>
                      <a:pt x="699" y="657"/>
                    </a:lnTo>
                    <a:lnTo>
                      <a:pt x="713" y="595"/>
                    </a:lnTo>
                    <a:cubicBezTo>
                      <a:pt x="714" y="593"/>
                      <a:pt x="715" y="592"/>
                      <a:pt x="715" y="594"/>
                    </a:cubicBezTo>
                    <a:moveTo>
                      <a:pt x="726" y="491"/>
                    </a:moveTo>
                    <a:lnTo>
                      <a:pt x="751" y="509"/>
                    </a:lnTo>
                    <a:lnTo>
                      <a:pt x="726" y="509"/>
                    </a:lnTo>
                    <a:cubicBezTo>
                      <a:pt x="726" y="503"/>
                      <a:pt x="726" y="497"/>
                      <a:pt x="726" y="491"/>
                    </a:cubicBezTo>
                    <a:close/>
                    <a:moveTo>
                      <a:pt x="691" y="509"/>
                    </a:moveTo>
                    <a:lnTo>
                      <a:pt x="716" y="491"/>
                    </a:lnTo>
                    <a:cubicBezTo>
                      <a:pt x="716" y="497"/>
                      <a:pt x="716" y="503"/>
                      <a:pt x="716" y="509"/>
                    </a:cubicBezTo>
                    <a:lnTo>
                      <a:pt x="691" y="509"/>
                    </a:lnTo>
                    <a:close/>
                    <a:moveTo>
                      <a:pt x="697" y="519"/>
                    </a:moveTo>
                    <a:lnTo>
                      <a:pt x="745" y="519"/>
                    </a:lnTo>
                    <a:cubicBezTo>
                      <a:pt x="746" y="519"/>
                      <a:pt x="746" y="519"/>
                      <a:pt x="745" y="520"/>
                    </a:cubicBezTo>
                    <a:lnTo>
                      <a:pt x="723" y="530"/>
                    </a:lnTo>
                    <a:cubicBezTo>
                      <a:pt x="722" y="531"/>
                      <a:pt x="720" y="531"/>
                      <a:pt x="719" y="530"/>
                    </a:cubicBezTo>
                    <a:lnTo>
                      <a:pt x="697" y="520"/>
                    </a:lnTo>
                    <a:cubicBezTo>
                      <a:pt x="695" y="519"/>
                      <a:pt x="696" y="519"/>
                      <a:pt x="697" y="519"/>
                    </a:cubicBezTo>
                    <a:moveTo>
                      <a:pt x="612" y="541"/>
                    </a:moveTo>
                    <a:lnTo>
                      <a:pt x="641" y="562"/>
                    </a:lnTo>
                    <a:lnTo>
                      <a:pt x="613" y="562"/>
                    </a:lnTo>
                    <a:cubicBezTo>
                      <a:pt x="612" y="556"/>
                      <a:pt x="612" y="548"/>
                      <a:pt x="612" y="541"/>
                    </a:cubicBezTo>
                    <a:moveTo>
                      <a:pt x="611" y="452"/>
                    </a:moveTo>
                    <a:lnTo>
                      <a:pt x="636" y="470"/>
                    </a:lnTo>
                    <a:lnTo>
                      <a:pt x="611" y="470"/>
                    </a:lnTo>
                    <a:cubicBezTo>
                      <a:pt x="611" y="464"/>
                      <a:pt x="611" y="458"/>
                      <a:pt x="611" y="452"/>
                    </a:cubicBezTo>
                    <a:close/>
                    <a:moveTo>
                      <a:pt x="577" y="470"/>
                    </a:moveTo>
                    <a:lnTo>
                      <a:pt x="602" y="452"/>
                    </a:lnTo>
                    <a:cubicBezTo>
                      <a:pt x="602" y="458"/>
                      <a:pt x="602" y="464"/>
                      <a:pt x="602" y="470"/>
                    </a:cubicBezTo>
                    <a:lnTo>
                      <a:pt x="577" y="470"/>
                    </a:lnTo>
                    <a:close/>
                    <a:moveTo>
                      <a:pt x="582" y="480"/>
                    </a:moveTo>
                    <a:cubicBezTo>
                      <a:pt x="582" y="480"/>
                      <a:pt x="583" y="480"/>
                      <a:pt x="583" y="480"/>
                    </a:cubicBezTo>
                    <a:lnTo>
                      <a:pt x="630" y="480"/>
                    </a:lnTo>
                    <a:cubicBezTo>
                      <a:pt x="631" y="480"/>
                      <a:pt x="631" y="480"/>
                      <a:pt x="631" y="480"/>
                    </a:cubicBezTo>
                    <a:lnTo>
                      <a:pt x="631" y="480"/>
                    </a:lnTo>
                    <a:lnTo>
                      <a:pt x="631" y="480"/>
                    </a:lnTo>
                    <a:cubicBezTo>
                      <a:pt x="631" y="480"/>
                      <a:pt x="631" y="480"/>
                      <a:pt x="630" y="481"/>
                    </a:cubicBezTo>
                    <a:lnTo>
                      <a:pt x="609" y="491"/>
                    </a:lnTo>
                    <a:cubicBezTo>
                      <a:pt x="608" y="491"/>
                      <a:pt x="606" y="491"/>
                      <a:pt x="605" y="491"/>
                    </a:cubicBezTo>
                    <a:lnTo>
                      <a:pt x="583" y="481"/>
                    </a:lnTo>
                    <a:cubicBezTo>
                      <a:pt x="582" y="480"/>
                      <a:pt x="582" y="480"/>
                      <a:pt x="582" y="480"/>
                    </a:cubicBezTo>
                    <a:close/>
                    <a:moveTo>
                      <a:pt x="572" y="562"/>
                    </a:moveTo>
                    <a:lnTo>
                      <a:pt x="601" y="541"/>
                    </a:lnTo>
                    <a:cubicBezTo>
                      <a:pt x="601" y="548"/>
                      <a:pt x="601" y="562"/>
                      <a:pt x="601" y="562"/>
                    </a:cubicBezTo>
                    <a:lnTo>
                      <a:pt x="572" y="562"/>
                    </a:lnTo>
                    <a:close/>
                    <a:moveTo>
                      <a:pt x="578" y="574"/>
                    </a:moveTo>
                    <a:lnTo>
                      <a:pt x="634" y="574"/>
                    </a:lnTo>
                    <a:cubicBezTo>
                      <a:pt x="636" y="574"/>
                      <a:pt x="636" y="574"/>
                      <a:pt x="635" y="575"/>
                    </a:cubicBezTo>
                    <a:cubicBezTo>
                      <a:pt x="635" y="575"/>
                      <a:pt x="609" y="587"/>
                      <a:pt x="609" y="587"/>
                    </a:cubicBezTo>
                    <a:cubicBezTo>
                      <a:pt x="608" y="587"/>
                      <a:pt x="605" y="587"/>
                      <a:pt x="604" y="587"/>
                    </a:cubicBezTo>
                    <a:lnTo>
                      <a:pt x="578" y="575"/>
                    </a:lnTo>
                    <a:cubicBezTo>
                      <a:pt x="576" y="574"/>
                      <a:pt x="577" y="574"/>
                      <a:pt x="578" y="574"/>
                    </a:cubicBezTo>
                    <a:moveTo>
                      <a:pt x="301" y="680"/>
                    </a:moveTo>
                    <a:lnTo>
                      <a:pt x="340" y="597"/>
                    </a:lnTo>
                    <a:cubicBezTo>
                      <a:pt x="339" y="621"/>
                      <a:pt x="338" y="655"/>
                      <a:pt x="338" y="680"/>
                    </a:cubicBezTo>
                    <a:lnTo>
                      <a:pt x="322" y="680"/>
                    </a:lnTo>
                    <a:cubicBezTo>
                      <a:pt x="316" y="680"/>
                      <a:pt x="307" y="680"/>
                      <a:pt x="301" y="680"/>
                    </a:cubicBezTo>
                    <a:close/>
                    <a:moveTo>
                      <a:pt x="267" y="712"/>
                    </a:moveTo>
                    <a:cubicBezTo>
                      <a:pt x="263" y="716"/>
                      <a:pt x="259" y="720"/>
                      <a:pt x="255" y="723"/>
                    </a:cubicBezTo>
                    <a:cubicBezTo>
                      <a:pt x="255" y="712"/>
                      <a:pt x="254" y="697"/>
                      <a:pt x="254" y="683"/>
                    </a:cubicBezTo>
                    <a:lnTo>
                      <a:pt x="267" y="712"/>
                    </a:lnTo>
                    <a:close/>
                    <a:moveTo>
                      <a:pt x="253" y="664"/>
                    </a:moveTo>
                    <a:lnTo>
                      <a:pt x="253" y="652"/>
                    </a:lnTo>
                    <a:cubicBezTo>
                      <a:pt x="253" y="630"/>
                      <a:pt x="252" y="620"/>
                      <a:pt x="252" y="599"/>
                    </a:cubicBezTo>
                    <a:cubicBezTo>
                      <a:pt x="252" y="598"/>
                      <a:pt x="252" y="597"/>
                      <a:pt x="254" y="599"/>
                    </a:cubicBezTo>
                    <a:lnTo>
                      <a:pt x="287" y="683"/>
                    </a:lnTo>
                    <a:cubicBezTo>
                      <a:pt x="282" y="694"/>
                      <a:pt x="281" y="698"/>
                      <a:pt x="272" y="707"/>
                    </a:cubicBezTo>
                    <a:lnTo>
                      <a:pt x="253" y="664"/>
                    </a:lnTo>
                    <a:close/>
                    <a:moveTo>
                      <a:pt x="216" y="638"/>
                    </a:moveTo>
                    <a:lnTo>
                      <a:pt x="197" y="553"/>
                    </a:lnTo>
                    <a:cubicBezTo>
                      <a:pt x="197" y="552"/>
                      <a:pt x="197" y="551"/>
                      <a:pt x="198" y="553"/>
                    </a:cubicBezTo>
                    <a:lnTo>
                      <a:pt x="225" y="616"/>
                    </a:lnTo>
                    <a:lnTo>
                      <a:pt x="216" y="638"/>
                    </a:lnTo>
                    <a:close/>
                    <a:moveTo>
                      <a:pt x="198" y="680"/>
                    </a:moveTo>
                    <a:cubicBezTo>
                      <a:pt x="198" y="655"/>
                      <a:pt x="198" y="626"/>
                      <a:pt x="197" y="596"/>
                    </a:cubicBezTo>
                    <a:cubicBezTo>
                      <a:pt x="197" y="594"/>
                      <a:pt x="198" y="592"/>
                      <a:pt x="199" y="595"/>
                    </a:cubicBezTo>
                    <a:lnTo>
                      <a:pt x="211" y="649"/>
                    </a:lnTo>
                    <a:lnTo>
                      <a:pt x="198" y="680"/>
                    </a:lnTo>
                    <a:close/>
                    <a:moveTo>
                      <a:pt x="214" y="661"/>
                    </a:moveTo>
                    <a:lnTo>
                      <a:pt x="232" y="736"/>
                    </a:lnTo>
                    <a:cubicBezTo>
                      <a:pt x="226" y="739"/>
                      <a:pt x="218" y="740"/>
                      <a:pt x="211" y="741"/>
                    </a:cubicBezTo>
                    <a:cubicBezTo>
                      <a:pt x="209" y="741"/>
                      <a:pt x="206" y="742"/>
                      <a:pt x="204" y="742"/>
                    </a:cubicBezTo>
                    <a:cubicBezTo>
                      <a:pt x="202" y="742"/>
                      <a:pt x="200" y="742"/>
                      <a:pt x="199" y="742"/>
                    </a:cubicBezTo>
                    <a:cubicBezTo>
                      <a:pt x="199" y="732"/>
                      <a:pt x="199" y="717"/>
                      <a:pt x="199" y="698"/>
                    </a:cubicBezTo>
                    <a:lnTo>
                      <a:pt x="214" y="661"/>
                    </a:lnTo>
                    <a:close/>
                    <a:moveTo>
                      <a:pt x="233" y="616"/>
                    </a:moveTo>
                    <a:lnTo>
                      <a:pt x="240" y="598"/>
                    </a:lnTo>
                    <a:cubicBezTo>
                      <a:pt x="241" y="597"/>
                      <a:pt x="242" y="598"/>
                      <a:pt x="242" y="599"/>
                    </a:cubicBezTo>
                    <a:cubicBezTo>
                      <a:pt x="242" y="610"/>
                      <a:pt x="241" y="622"/>
                      <a:pt x="241" y="635"/>
                    </a:cubicBezTo>
                    <a:lnTo>
                      <a:pt x="233" y="616"/>
                    </a:lnTo>
                    <a:close/>
                    <a:moveTo>
                      <a:pt x="241" y="652"/>
                    </a:moveTo>
                    <a:cubicBezTo>
                      <a:pt x="240" y="681"/>
                      <a:pt x="239" y="710"/>
                      <a:pt x="239" y="732"/>
                    </a:cubicBezTo>
                    <a:cubicBezTo>
                      <a:pt x="238" y="732"/>
                      <a:pt x="238" y="732"/>
                      <a:pt x="238" y="732"/>
                    </a:cubicBezTo>
                    <a:lnTo>
                      <a:pt x="219" y="650"/>
                    </a:lnTo>
                    <a:lnTo>
                      <a:pt x="229" y="625"/>
                    </a:lnTo>
                    <a:lnTo>
                      <a:pt x="241" y="652"/>
                    </a:lnTo>
                    <a:close/>
                    <a:moveTo>
                      <a:pt x="195" y="456"/>
                    </a:moveTo>
                    <a:lnTo>
                      <a:pt x="217" y="471"/>
                    </a:lnTo>
                    <a:lnTo>
                      <a:pt x="195" y="471"/>
                    </a:lnTo>
                    <a:cubicBezTo>
                      <a:pt x="195" y="466"/>
                      <a:pt x="195" y="461"/>
                      <a:pt x="195" y="456"/>
                    </a:cubicBezTo>
                    <a:moveTo>
                      <a:pt x="164" y="471"/>
                    </a:moveTo>
                    <a:lnTo>
                      <a:pt x="186" y="456"/>
                    </a:lnTo>
                    <a:cubicBezTo>
                      <a:pt x="186" y="461"/>
                      <a:pt x="186" y="466"/>
                      <a:pt x="186" y="471"/>
                    </a:cubicBezTo>
                    <a:lnTo>
                      <a:pt x="164" y="471"/>
                    </a:lnTo>
                    <a:close/>
                    <a:moveTo>
                      <a:pt x="169" y="479"/>
                    </a:moveTo>
                    <a:lnTo>
                      <a:pt x="212" y="479"/>
                    </a:lnTo>
                    <a:cubicBezTo>
                      <a:pt x="213" y="479"/>
                      <a:pt x="213" y="480"/>
                      <a:pt x="212" y="480"/>
                    </a:cubicBezTo>
                    <a:lnTo>
                      <a:pt x="193" y="489"/>
                    </a:lnTo>
                    <a:cubicBezTo>
                      <a:pt x="192" y="490"/>
                      <a:pt x="190" y="490"/>
                      <a:pt x="189" y="489"/>
                    </a:cubicBezTo>
                    <a:lnTo>
                      <a:pt x="169" y="480"/>
                    </a:lnTo>
                    <a:cubicBezTo>
                      <a:pt x="168" y="480"/>
                      <a:pt x="168" y="479"/>
                      <a:pt x="169" y="479"/>
                    </a:cubicBezTo>
                    <a:moveTo>
                      <a:pt x="184" y="596"/>
                    </a:moveTo>
                    <a:cubicBezTo>
                      <a:pt x="183" y="656"/>
                      <a:pt x="182" y="712"/>
                      <a:pt x="182" y="739"/>
                    </a:cubicBezTo>
                    <a:cubicBezTo>
                      <a:pt x="172" y="736"/>
                      <a:pt x="161" y="733"/>
                      <a:pt x="153" y="726"/>
                    </a:cubicBezTo>
                    <a:lnTo>
                      <a:pt x="183" y="594"/>
                    </a:lnTo>
                    <a:cubicBezTo>
                      <a:pt x="183" y="593"/>
                      <a:pt x="184" y="594"/>
                      <a:pt x="184" y="596"/>
                    </a:cubicBezTo>
                    <a:moveTo>
                      <a:pt x="146" y="723"/>
                    </a:moveTo>
                    <a:cubicBezTo>
                      <a:pt x="128" y="710"/>
                      <a:pt x="126" y="691"/>
                      <a:pt x="127" y="687"/>
                    </a:cubicBezTo>
                    <a:lnTo>
                      <a:pt x="183" y="553"/>
                    </a:lnTo>
                    <a:cubicBezTo>
                      <a:pt x="185" y="551"/>
                      <a:pt x="185" y="552"/>
                      <a:pt x="185" y="553"/>
                    </a:cubicBezTo>
                    <a:lnTo>
                      <a:pt x="146" y="723"/>
                    </a:lnTo>
                    <a:close/>
                    <a:moveTo>
                      <a:pt x="730" y="857"/>
                    </a:moveTo>
                    <a:cubicBezTo>
                      <a:pt x="688" y="867"/>
                      <a:pt x="645" y="873"/>
                      <a:pt x="602" y="875"/>
                    </a:cubicBezTo>
                    <a:cubicBezTo>
                      <a:pt x="580" y="876"/>
                      <a:pt x="559" y="877"/>
                      <a:pt x="537" y="876"/>
                    </a:cubicBezTo>
                    <a:cubicBezTo>
                      <a:pt x="515" y="875"/>
                      <a:pt x="494" y="871"/>
                      <a:pt x="472" y="868"/>
                    </a:cubicBezTo>
                    <a:cubicBezTo>
                      <a:pt x="428" y="862"/>
                      <a:pt x="385" y="855"/>
                      <a:pt x="341" y="850"/>
                    </a:cubicBezTo>
                    <a:cubicBezTo>
                      <a:pt x="298" y="845"/>
                      <a:pt x="254" y="842"/>
                      <a:pt x="210" y="844"/>
                    </a:cubicBezTo>
                    <a:cubicBezTo>
                      <a:pt x="186" y="846"/>
                      <a:pt x="162" y="848"/>
                      <a:pt x="139" y="853"/>
                    </a:cubicBezTo>
                    <a:cubicBezTo>
                      <a:pt x="130" y="842"/>
                      <a:pt x="123" y="830"/>
                      <a:pt x="116" y="818"/>
                    </a:cubicBezTo>
                    <a:cubicBezTo>
                      <a:pt x="154" y="810"/>
                      <a:pt x="194" y="805"/>
                      <a:pt x="233" y="803"/>
                    </a:cubicBezTo>
                    <a:cubicBezTo>
                      <a:pt x="273" y="802"/>
                      <a:pt x="313" y="805"/>
                      <a:pt x="353" y="810"/>
                    </a:cubicBezTo>
                    <a:cubicBezTo>
                      <a:pt x="391" y="815"/>
                      <a:pt x="429" y="822"/>
                      <a:pt x="467" y="827"/>
                    </a:cubicBezTo>
                    <a:cubicBezTo>
                      <a:pt x="502" y="832"/>
                      <a:pt x="538" y="835"/>
                      <a:pt x="573" y="835"/>
                    </a:cubicBezTo>
                    <a:lnTo>
                      <a:pt x="573" y="835"/>
                    </a:lnTo>
                    <a:cubicBezTo>
                      <a:pt x="610" y="835"/>
                      <a:pt x="647" y="832"/>
                      <a:pt x="683" y="826"/>
                    </a:cubicBezTo>
                    <a:cubicBezTo>
                      <a:pt x="709" y="821"/>
                      <a:pt x="735" y="816"/>
                      <a:pt x="761" y="809"/>
                    </a:cubicBezTo>
                    <a:cubicBezTo>
                      <a:pt x="752" y="826"/>
                      <a:pt x="741" y="842"/>
                      <a:pt x="730" y="857"/>
                    </a:cubicBezTo>
                    <a:moveTo>
                      <a:pt x="631" y="956"/>
                    </a:moveTo>
                    <a:cubicBezTo>
                      <a:pt x="589" y="960"/>
                      <a:pt x="546" y="958"/>
                      <a:pt x="504" y="953"/>
                    </a:cubicBezTo>
                    <a:cubicBezTo>
                      <a:pt x="462" y="949"/>
                      <a:pt x="421" y="942"/>
                      <a:pt x="379" y="936"/>
                    </a:cubicBezTo>
                    <a:cubicBezTo>
                      <a:pt x="336" y="930"/>
                      <a:pt x="293" y="924"/>
                      <a:pt x="249" y="924"/>
                    </a:cubicBezTo>
                    <a:cubicBezTo>
                      <a:pt x="234" y="925"/>
                      <a:pt x="220" y="925"/>
                      <a:pt x="205" y="927"/>
                    </a:cubicBezTo>
                    <a:cubicBezTo>
                      <a:pt x="191" y="915"/>
                      <a:pt x="178" y="901"/>
                      <a:pt x="165" y="887"/>
                    </a:cubicBezTo>
                    <a:cubicBezTo>
                      <a:pt x="209" y="881"/>
                      <a:pt x="254" y="881"/>
                      <a:pt x="297" y="884"/>
                    </a:cubicBezTo>
                    <a:cubicBezTo>
                      <a:pt x="341" y="887"/>
                      <a:pt x="385" y="894"/>
                      <a:pt x="429" y="900"/>
                    </a:cubicBezTo>
                    <a:cubicBezTo>
                      <a:pt x="451" y="903"/>
                      <a:pt x="473" y="907"/>
                      <a:pt x="495" y="909"/>
                    </a:cubicBezTo>
                    <a:cubicBezTo>
                      <a:pt x="506" y="911"/>
                      <a:pt x="549" y="914"/>
                      <a:pt x="560" y="914"/>
                    </a:cubicBezTo>
                    <a:cubicBezTo>
                      <a:pt x="604" y="914"/>
                      <a:pt x="648" y="911"/>
                      <a:pt x="691" y="904"/>
                    </a:cubicBezTo>
                    <a:cubicBezTo>
                      <a:pt x="672" y="923"/>
                      <a:pt x="652" y="941"/>
                      <a:pt x="631" y="956"/>
                    </a:cubicBezTo>
                    <a:moveTo>
                      <a:pt x="436" y="1018"/>
                    </a:moveTo>
                    <a:cubicBezTo>
                      <a:pt x="370" y="1018"/>
                      <a:pt x="307" y="998"/>
                      <a:pt x="252" y="963"/>
                    </a:cubicBezTo>
                    <a:cubicBezTo>
                      <a:pt x="295" y="962"/>
                      <a:pt x="337" y="968"/>
                      <a:pt x="379" y="974"/>
                    </a:cubicBezTo>
                    <a:cubicBezTo>
                      <a:pt x="422" y="981"/>
                      <a:pt x="464" y="988"/>
                      <a:pt x="507" y="992"/>
                    </a:cubicBezTo>
                    <a:cubicBezTo>
                      <a:pt x="523" y="994"/>
                      <a:pt x="540" y="995"/>
                      <a:pt x="556" y="995"/>
                    </a:cubicBezTo>
                    <a:cubicBezTo>
                      <a:pt x="518" y="1010"/>
                      <a:pt x="478" y="1018"/>
                      <a:pt x="436" y="1018"/>
                    </a:cubicBezTo>
                    <a:close/>
                    <a:moveTo>
                      <a:pt x="108" y="681"/>
                    </a:moveTo>
                    <a:cubicBezTo>
                      <a:pt x="108" y="668"/>
                      <a:pt x="107" y="655"/>
                      <a:pt x="107" y="642"/>
                    </a:cubicBezTo>
                    <a:cubicBezTo>
                      <a:pt x="107" y="641"/>
                      <a:pt x="108" y="640"/>
                      <a:pt x="109" y="643"/>
                    </a:cubicBezTo>
                    <a:lnTo>
                      <a:pt x="119" y="681"/>
                    </a:lnTo>
                    <a:lnTo>
                      <a:pt x="108" y="681"/>
                    </a:lnTo>
                    <a:close/>
                    <a:moveTo>
                      <a:pt x="106" y="540"/>
                    </a:moveTo>
                    <a:lnTo>
                      <a:pt x="131" y="557"/>
                    </a:lnTo>
                    <a:lnTo>
                      <a:pt x="106" y="557"/>
                    </a:lnTo>
                    <a:cubicBezTo>
                      <a:pt x="106" y="551"/>
                      <a:pt x="106" y="545"/>
                      <a:pt x="106" y="540"/>
                    </a:cubicBezTo>
                    <a:close/>
                    <a:moveTo>
                      <a:pt x="105" y="474"/>
                    </a:moveTo>
                    <a:lnTo>
                      <a:pt x="127" y="489"/>
                    </a:lnTo>
                    <a:lnTo>
                      <a:pt x="105" y="489"/>
                    </a:lnTo>
                    <a:cubicBezTo>
                      <a:pt x="105" y="484"/>
                      <a:pt x="105" y="479"/>
                      <a:pt x="105" y="474"/>
                    </a:cubicBezTo>
                    <a:moveTo>
                      <a:pt x="74" y="489"/>
                    </a:moveTo>
                    <a:lnTo>
                      <a:pt x="96" y="474"/>
                    </a:lnTo>
                    <a:cubicBezTo>
                      <a:pt x="96" y="478"/>
                      <a:pt x="96" y="483"/>
                      <a:pt x="96" y="489"/>
                    </a:cubicBezTo>
                    <a:lnTo>
                      <a:pt x="74" y="489"/>
                    </a:lnTo>
                    <a:close/>
                    <a:moveTo>
                      <a:pt x="79" y="497"/>
                    </a:moveTo>
                    <a:lnTo>
                      <a:pt x="122" y="497"/>
                    </a:lnTo>
                    <a:cubicBezTo>
                      <a:pt x="123" y="497"/>
                      <a:pt x="123" y="498"/>
                      <a:pt x="122" y="498"/>
                    </a:cubicBezTo>
                    <a:lnTo>
                      <a:pt x="103" y="507"/>
                    </a:lnTo>
                    <a:cubicBezTo>
                      <a:pt x="101" y="508"/>
                      <a:pt x="100" y="508"/>
                      <a:pt x="99" y="507"/>
                    </a:cubicBezTo>
                    <a:lnTo>
                      <a:pt x="79" y="498"/>
                    </a:lnTo>
                    <a:cubicBezTo>
                      <a:pt x="78" y="498"/>
                      <a:pt x="78" y="497"/>
                      <a:pt x="79" y="497"/>
                    </a:cubicBezTo>
                    <a:moveTo>
                      <a:pt x="71" y="557"/>
                    </a:moveTo>
                    <a:lnTo>
                      <a:pt x="95" y="539"/>
                    </a:lnTo>
                    <a:cubicBezTo>
                      <a:pt x="95" y="545"/>
                      <a:pt x="95" y="551"/>
                      <a:pt x="95" y="557"/>
                    </a:cubicBezTo>
                    <a:lnTo>
                      <a:pt x="71" y="557"/>
                    </a:lnTo>
                    <a:close/>
                    <a:moveTo>
                      <a:pt x="99" y="578"/>
                    </a:moveTo>
                    <a:lnTo>
                      <a:pt x="76" y="568"/>
                    </a:lnTo>
                    <a:cubicBezTo>
                      <a:pt x="75" y="567"/>
                      <a:pt x="75" y="567"/>
                      <a:pt x="76" y="567"/>
                    </a:cubicBezTo>
                    <a:lnTo>
                      <a:pt x="124" y="567"/>
                    </a:lnTo>
                    <a:cubicBezTo>
                      <a:pt x="126" y="567"/>
                      <a:pt x="126" y="567"/>
                      <a:pt x="124" y="568"/>
                    </a:cubicBezTo>
                    <a:lnTo>
                      <a:pt x="103" y="578"/>
                    </a:lnTo>
                    <a:cubicBezTo>
                      <a:pt x="102" y="579"/>
                      <a:pt x="100" y="579"/>
                      <a:pt x="99" y="578"/>
                    </a:cubicBezTo>
                    <a:moveTo>
                      <a:pt x="93" y="681"/>
                    </a:moveTo>
                    <a:lnTo>
                      <a:pt x="82" y="681"/>
                    </a:lnTo>
                    <a:lnTo>
                      <a:pt x="92" y="643"/>
                    </a:lnTo>
                    <a:cubicBezTo>
                      <a:pt x="93" y="640"/>
                      <a:pt x="93" y="641"/>
                      <a:pt x="94" y="642"/>
                    </a:cubicBezTo>
                    <a:cubicBezTo>
                      <a:pt x="94" y="655"/>
                      <a:pt x="93" y="668"/>
                      <a:pt x="93" y="681"/>
                    </a:cubicBezTo>
                    <a:close/>
                    <a:moveTo>
                      <a:pt x="863" y="429"/>
                    </a:moveTo>
                    <a:cubicBezTo>
                      <a:pt x="858" y="392"/>
                      <a:pt x="848" y="356"/>
                      <a:pt x="836" y="322"/>
                    </a:cubicBezTo>
                    <a:cubicBezTo>
                      <a:pt x="824" y="288"/>
                      <a:pt x="810" y="256"/>
                      <a:pt x="792" y="225"/>
                    </a:cubicBezTo>
                    <a:cubicBezTo>
                      <a:pt x="778" y="202"/>
                      <a:pt x="762" y="179"/>
                      <a:pt x="745" y="158"/>
                    </a:cubicBezTo>
                    <a:cubicBezTo>
                      <a:pt x="723" y="130"/>
                      <a:pt x="698" y="105"/>
                      <a:pt x="670" y="84"/>
                    </a:cubicBezTo>
                    <a:cubicBezTo>
                      <a:pt x="643" y="63"/>
                      <a:pt x="613" y="45"/>
                      <a:pt x="582" y="32"/>
                    </a:cubicBezTo>
                    <a:cubicBezTo>
                      <a:pt x="550" y="18"/>
                      <a:pt x="517" y="9"/>
                      <a:pt x="483" y="5"/>
                    </a:cubicBezTo>
                    <a:cubicBezTo>
                      <a:pt x="449" y="0"/>
                      <a:pt x="414" y="1"/>
                      <a:pt x="380" y="6"/>
                    </a:cubicBezTo>
                    <a:cubicBezTo>
                      <a:pt x="346" y="11"/>
                      <a:pt x="313" y="21"/>
                      <a:pt x="282" y="36"/>
                    </a:cubicBezTo>
                    <a:cubicBezTo>
                      <a:pt x="251" y="50"/>
                      <a:pt x="222" y="68"/>
                      <a:pt x="195" y="90"/>
                    </a:cubicBezTo>
                    <a:cubicBezTo>
                      <a:pt x="168" y="112"/>
                      <a:pt x="143" y="137"/>
                      <a:pt x="122" y="165"/>
                    </a:cubicBezTo>
                    <a:cubicBezTo>
                      <a:pt x="100" y="192"/>
                      <a:pt x="82" y="221"/>
                      <a:pt x="66" y="251"/>
                    </a:cubicBezTo>
                    <a:cubicBezTo>
                      <a:pt x="50" y="283"/>
                      <a:pt x="36" y="317"/>
                      <a:pt x="26" y="351"/>
                    </a:cubicBezTo>
                    <a:cubicBezTo>
                      <a:pt x="16" y="387"/>
                      <a:pt x="9" y="424"/>
                      <a:pt x="5" y="461"/>
                    </a:cubicBezTo>
                    <a:cubicBezTo>
                      <a:pt x="1" y="500"/>
                      <a:pt x="0" y="539"/>
                      <a:pt x="3" y="577"/>
                    </a:cubicBezTo>
                    <a:cubicBezTo>
                      <a:pt x="6" y="615"/>
                      <a:pt x="12" y="652"/>
                      <a:pt x="21" y="689"/>
                    </a:cubicBezTo>
                    <a:cubicBezTo>
                      <a:pt x="30" y="724"/>
                      <a:pt x="43" y="758"/>
                      <a:pt x="58" y="790"/>
                    </a:cubicBezTo>
                    <a:cubicBezTo>
                      <a:pt x="73" y="822"/>
                      <a:pt x="91" y="852"/>
                      <a:pt x="111" y="880"/>
                    </a:cubicBezTo>
                    <a:cubicBezTo>
                      <a:pt x="134" y="911"/>
                      <a:pt x="193" y="966"/>
                      <a:pt x="193" y="966"/>
                    </a:cubicBezTo>
                    <a:cubicBezTo>
                      <a:pt x="262" y="1023"/>
                      <a:pt x="346" y="1056"/>
                      <a:pt x="436" y="1056"/>
                    </a:cubicBezTo>
                    <a:lnTo>
                      <a:pt x="436" y="1056"/>
                    </a:lnTo>
                    <a:cubicBezTo>
                      <a:pt x="471" y="1056"/>
                      <a:pt x="505" y="1052"/>
                      <a:pt x="538" y="1042"/>
                    </a:cubicBezTo>
                    <a:cubicBezTo>
                      <a:pt x="571" y="1032"/>
                      <a:pt x="602" y="1018"/>
                      <a:pt x="631" y="1001"/>
                    </a:cubicBezTo>
                    <a:cubicBezTo>
                      <a:pt x="661" y="983"/>
                      <a:pt x="688" y="961"/>
                      <a:pt x="713" y="936"/>
                    </a:cubicBezTo>
                    <a:cubicBezTo>
                      <a:pt x="737" y="912"/>
                      <a:pt x="759" y="885"/>
                      <a:pt x="778" y="856"/>
                    </a:cubicBezTo>
                    <a:cubicBezTo>
                      <a:pt x="797" y="826"/>
                      <a:pt x="813" y="795"/>
                      <a:pt x="826" y="763"/>
                    </a:cubicBezTo>
                    <a:cubicBezTo>
                      <a:pt x="840" y="729"/>
                      <a:pt x="851" y="694"/>
                      <a:pt x="858" y="658"/>
                    </a:cubicBezTo>
                    <a:cubicBezTo>
                      <a:pt x="866" y="621"/>
                      <a:pt x="870" y="583"/>
                      <a:pt x="871" y="544"/>
                    </a:cubicBezTo>
                    <a:cubicBezTo>
                      <a:pt x="872" y="506"/>
                      <a:pt x="869" y="467"/>
                      <a:pt x="863" y="4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2850" lIns="45725" spcFirstLastPara="1" rIns="45725" wrap="square" tIns="228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900" u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